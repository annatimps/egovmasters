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6"/>
  </p:notesMasterIdLst>
  <p:sldIdLst>
    <p:sldId id="256" r:id="rId2"/>
    <p:sldId id="293" r:id="rId3"/>
    <p:sldId id="284" r:id="rId4"/>
    <p:sldId id="278" r:id="rId5"/>
    <p:sldId id="277" r:id="rId6"/>
    <p:sldId id="281" r:id="rId7"/>
    <p:sldId id="290" r:id="rId8"/>
    <p:sldId id="285" r:id="rId9"/>
    <p:sldId id="286" r:id="rId10"/>
    <p:sldId id="289" r:id="rId11"/>
    <p:sldId id="291" r:id="rId12"/>
    <p:sldId id="294" r:id="rId13"/>
    <p:sldId id="282" r:id="rId14"/>
    <p:sldId id="279" r:id="rId15"/>
    <p:sldId id="280" r:id="rId16"/>
    <p:sldId id="288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>
          <p15:clr>
            <a:srgbClr val="A4A3A4"/>
          </p15:clr>
        </p15:guide>
        <p15:guide id="2" orient="horz" pos="436">
          <p15:clr>
            <a:srgbClr val="A4A3A4"/>
          </p15:clr>
        </p15:guide>
        <p15:guide id="3" orient="horz" pos="4179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984">
          <p15:clr>
            <a:srgbClr val="A4A3A4"/>
          </p15:clr>
        </p15:guide>
        <p15:guide id="6" orient="horz" pos="1104">
          <p15:clr>
            <a:srgbClr val="A4A3A4"/>
          </p15:clr>
        </p15:guide>
        <p15:guide id="7" orient="horz" pos="1008">
          <p15:clr>
            <a:srgbClr val="A4A3A4"/>
          </p15:clr>
        </p15:guide>
        <p15:guide id="8" orient="horz" pos="2448">
          <p15:clr>
            <a:srgbClr val="A4A3A4"/>
          </p15:clr>
        </p15:guide>
        <p15:guide id="9" orient="horz" pos="2544">
          <p15:clr>
            <a:srgbClr val="A4A3A4"/>
          </p15:clr>
        </p15:guide>
        <p15:guide id="10" orient="horz" pos="336">
          <p15:clr>
            <a:srgbClr val="A4A3A4"/>
          </p15:clr>
        </p15:guide>
        <p15:guide id="11" pos="2832">
          <p15:clr>
            <a:srgbClr val="A4A3A4"/>
          </p15:clr>
        </p15:guide>
        <p15:guide id="12" pos="336">
          <p15:clr>
            <a:srgbClr val="A4A3A4"/>
          </p15:clr>
        </p15:guide>
        <p15:guide id="13" pos="5424">
          <p15:clr>
            <a:srgbClr val="A4A3A4"/>
          </p15:clr>
        </p15:guide>
        <p15:guide id="14" pos="2928">
          <p15:clr>
            <a:srgbClr val="A4A3A4"/>
          </p15:clr>
        </p15:guide>
        <p15:guide id="15" pos="1968">
          <p15:clr>
            <a:srgbClr val="A4A3A4"/>
          </p15:clr>
        </p15:guide>
        <p15:guide id="16" pos="2070">
          <p15:clr>
            <a:srgbClr val="A4A3A4"/>
          </p15:clr>
        </p15:guide>
        <p15:guide id="17" pos="3792">
          <p15:clr>
            <a:srgbClr val="A4A3A4"/>
          </p15:clr>
        </p15:guide>
        <p15:guide id="18" pos="1104">
          <p15:clr>
            <a:srgbClr val="A4A3A4"/>
          </p15:clr>
        </p15:guide>
        <p15:guide id="19" pos="4656">
          <p15:clr>
            <a:srgbClr val="A4A3A4"/>
          </p15:clr>
        </p15:guide>
        <p15:guide id="20" pos="4560">
          <p15:clr>
            <a:srgbClr val="A4A3A4"/>
          </p15:clr>
        </p15:guide>
        <p15:guide id="21" pos="3696">
          <p15:clr>
            <a:srgbClr val="A4A3A4"/>
          </p15:clr>
        </p15:guide>
        <p15:guide id="22" pos="120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FA2B"/>
    <a:srgbClr val="FFFF66"/>
    <a:srgbClr val="B4D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 autoAdjust="0"/>
    <p:restoredTop sz="92517" autoAdjust="0"/>
  </p:normalViewPr>
  <p:slideViewPr>
    <p:cSldViewPr>
      <p:cViewPr varScale="1">
        <p:scale>
          <a:sx n="118" d="100"/>
          <a:sy n="118" d="100"/>
        </p:scale>
        <p:origin x="2360" y="200"/>
      </p:cViewPr>
      <p:guideLst>
        <p:guide orient="horz" pos="144"/>
        <p:guide orient="horz" pos="436"/>
        <p:guide orient="horz" pos="4179"/>
        <p:guide orient="horz" pos="3888"/>
        <p:guide orient="horz" pos="3984"/>
        <p:guide orient="horz" pos="1104"/>
        <p:guide orient="horz" pos="1008"/>
        <p:guide orient="horz" pos="2448"/>
        <p:guide orient="horz" pos="2544"/>
        <p:guide orient="horz" pos="336"/>
        <p:guide pos="2832"/>
        <p:guide pos="336"/>
        <p:guide pos="5424"/>
        <p:guide pos="2928"/>
        <p:guide pos="1968"/>
        <p:guide pos="2070"/>
        <p:guide pos="3792"/>
        <p:guide pos="1104"/>
        <p:guide pos="4656"/>
        <p:guide pos="4560"/>
        <p:guide pos="3696"/>
        <p:guide pos="12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8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kel Lauk" userId="fbad202a1ed57c24" providerId="LiveId" clId="{607BEB6F-CFEE-3442-81D7-D00905E1EFAE}"/>
    <pc:docChg chg="modSld">
      <pc:chgData name="Mihkel Lauk" userId="fbad202a1ed57c24" providerId="LiveId" clId="{607BEB6F-CFEE-3442-81D7-D00905E1EFAE}" dt="2021-10-08T14:22:44.031" v="6" actId="20577"/>
      <pc:docMkLst>
        <pc:docMk/>
      </pc:docMkLst>
      <pc:sldChg chg="modSp mod">
        <pc:chgData name="Mihkel Lauk" userId="fbad202a1ed57c24" providerId="LiveId" clId="{607BEB6F-CFEE-3442-81D7-D00905E1EFAE}" dt="2021-10-08T14:22:44.031" v="6" actId="20577"/>
        <pc:sldMkLst>
          <pc:docMk/>
          <pc:sldMk cId="356465658" sldId="282"/>
        </pc:sldMkLst>
        <pc:spChg chg="mod">
          <ac:chgData name="Mihkel Lauk" userId="fbad202a1ed57c24" providerId="LiveId" clId="{607BEB6F-CFEE-3442-81D7-D00905E1EFAE}" dt="2021-10-08T14:22:44.031" v="6" actId="20577"/>
          <ac:spMkLst>
            <pc:docMk/>
            <pc:sldMk cId="356465658" sldId="282"/>
            <ac:spMk id="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tars001\Dropbox\20%20e-teenuse%20detailanal&#252;&#252;s%20ja%20kontseptsiooni%20v&#228;ljat&#246;&#246;tamine\01%20-%20&#220;ldised%20tulemid\20%20e-teenuse%20m&#245;&#245;dikud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ttars001\Dropbox\20%20e-teenuse%20detailanal&#252;&#252;s%20ja%20kontseptsiooni%20v&#228;ljat&#246;&#246;tamine\01%20-%20&#220;ldised%20tulemid\20%20e-teenuse%20m&#245;&#245;dikud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ttars001\Dropbox\20%20e-teenuse%20detailanal&#252;&#252;s%20ja%20kontseptsiooni%20v&#228;ljat&#246;&#246;tamine\01%20-%20&#220;ldised%20tulemid\20%20e-teenuse%20m&#245;&#245;dikud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ttars001\Dropbox\20%20e-teenuse%20detailanal&#252;&#252;s%20ja%20kontseptsiooni%20v&#228;ljat&#246;&#246;tamine\01%20-%20&#220;ldised%20tulemid\20%20e-teenuse%20riskide%20hindamin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invertIfNegative val="0"/>
          <c:cat>
            <c:multiLvlStrRef>
              <c:f>'Mõõdikud täna'!$C$1:$V$20</c:f>
              <c:multiLvlStrCache>
                <c:ptCount val="180"/>
                <c:lvl>
                  <c:pt idx="0">
                    <c:v>Projekteerimistingimuste taotluse menetlemine</c:v>
                  </c:pt>
                  <c:pt idx="1">
                    <c:v>Kemikaalid-teabelehed</c:v>
                  </c:pt>
                  <c:pt idx="2">
                    <c:v>Teenuse avamine asutustele</c:v>
                  </c:pt>
                  <c:pt idx="3">
                    <c:v>Merel töötamise dokumentide väljastamine</c:v>
                  </c:pt>
                  <c:pt idx="4">
                    <c:v>Raudteerajatiste ehituslubade menetlemine</c:v>
                  </c:pt>
                  <c:pt idx="5">
                    <c:v>Laevakülastuse registreerimine</c:v>
                  </c:pt>
                  <c:pt idx="6">
                    <c:v>Ehitusloa taotluse menetlemine</c:v>
                  </c:pt>
                  <c:pt idx="7">
                    <c:v>Hinnavalemi ja soojuse piirhinna kooskõlastamine</c:v>
                  </c:pt>
                  <c:pt idx="8">
                    <c:v>Tuludeklaratsiooni esitamine</c:v>
                  </c:pt>
                  <c:pt idx="9">
                    <c:v>Kõrgehitiste ja -rajatiste kooskõlastamine</c:v>
                  </c:pt>
                  <c:pt idx="10">
                    <c:v>Majandustegevusteate esitamine kaubanduse valdkonnas tegutsemiseks</c:v>
                  </c:pt>
                  <c:pt idx="11">
                    <c:v>Muu ehitise kooskõlastamine (maaparandus)</c:v>
                  </c:pt>
                  <c:pt idx="12">
                    <c:v>Ettevõtte tunnustamine mahepõllumajanduses</c:v>
                  </c:pt>
                  <c:pt idx="13">
                    <c:v>Osa 66 lennundustehnilise töötaja loa taotlemine</c:v>
                  </c:pt>
                  <c:pt idx="14">
                    <c:v>Numbrimärkide tellimine ja hoiustamine</c:v>
                  </c:pt>
                  <c:pt idx="15">
                    <c:v>Piirangute seadmine</c:v>
                  </c:pt>
                  <c:pt idx="16">
                    <c:v>Eksamiaegade broneerimine</c:v>
                  </c:pt>
                  <c:pt idx="17">
                    <c:v>Proov-numbrimärgi logiraamat</c:v>
                  </c:pt>
                  <c:pt idx="18">
                    <c:v>Sõidukite registreerimise eelne dokumentide menetlemine (hinnalised sõidukid)</c:v>
                  </c:pt>
                  <c:pt idx="19">
                    <c:v>Maksuvõla ajatamine</c:v>
                  </c:pt>
                  <c:pt idx="28">
                    <c:v>√</c:v>
                  </c:pt>
                  <c:pt idx="30">
                    <c:v>√</c:v>
                  </c:pt>
                  <c:pt idx="33">
                    <c:v>√</c:v>
                  </c:pt>
                  <c:pt idx="36">
                    <c:v>√</c:v>
                  </c:pt>
                  <c:pt idx="38">
                    <c:v>√</c:v>
                  </c:pt>
                  <c:pt idx="39">
                    <c:v>√</c:v>
                  </c:pt>
                  <c:pt idx="48">
                    <c:v>√</c:v>
                  </c:pt>
                  <c:pt idx="51">
                    <c:v>√</c:v>
                  </c:pt>
                  <c:pt idx="52">
                    <c:v>√</c:v>
                  </c:pt>
                  <c:pt idx="54">
                    <c:v>√</c:v>
                  </c:pt>
                  <c:pt idx="55">
                    <c:v>√</c:v>
                  </c:pt>
                  <c:pt idx="56">
                    <c:v>√</c:v>
                  </c:pt>
                  <c:pt idx="57">
                    <c:v>√</c:v>
                  </c:pt>
                  <c:pt idx="58">
                    <c:v>√</c:v>
                  </c:pt>
                  <c:pt idx="59">
                    <c:v>√</c:v>
                  </c:pt>
                  <c:pt idx="67">
                    <c:v>√</c:v>
                  </c:pt>
                  <c:pt idx="68">
                    <c:v>√</c:v>
                  </c:pt>
                  <c:pt idx="70">
                    <c:v>√</c:v>
                  </c:pt>
                  <c:pt idx="71">
                    <c:v>√</c:v>
                  </c:pt>
                  <c:pt idx="72">
                    <c:v>√</c:v>
                  </c:pt>
                  <c:pt idx="73">
                    <c:v>√</c:v>
                  </c:pt>
                  <c:pt idx="74">
                    <c:v>√</c:v>
                  </c:pt>
                  <c:pt idx="75">
                    <c:v>√</c:v>
                  </c:pt>
                  <c:pt idx="76">
                    <c:v>√</c:v>
                  </c:pt>
                  <c:pt idx="77">
                    <c:v>√</c:v>
                  </c:pt>
                  <c:pt idx="78">
                    <c:v>√</c:v>
                  </c:pt>
                  <c:pt idx="79">
                    <c:v>√</c:v>
                  </c:pt>
                  <c:pt idx="87">
                    <c:v>√</c:v>
                  </c:pt>
                  <c:pt idx="88">
                    <c:v>√</c:v>
                  </c:pt>
                  <c:pt idx="89">
                    <c:v>√</c:v>
                  </c:pt>
                  <c:pt idx="90">
                    <c:v>√</c:v>
                  </c:pt>
                  <c:pt idx="91">
                    <c:v>√</c:v>
                  </c:pt>
                  <c:pt idx="92">
                    <c:v>√</c:v>
                  </c:pt>
                  <c:pt idx="93">
                    <c:v>√</c:v>
                  </c:pt>
                  <c:pt idx="94">
                    <c:v>√</c:v>
                  </c:pt>
                  <c:pt idx="95">
                    <c:v>√</c:v>
                  </c:pt>
                  <c:pt idx="96">
                    <c:v>√</c:v>
                  </c:pt>
                  <c:pt idx="97">
                    <c:v>√</c:v>
                  </c:pt>
                  <c:pt idx="98">
                    <c:v>√</c:v>
                  </c:pt>
                  <c:pt idx="99">
                    <c:v>√</c:v>
                  </c:pt>
                  <c:pt idx="104">
                    <c:v>√</c:v>
                  </c:pt>
                  <c:pt idx="109">
                    <c:v>√</c:v>
                  </c:pt>
                  <c:pt idx="110">
                    <c:v>√</c:v>
                  </c:pt>
                  <c:pt idx="111">
                    <c:v>√</c:v>
                  </c:pt>
                  <c:pt idx="112">
                    <c:v>√</c:v>
                  </c:pt>
                  <c:pt idx="113">
                    <c:v>√</c:v>
                  </c:pt>
                  <c:pt idx="114">
                    <c:v>√</c:v>
                  </c:pt>
                  <c:pt idx="115">
                    <c:v>√</c:v>
                  </c:pt>
                  <c:pt idx="116">
                    <c:v>√</c:v>
                  </c:pt>
                  <c:pt idx="117">
                    <c:v>√</c:v>
                  </c:pt>
                  <c:pt idx="118">
                    <c:v>√</c:v>
                  </c:pt>
                  <c:pt idx="119">
                    <c:v>√</c:v>
                  </c:pt>
                  <c:pt idx="122">
                    <c:v>√</c:v>
                  </c:pt>
                  <c:pt idx="123">
                    <c:v>√</c:v>
                  </c:pt>
                  <c:pt idx="124">
                    <c:v>√</c:v>
                  </c:pt>
                  <c:pt idx="125">
                    <c:v>√</c:v>
                  </c:pt>
                  <c:pt idx="126">
                    <c:v>√</c:v>
                  </c:pt>
                  <c:pt idx="129">
                    <c:v>√</c:v>
                  </c:pt>
                  <c:pt idx="130">
                    <c:v>√</c:v>
                  </c:pt>
                  <c:pt idx="131">
                    <c:v>√</c:v>
                  </c:pt>
                  <c:pt idx="132">
                    <c:v>√</c:v>
                  </c:pt>
                  <c:pt idx="133">
                    <c:v>√</c:v>
                  </c:pt>
                  <c:pt idx="134">
                    <c:v>√</c:v>
                  </c:pt>
                  <c:pt idx="135">
                    <c:v>√</c:v>
                  </c:pt>
                  <c:pt idx="136">
                    <c:v>√</c:v>
                  </c:pt>
                  <c:pt idx="137">
                    <c:v>√</c:v>
                  </c:pt>
                  <c:pt idx="138">
                    <c:v>√</c:v>
                  </c:pt>
                  <c:pt idx="139">
                    <c:v>√</c:v>
                  </c:pt>
                  <c:pt idx="140">
                    <c:v>√</c:v>
                  </c:pt>
                  <c:pt idx="142">
                    <c:v>√</c:v>
                  </c:pt>
                  <c:pt idx="143">
                    <c:v>√</c:v>
                  </c:pt>
                  <c:pt idx="144">
                    <c:v>√</c:v>
                  </c:pt>
                  <c:pt idx="145">
                    <c:v>√</c:v>
                  </c:pt>
                  <c:pt idx="146">
                    <c:v>√</c:v>
                  </c:pt>
                  <c:pt idx="147">
                    <c:v>√</c:v>
                  </c:pt>
                  <c:pt idx="149">
                    <c:v>√</c:v>
                  </c:pt>
                  <c:pt idx="150">
                    <c:v>√</c:v>
                  </c:pt>
                  <c:pt idx="151">
                    <c:v>√</c:v>
                  </c:pt>
                  <c:pt idx="152">
                    <c:v>√</c:v>
                  </c:pt>
                  <c:pt idx="153">
                    <c:v>√</c:v>
                  </c:pt>
                  <c:pt idx="154">
                    <c:v>√</c:v>
                  </c:pt>
                  <c:pt idx="155">
                    <c:v>√</c:v>
                  </c:pt>
                  <c:pt idx="156">
                    <c:v>√</c:v>
                  </c:pt>
                  <c:pt idx="157">
                    <c:v>√</c:v>
                  </c:pt>
                  <c:pt idx="158">
                    <c:v>√</c:v>
                  </c:pt>
                  <c:pt idx="159">
                    <c:v>√</c:v>
                  </c:pt>
                  <c:pt idx="161">
                    <c:v>√</c:v>
                  </c:pt>
                  <c:pt idx="162">
                    <c:v>√</c:v>
                  </c:pt>
                  <c:pt idx="163">
                    <c:v>√</c:v>
                  </c:pt>
                  <c:pt idx="164">
                    <c:v>√</c:v>
                  </c:pt>
                  <c:pt idx="165">
                    <c:v>√</c:v>
                  </c:pt>
                  <c:pt idx="166">
                    <c:v>√</c:v>
                  </c:pt>
                  <c:pt idx="167">
                    <c:v>√</c:v>
                  </c:pt>
                  <c:pt idx="168">
                    <c:v>√</c:v>
                  </c:pt>
                  <c:pt idx="169">
                    <c:v>√</c:v>
                  </c:pt>
                  <c:pt idx="170">
                    <c:v>√</c:v>
                  </c:pt>
                  <c:pt idx="171">
                    <c:v>√</c:v>
                  </c:pt>
                  <c:pt idx="172">
                    <c:v>√</c:v>
                  </c:pt>
                  <c:pt idx="173">
                    <c:v>√</c:v>
                  </c:pt>
                  <c:pt idx="174">
                    <c:v>√</c:v>
                  </c:pt>
                  <c:pt idx="175">
                    <c:v>√</c:v>
                  </c:pt>
                  <c:pt idx="176">
                    <c:v>√</c:v>
                  </c:pt>
                  <c:pt idx="177">
                    <c:v>√</c:v>
                  </c:pt>
                  <c:pt idx="178">
                    <c:v>√</c:v>
                  </c:pt>
                  <c:pt idx="179">
                    <c:v>√</c:v>
                  </c:pt>
                </c:lvl>
                <c:lvl>
                  <c:pt idx="34">
                    <c:v>√</c:v>
                  </c:pt>
                  <c:pt idx="35">
                    <c:v>√</c:v>
                  </c:pt>
                  <c:pt idx="36">
                    <c:v>√</c:v>
                  </c:pt>
                  <c:pt idx="37">
                    <c:v>√</c:v>
                  </c:pt>
                  <c:pt idx="38">
                    <c:v>√</c:v>
                  </c:pt>
                  <c:pt idx="39">
                    <c:v>√</c:v>
                  </c:pt>
                  <c:pt idx="45">
                    <c:v>√</c:v>
                  </c:pt>
                  <c:pt idx="49">
                    <c:v>√</c:v>
                  </c:pt>
                  <c:pt idx="54">
                    <c:v>√</c:v>
                  </c:pt>
                  <c:pt idx="55">
                    <c:v>√</c:v>
                  </c:pt>
                  <c:pt idx="57">
                    <c:v>√</c:v>
                  </c:pt>
                  <c:pt idx="58">
                    <c:v>√</c:v>
                  </c:pt>
                  <c:pt idx="59">
                    <c:v>√</c:v>
                  </c:pt>
                  <c:pt idx="61">
                    <c:v>√</c:v>
                  </c:pt>
                  <c:pt idx="66">
                    <c:v>√</c:v>
                  </c:pt>
                  <c:pt idx="67">
                    <c:v>√</c:v>
                  </c:pt>
                  <c:pt idx="73">
                    <c:v>√</c:v>
                  </c:pt>
                  <c:pt idx="74">
                    <c:v>√</c:v>
                  </c:pt>
                  <c:pt idx="75">
                    <c:v>√</c:v>
                  </c:pt>
                  <c:pt idx="76">
                    <c:v>√</c:v>
                  </c:pt>
                  <c:pt idx="77">
                    <c:v>√</c:v>
                  </c:pt>
                  <c:pt idx="78">
                    <c:v>√</c:v>
                  </c:pt>
                  <c:pt idx="79">
                    <c:v>√</c:v>
                  </c:pt>
                </c:lvl>
              </c:multiLvlStrCache>
            </c:multiLvlStrRef>
          </c:cat>
          <c:val>
            <c:numRef>
              <c:f>'Mõõdikud täna'!$C$21:$V$21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8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11</c:v>
                </c:pt>
                <c:pt idx="1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B-BA4C-8D19-D558E90B6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208251520"/>
        <c:axId val="34599296"/>
      </c:barChart>
      <c:catAx>
        <c:axId val="20825152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34599296"/>
        <c:crosses val="autoZero"/>
        <c:auto val="1"/>
        <c:lblAlgn val="ctr"/>
        <c:lblOffset val="100"/>
        <c:noMultiLvlLbl val="0"/>
      </c:catAx>
      <c:valAx>
        <c:axId val="34599296"/>
        <c:scaling>
          <c:orientation val="minMax"/>
          <c:max val="11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208251520"/>
        <c:crosses val="autoZero"/>
        <c:crossBetween val="between"/>
        <c:majorUnit val="1"/>
      </c:valAx>
    </c:plotArea>
    <c:plotVisOnly val="1"/>
    <c:dispBlanksAs val="gap"/>
    <c:showDLblsOverMax val="0"/>
  </c:chart>
  <c:txPr>
    <a:bodyPr/>
    <a:lstStyle/>
    <a:p>
      <a:pPr>
        <a:defRPr sz="900">
          <a:latin typeface="+mj-lt"/>
        </a:defRPr>
      </a:pPr>
      <a:endParaRPr lang="en-E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'Mõõdikud (analüüsiks)'!$W$1</c:f>
              <c:strCache>
                <c:ptCount val="1"/>
                <c:pt idx="0">
                  <c:v>Enim kasutatud mõõdikud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'Mõõdikud (analüüsiks)'!$B$2:$B$20</c:f>
              <c:strCache>
                <c:ptCount val="11"/>
                <c:pt idx="0">
                  <c:v>Mõjueesmärkide saavutamise määr</c:v>
                </c:pt>
                <c:pt idx="1">
                  <c:v>Teenuse kasutamise lihtsus</c:v>
                </c:pt>
                <c:pt idx="2">
                  <c:v>Teiste asutustega vahetatud dokumentide hulk</c:v>
                </c:pt>
                <c:pt idx="3">
                  <c:v>Halduskoormus: teenuse tarbimisele kulutatud aeg</c:v>
                </c:pt>
                <c:pt idx="4">
                  <c:v>Kasutajate arv sihtrühmade lõikes</c:v>
                </c:pt>
                <c:pt idx="5">
                  <c:v>Personalikulud </c:v>
                </c:pt>
                <c:pt idx="6">
                  <c:v>Keskmine ajakulu teenuse juhtumi kohta</c:v>
                </c:pt>
                <c:pt idx="7">
                  <c:v>Põhjendatud kaebuste arv</c:v>
                </c:pt>
                <c:pt idx="8">
                  <c:v>Teenuste eesmärkide kooskõla organisatsiooni eesmärkidega</c:v>
                </c:pt>
                <c:pt idx="9">
                  <c:v>Tehnoloogiline küpsus</c:v>
                </c:pt>
                <c:pt idx="10">
                  <c:v>Tegelik nõudlus</c:v>
                </c:pt>
              </c:strCache>
            </c:strRef>
          </c:cat>
          <c:val>
            <c:numRef>
              <c:f>'Mõõdikud (analüüsiks)'!$W$2:$W$20</c:f>
              <c:numCache>
                <c:formatCode>General</c:formatCode>
                <c:ptCount val="11"/>
                <c:pt idx="0">
                  <c:v>6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10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2B-2A45-BAA5-78D357EB7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404032"/>
        <c:axId val="35405824"/>
      </c:barChart>
      <c:catAx>
        <c:axId val="3540403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35405824"/>
        <c:crosses val="autoZero"/>
        <c:auto val="1"/>
        <c:lblAlgn val="ctr"/>
        <c:lblOffset val="100"/>
        <c:noMultiLvlLbl val="0"/>
      </c:catAx>
      <c:valAx>
        <c:axId val="35405824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354040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+mj-lt"/>
        </a:defRPr>
      </a:pPr>
      <a:endParaRPr lang="en-EE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'Mõõdikud tulevikus'!$B$21</c:f>
              <c:strCache>
                <c:ptCount val="1"/>
                <c:pt idx="0">
                  <c:v>Teenuse mõõdikud tulevikus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'Mõõdikud tulevikus'!$C$1:$V$1</c:f>
              <c:strCache>
                <c:ptCount val="20"/>
                <c:pt idx="0">
                  <c:v>Teenuse avamine asutustele</c:v>
                </c:pt>
                <c:pt idx="1">
                  <c:v>Tuludeklaratsiooni esitamine</c:v>
                </c:pt>
                <c:pt idx="2">
                  <c:v>Ettevõtte tunnustamine mahepõllumajanduses</c:v>
                </c:pt>
                <c:pt idx="3">
                  <c:v>Numbrimärkide tellimine ja hoiustamine</c:v>
                </c:pt>
                <c:pt idx="4">
                  <c:v>Piirangute seadmine</c:v>
                </c:pt>
                <c:pt idx="5">
                  <c:v>Sõidukite registreerimise eelne dokumentide menetlemine (hinnalised sõidukid)</c:v>
                </c:pt>
                <c:pt idx="6">
                  <c:v>Maksuvõla ajatamine</c:v>
                </c:pt>
                <c:pt idx="7">
                  <c:v>Majandustegevusteate esitamine kaubanduse valdkonnas tegutsemiseks</c:v>
                </c:pt>
                <c:pt idx="8">
                  <c:v>Muu ehitise kooskõlastamine (maaparandus)</c:v>
                </c:pt>
                <c:pt idx="9">
                  <c:v>Osa 66 lennundustehnilise töötaja loa taotlemine</c:v>
                </c:pt>
                <c:pt idx="10">
                  <c:v>Eksamiaegade broneerimine</c:v>
                </c:pt>
                <c:pt idx="11">
                  <c:v>Ehitusloa taotluse menetlemine</c:v>
                </c:pt>
                <c:pt idx="12">
                  <c:v>Hinnavalemi ja soojuse piirhinna kooskõlastamine</c:v>
                </c:pt>
                <c:pt idx="13">
                  <c:v>Kõrgehitiste ja -rajatiste kooskõlastamine</c:v>
                </c:pt>
                <c:pt idx="14">
                  <c:v>Proov-numbrimärgi logiraamat</c:v>
                </c:pt>
                <c:pt idx="15">
                  <c:v>Kemikaalid-teabelehed</c:v>
                </c:pt>
                <c:pt idx="16">
                  <c:v>Raudteerajatiste ehituslubade menetlemine</c:v>
                </c:pt>
                <c:pt idx="17">
                  <c:v>Merel töötamise dokumentide väljastamine</c:v>
                </c:pt>
                <c:pt idx="18">
                  <c:v>Laevakülastuse registreerimine</c:v>
                </c:pt>
                <c:pt idx="19">
                  <c:v>Projekteerimistingimuste taotluse menetlemine</c:v>
                </c:pt>
              </c:strCache>
            </c:strRef>
          </c:cat>
          <c:val>
            <c:numRef>
              <c:f>'Mõõdikud tulevikus'!$C$21:$V$21</c:f>
              <c:numCache>
                <c:formatCode>General</c:formatCode>
                <c:ptCount val="20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11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11</c:v>
                </c:pt>
                <c:pt idx="11">
                  <c:v>6</c:v>
                </c:pt>
                <c:pt idx="12">
                  <c:v>7</c:v>
                </c:pt>
                <c:pt idx="13">
                  <c:v>8</c:v>
                </c:pt>
                <c:pt idx="14">
                  <c:v>12</c:v>
                </c:pt>
                <c:pt idx="15">
                  <c:v>5</c:v>
                </c:pt>
                <c:pt idx="16">
                  <c:v>7</c:v>
                </c:pt>
                <c:pt idx="17">
                  <c:v>7</c:v>
                </c:pt>
                <c:pt idx="18">
                  <c:v>8</c:v>
                </c:pt>
                <c:pt idx="1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24-CD46-BD4F-B365B6CE6D61}"/>
            </c:ext>
          </c:extLst>
        </c:ser>
        <c:ser>
          <c:idx val="1"/>
          <c:order val="1"/>
          <c:tx>
            <c:strRef>
              <c:f>'Mõõdikud tulevikus'!$B$22</c:f>
              <c:strCache>
                <c:ptCount val="1"/>
                <c:pt idx="0">
                  <c:v>Teenuse mõõdikud hetkeseisus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'Mõõdikud tulevikus'!$C$1:$V$1</c:f>
              <c:strCache>
                <c:ptCount val="20"/>
                <c:pt idx="0">
                  <c:v>Teenuse avamine asutustele</c:v>
                </c:pt>
                <c:pt idx="1">
                  <c:v>Tuludeklaratsiooni esitamine</c:v>
                </c:pt>
                <c:pt idx="2">
                  <c:v>Ettevõtte tunnustamine mahepõllumajanduses</c:v>
                </c:pt>
                <c:pt idx="3">
                  <c:v>Numbrimärkide tellimine ja hoiustamine</c:v>
                </c:pt>
                <c:pt idx="4">
                  <c:v>Piirangute seadmine</c:v>
                </c:pt>
                <c:pt idx="5">
                  <c:v>Sõidukite registreerimise eelne dokumentide menetlemine (hinnalised sõidukid)</c:v>
                </c:pt>
                <c:pt idx="6">
                  <c:v>Maksuvõla ajatamine</c:v>
                </c:pt>
                <c:pt idx="7">
                  <c:v>Majandustegevusteate esitamine kaubanduse valdkonnas tegutsemiseks</c:v>
                </c:pt>
                <c:pt idx="8">
                  <c:v>Muu ehitise kooskõlastamine (maaparandus)</c:v>
                </c:pt>
                <c:pt idx="9">
                  <c:v>Osa 66 lennundustehnilise töötaja loa taotlemine</c:v>
                </c:pt>
                <c:pt idx="10">
                  <c:v>Eksamiaegade broneerimine</c:v>
                </c:pt>
                <c:pt idx="11">
                  <c:v>Ehitusloa taotluse menetlemine</c:v>
                </c:pt>
                <c:pt idx="12">
                  <c:v>Hinnavalemi ja soojuse piirhinna kooskõlastamine</c:v>
                </c:pt>
                <c:pt idx="13">
                  <c:v>Kõrgehitiste ja -rajatiste kooskõlastamine</c:v>
                </c:pt>
                <c:pt idx="14">
                  <c:v>Proov-numbrimärgi logiraamat</c:v>
                </c:pt>
                <c:pt idx="15">
                  <c:v>Kemikaalid-teabelehed</c:v>
                </c:pt>
                <c:pt idx="16">
                  <c:v>Raudteerajatiste ehituslubade menetlemine</c:v>
                </c:pt>
                <c:pt idx="17">
                  <c:v>Merel töötamise dokumentide väljastamine</c:v>
                </c:pt>
                <c:pt idx="18">
                  <c:v>Laevakülastuse registreerimine</c:v>
                </c:pt>
                <c:pt idx="19">
                  <c:v>Projekteerimistingimuste taotluse menetlemine</c:v>
                </c:pt>
              </c:strCache>
            </c:strRef>
          </c:cat>
          <c:val>
            <c:numRef>
              <c:f>'Mõõdikud tulevikus'!$C$22:$V$22</c:f>
              <c:numCache>
                <c:formatCode>General</c:formatCode>
                <c:ptCount val="20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10</c:v>
                </c:pt>
                <c:pt idx="5">
                  <c:v>11</c:v>
                </c:pt>
                <c:pt idx="6">
                  <c:v>11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4</c:v>
                </c:pt>
                <c:pt idx="12">
                  <c:v>5</c:v>
                </c:pt>
                <c:pt idx="13">
                  <c:v>6</c:v>
                </c:pt>
                <c:pt idx="14">
                  <c:v>10</c:v>
                </c:pt>
                <c:pt idx="15">
                  <c:v>2</c:v>
                </c:pt>
                <c:pt idx="16">
                  <c:v>4</c:v>
                </c:pt>
                <c:pt idx="17">
                  <c:v>3</c:v>
                </c:pt>
                <c:pt idx="18">
                  <c:v>4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24-CD46-BD4F-B365B6CE6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444992"/>
        <c:axId val="35446784"/>
      </c:barChart>
      <c:catAx>
        <c:axId val="3544499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35446784"/>
        <c:crosses val="autoZero"/>
        <c:auto val="1"/>
        <c:lblAlgn val="ctr"/>
        <c:lblOffset val="100"/>
        <c:noMultiLvlLbl val="0"/>
      </c:catAx>
      <c:valAx>
        <c:axId val="35446784"/>
        <c:scaling>
          <c:orientation val="minMax"/>
          <c:max val="11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35444992"/>
        <c:crosses val="autoZero"/>
        <c:crossBetween val="between"/>
        <c:majorUnit val="1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+mj-lt"/>
        </a:defRPr>
      </a:pPr>
      <a:endParaRPr lang="en-EE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'algandmed (analüüsiks)'!$BQ$3</c:f>
              <c:strCache>
                <c:ptCount val="1"/>
                <c:pt idx="0">
                  <c:v>Kõrge risk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'algandmed (analüüsiks)'!$B$4:$B$22</c:f>
              <c:strCache>
                <c:ptCount val="19"/>
                <c:pt idx="0">
                  <c:v>Ebapiisav infole juurdepääsu risk</c:v>
                </c:pt>
                <c:pt idx="1">
                  <c:v>Infole liiase juurdepääsu risk</c:v>
                </c:pt>
                <c:pt idx="2">
                  <c:v>Töökohtade kadumise risk</c:v>
                </c:pt>
                <c:pt idx="3">
                  <c:v>Protsesside keerukuse risk</c:v>
                </c:pt>
                <c:pt idx="4">
                  <c:v>Teenusedisaini kompetentside risk</c:v>
                </c:pt>
                <c:pt idx="5">
                  <c:v>Liigse info risk</c:v>
                </c:pt>
                <c:pt idx="6">
                  <c:v>Haldusalade ülesuse risk</c:v>
                </c:pt>
                <c:pt idx="7">
                  <c:v>Ühekordse teenusearenduse risk</c:v>
                </c:pt>
                <c:pt idx="8">
                  <c:v>Muudatuste juhtimise risk</c:v>
                </c:pt>
                <c:pt idx="9">
                  <c:v>Klientide rahulolu risk</c:v>
                </c:pt>
                <c:pt idx="10">
                  <c:v>Meeskonna komplekteerimise risk</c:v>
                </c:pt>
                <c:pt idx="11">
                  <c:v>Seadustest tulenev risk</c:v>
                </c:pt>
                <c:pt idx="12">
                  <c:v>Poliitiline risk</c:v>
                </c:pt>
                <c:pt idx="13">
                  <c:v>Infotehnoloogilise keskkonna risk</c:v>
                </c:pt>
                <c:pt idx="14">
                  <c:v>Persoonade risk</c:v>
                </c:pt>
                <c:pt idx="15">
                  <c:v>Tulemusmõõdikute risk</c:v>
                </c:pt>
                <c:pt idx="16">
                  <c:v>Informatsiooni kättesaadavuse risk</c:v>
                </c:pt>
                <c:pt idx="17">
                  <c:v>Piirangute aktsepteerimise risk</c:v>
                </c:pt>
                <c:pt idx="18">
                  <c:v>Ebapiisava rahastamise risk</c:v>
                </c:pt>
              </c:strCache>
            </c:strRef>
          </c:cat>
          <c:val>
            <c:numRef>
              <c:f>'algandmed (analüüsiks)'!$BQ$4:$BQ$22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9</c:v>
                </c:pt>
                <c:pt idx="15">
                  <c:v>10</c:v>
                </c:pt>
                <c:pt idx="16">
                  <c:v>11</c:v>
                </c:pt>
                <c:pt idx="17">
                  <c:v>12</c:v>
                </c:pt>
                <c:pt idx="1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0-8240-A54A-ACB32B248D77}"/>
            </c:ext>
          </c:extLst>
        </c:ser>
        <c:ser>
          <c:idx val="1"/>
          <c:order val="1"/>
          <c:tx>
            <c:strRef>
              <c:f>'algandmed (analüüsiks)'!$BR$3</c:f>
              <c:strCache>
                <c:ptCount val="1"/>
                <c:pt idx="0">
                  <c:v>Keskmine risk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'algandmed (analüüsiks)'!$B$4:$B$22</c:f>
              <c:strCache>
                <c:ptCount val="19"/>
                <c:pt idx="0">
                  <c:v>Ebapiisav infole juurdepääsu risk</c:v>
                </c:pt>
                <c:pt idx="1">
                  <c:v>Infole liiase juurdepääsu risk</c:v>
                </c:pt>
                <c:pt idx="2">
                  <c:v>Töökohtade kadumise risk</c:v>
                </c:pt>
                <c:pt idx="3">
                  <c:v>Protsesside keerukuse risk</c:v>
                </c:pt>
                <c:pt idx="4">
                  <c:v>Teenusedisaini kompetentside risk</c:v>
                </c:pt>
                <c:pt idx="5">
                  <c:v>Liigse info risk</c:v>
                </c:pt>
                <c:pt idx="6">
                  <c:v>Haldusalade ülesuse risk</c:v>
                </c:pt>
                <c:pt idx="7">
                  <c:v>Ühekordse teenusearenduse risk</c:v>
                </c:pt>
                <c:pt idx="8">
                  <c:v>Muudatuste juhtimise risk</c:v>
                </c:pt>
                <c:pt idx="9">
                  <c:v>Klientide rahulolu risk</c:v>
                </c:pt>
                <c:pt idx="10">
                  <c:v>Meeskonna komplekteerimise risk</c:v>
                </c:pt>
                <c:pt idx="11">
                  <c:v>Seadustest tulenev risk</c:v>
                </c:pt>
                <c:pt idx="12">
                  <c:v>Poliitiline risk</c:v>
                </c:pt>
                <c:pt idx="13">
                  <c:v>Infotehnoloogilise keskkonna risk</c:v>
                </c:pt>
                <c:pt idx="14">
                  <c:v>Persoonade risk</c:v>
                </c:pt>
                <c:pt idx="15">
                  <c:v>Tulemusmõõdikute risk</c:v>
                </c:pt>
                <c:pt idx="16">
                  <c:v>Informatsiooni kättesaadavuse risk</c:v>
                </c:pt>
                <c:pt idx="17">
                  <c:v>Piirangute aktsepteerimise risk</c:v>
                </c:pt>
                <c:pt idx="18">
                  <c:v>Ebapiisava rahastamise risk</c:v>
                </c:pt>
              </c:strCache>
            </c:strRef>
          </c:cat>
          <c:val>
            <c:numRef>
              <c:f>'algandmed (analüüsiks)'!$BR$4:$BR$22</c:f>
              <c:numCache>
                <c:formatCode>General</c:formatCode>
                <c:ptCount val="19"/>
                <c:pt idx="0">
                  <c:v>3</c:v>
                </c:pt>
                <c:pt idx="1">
                  <c:v>8</c:v>
                </c:pt>
                <c:pt idx="2">
                  <c:v>5</c:v>
                </c:pt>
                <c:pt idx="3">
                  <c:v>9</c:v>
                </c:pt>
                <c:pt idx="4">
                  <c:v>13</c:v>
                </c:pt>
                <c:pt idx="5">
                  <c:v>3</c:v>
                </c:pt>
                <c:pt idx="6">
                  <c:v>2</c:v>
                </c:pt>
                <c:pt idx="7">
                  <c:v>5</c:v>
                </c:pt>
                <c:pt idx="8">
                  <c:v>7</c:v>
                </c:pt>
                <c:pt idx="9">
                  <c:v>9</c:v>
                </c:pt>
                <c:pt idx="10">
                  <c:v>3</c:v>
                </c:pt>
                <c:pt idx="11">
                  <c:v>1</c:v>
                </c:pt>
                <c:pt idx="12">
                  <c:v>4</c:v>
                </c:pt>
                <c:pt idx="13">
                  <c:v>6</c:v>
                </c:pt>
                <c:pt idx="14">
                  <c:v>5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00-8240-A54A-ACB32B248D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5106176"/>
        <c:axId val="35107968"/>
      </c:barChart>
      <c:catAx>
        <c:axId val="3510617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35107968"/>
        <c:crosses val="autoZero"/>
        <c:auto val="1"/>
        <c:lblAlgn val="ctr"/>
        <c:lblOffset val="100"/>
        <c:noMultiLvlLbl val="0"/>
      </c:catAx>
      <c:valAx>
        <c:axId val="3510796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3510617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>
          <a:latin typeface="+mj-lt"/>
        </a:defRPr>
      </a:pPr>
      <a:endParaRPr lang="en-EE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088C6-6887-4F90-8EF6-A325888B7215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</dgm:pt>
    <dgm:pt modelId="{7EFB5450-D8F4-4A37-9355-A7564EC0B303}">
      <dgm:prSet phldrT="[Text]"/>
      <dgm:spPr/>
      <dgm:t>
        <a:bodyPr/>
        <a:lstStyle/>
        <a:p>
          <a:r>
            <a:rPr lang="en-US" noProof="0" dirty="0">
              <a:effectLst/>
              <a:latin typeface="+mj-lt"/>
            </a:rPr>
            <a:t>Civil Aviation Administration</a:t>
          </a:r>
          <a:r>
            <a:rPr lang="et-EE" dirty="0">
              <a:latin typeface="+mj-lt"/>
            </a:rPr>
            <a:t> – </a:t>
          </a:r>
          <a:br>
            <a:rPr lang="et-EE" dirty="0">
              <a:latin typeface="+mj-lt"/>
            </a:rPr>
          </a:br>
          <a:r>
            <a:rPr lang="en-US" noProof="0" dirty="0">
              <a:effectLst/>
              <a:latin typeface="+mj-lt"/>
            </a:rPr>
            <a:t>Application for Part-66 aero technical employee license </a:t>
          </a:r>
          <a:endParaRPr lang="et-EE" dirty="0"/>
        </a:p>
      </dgm:t>
    </dgm:pt>
    <dgm:pt modelId="{6AFCBB51-4684-4A14-A8B5-C9226E397F3C}" type="parTrans" cxnId="{5F990269-D9C4-498B-83CC-9DC3621AB4E5}">
      <dgm:prSet/>
      <dgm:spPr/>
      <dgm:t>
        <a:bodyPr/>
        <a:lstStyle/>
        <a:p>
          <a:endParaRPr lang="et-EE"/>
        </a:p>
      </dgm:t>
    </dgm:pt>
    <dgm:pt modelId="{64EF328A-272D-4EBA-9331-020B1BC699C4}" type="sibTrans" cxnId="{5F990269-D9C4-498B-83CC-9DC3621AB4E5}">
      <dgm:prSet/>
      <dgm:spPr/>
      <dgm:t>
        <a:bodyPr/>
        <a:lstStyle/>
        <a:p>
          <a:endParaRPr lang="et-EE"/>
        </a:p>
      </dgm:t>
    </dgm:pt>
    <dgm:pt modelId="{1BC4C7BE-2BDE-4A7F-BD8E-E86F574AD1CA}">
      <dgm:prSet phldrT="[Text]"/>
      <dgm:spPr/>
      <dgm:t>
        <a:bodyPr/>
        <a:lstStyle/>
        <a:p>
          <a:r>
            <a:rPr lang="en-US" noProof="0" dirty="0">
              <a:effectLst/>
              <a:latin typeface="+mj-lt"/>
            </a:rPr>
            <a:t>Maritime Administration </a:t>
          </a:r>
          <a:r>
            <a:rPr lang="et-EE" noProof="0" dirty="0">
              <a:effectLst/>
              <a:latin typeface="+mj-lt"/>
            </a:rPr>
            <a:t>- </a:t>
          </a:r>
          <a:r>
            <a:rPr lang="en-US" noProof="0" dirty="0">
              <a:effectLst/>
              <a:latin typeface="+mj-lt"/>
            </a:rPr>
            <a:t>Issue of documents  for working at</a:t>
          </a:r>
          <a:r>
            <a:rPr lang="en-US" baseline="0" noProof="0" dirty="0">
              <a:effectLst/>
              <a:latin typeface="+mj-lt"/>
            </a:rPr>
            <a:t> </a:t>
          </a:r>
          <a:r>
            <a:rPr lang="en-US" noProof="0" dirty="0">
              <a:effectLst/>
              <a:latin typeface="+mj-lt"/>
            </a:rPr>
            <a:t>sea </a:t>
          </a:r>
          <a:endParaRPr lang="et-EE" dirty="0"/>
        </a:p>
      </dgm:t>
    </dgm:pt>
    <dgm:pt modelId="{0E11E545-BE7E-4E81-BC07-41769AEF9E9C}" type="parTrans" cxnId="{A857641F-E8C3-49F2-ACC7-D1E211EF625D}">
      <dgm:prSet/>
      <dgm:spPr/>
      <dgm:t>
        <a:bodyPr/>
        <a:lstStyle/>
        <a:p>
          <a:endParaRPr lang="et-EE"/>
        </a:p>
      </dgm:t>
    </dgm:pt>
    <dgm:pt modelId="{EE281E37-FFC7-4622-A9C0-75FF5BD25AC5}" type="sibTrans" cxnId="{A857641F-E8C3-49F2-ACC7-D1E211EF625D}">
      <dgm:prSet/>
      <dgm:spPr/>
      <dgm:t>
        <a:bodyPr/>
        <a:lstStyle/>
        <a:p>
          <a:endParaRPr lang="et-EE"/>
        </a:p>
      </dgm:t>
    </dgm:pt>
    <dgm:pt modelId="{21594E48-17E9-4076-8DE8-D00FDDCF1CE7}" type="pres">
      <dgm:prSet presAssocID="{E47088C6-6887-4F90-8EF6-A325888B7215}" presName="linearFlow" presStyleCnt="0">
        <dgm:presLayoutVars>
          <dgm:dir/>
          <dgm:resizeHandles val="exact"/>
        </dgm:presLayoutVars>
      </dgm:prSet>
      <dgm:spPr/>
    </dgm:pt>
    <dgm:pt modelId="{6576A305-FEC5-4AD8-BBD8-DE8942D249AB}" type="pres">
      <dgm:prSet presAssocID="{7EFB5450-D8F4-4A37-9355-A7564EC0B303}" presName="node" presStyleLbl="node1" presStyleIdx="0" presStyleCnt="2">
        <dgm:presLayoutVars>
          <dgm:bulletEnabled val="1"/>
        </dgm:presLayoutVars>
      </dgm:prSet>
      <dgm:spPr/>
    </dgm:pt>
    <dgm:pt modelId="{81E3FEBB-170A-4B25-8328-7DFDF53E9BAB}" type="pres">
      <dgm:prSet presAssocID="{64EF328A-272D-4EBA-9331-020B1BC699C4}" presName="spacerL" presStyleCnt="0"/>
      <dgm:spPr/>
    </dgm:pt>
    <dgm:pt modelId="{0E4D174D-3633-4313-B173-654A66FB22BD}" type="pres">
      <dgm:prSet presAssocID="{64EF328A-272D-4EBA-9331-020B1BC699C4}" presName="sibTrans" presStyleLbl="sibTrans2D1" presStyleIdx="0" presStyleCnt="1"/>
      <dgm:spPr/>
    </dgm:pt>
    <dgm:pt modelId="{AE2C0979-13F0-489B-9747-7929701C312F}" type="pres">
      <dgm:prSet presAssocID="{64EF328A-272D-4EBA-9331-020B1BC699C4}" presName="spacerR" presStyleCnt="0"/>
      <dgm:spPr/>
    </dgm:pt>
    <dgm:pt modelId="{1C86DCDA-175E-46DA-B893-5BFB37942F36}" type="pres">
      <dgm:prSet presAssocID="{1BC4C7BE-2BDE-4A7F-BD8E-E86F574AD1CA}" presName="node" presStyleLbl="node1" presStyleIdx="1" presStyleCnt="2">
        <dgm:presLayoutVars>
          <dgm:bulletEnabled val="1"/>
        </dgm:presLayoutVars>
      </dgm:prSet>
      <dgm:spPr/>
    </dgm:pt>
  </dgm:ptLst>
  <dgm:cxnLst>
    <dgm:cxn modelId="{A857641F-E8C3-49F2-ACC7-D1E211EF625D}" srcId="{E47088C6-6887-4F90-8EF6-A325888B7215}" destId="{1BC4C7BE-2BDE-4A7F-BD8E-E86F574AD1CA}" srcOrd="1" destOrd="0" parTransId="{0E11E545-BE7E-4E81-BC07-41769AEF9E9C}" sibTransId="{EE281E37-FFC7-4622-A9C0-75FF5BD25AC5}"/>
    <dgm:cxn modelId="{65AFBD48-A5AE-4A25-8DD9-5D048B4F66AA}" type="presOf" srcId="{64EF328A-272D-4EBA-9331-020B1BC699C4}" destId="{0E4D174D-3633-4313-B173-654A66FB22BD}" srcOrd="0" destOrd="0" presId="urn:microsoft.com/office/officeart/2005/8/layout/equation1"/>
    <dgm:cxn modelId="{C08FE862-E18F-4501-A711-134B319D93A5}" type="presOf" srcId="{1BC4C7BE-2BDE-4A7F-BD8E-E86F574AD1CA}" destId="{1C86DCDA-175E-46DA-B893-5BFB37942F36}" srcOrd="0" destOrd="0" presId="urn:microsoft.com/office/officeart/2005/8/layout/equation1"/>
    <dgm:cxn modelId="{5F990269-D9C4-498B-83CC-9DC3621AB4E5}" srcId="{E47088C6-6887-4F90-8EF6-A325888B7215}" destId="{7EFB5450-D8F4-4A37-9355-A7564EC0B303}" srcOrd="0" destOrd="0" parTransId="{6AFCBB51-4684-4A14-A8B5-C9226E397F3C}" sibTransId="{64EF328A-272D-4EBA-9331-020B1BC699C4}"/>
    <dgm:cxn modelId="{E25333C8-1FD6-494D-8469-3DE7578DD9E0}" type="presOf" srcId="{E47088C6-6887-4F90-8EF6-A325888B7215}" destId="{21594E48-17E9-4076-8DE8-D00FDDCF1CE7}" srcOrd="0" destOrd="0" presId="urn:microsoft.com/office/officeart/2005/8/layout/equation1"/>
    <dgm:cxn modelId="{F1D9EEEE-6C02-4356-A522-92D757A1595E}" type="presOf" srcId="{7EFB5450-D8F4-4A37-9355-A7564EC0B303}" destId="{6576A305-FEC5-4AD8-BBD8-DE8942D249AB}" srcOrd="0" destOrd="0" presId="urn:microsoft.com/office/officeart/2005/8/layout/equation1"/>
    <dgm:cxn modelId="{5C769B7B-9B3C-4185-9D6E-BEB91A35250D}" type="presParOf" srcId="{21594E48-17E9-4076-8DE8-D00FDDCF1CE7}" destId="{6576A305-FEC5-4AD8-BBD8-DE8942D249AB}" srcOrd="0" destOrd="0" presId="urn:microsoft.com/office/officeart/2005/8/layout/equation1"/>
    <dgm:cxn modelId="{4DF4D479-B94C-4616-88C6-4917021DAEEC}" type="presParOf" srcId="{21594E48-17E9-4076-8DE8-D00FDDCF1CE7}" destId="{81E3FEBB-170A-4B25-8328-7DFDF53E9BAB}" srcOrd="1" destOrd="0" presId="urn:microsoft.com/office/officeart/2005/8/layout/equation1"/>
    <dgm:cxn modelId="{DC47FBC6-D948-4A4D-BC26-1F433A9E350C}" type="presParOf" srcId="{21594E48-17E9-4076-8DE8-D00FDDCF1CE7}" destId="{0E4D174D-3633-4313-B173-654A66FB22BD}" srcOrd="2" destOrd="0" presId="urn:microsoft.com/office/officeart/2005/8/layout/equation1"/>
    <dgm:cxn modelId="{B348E5C4-174C-448E-B37F-FDE082B4FB5C}" type="presParOf" srcId="{21594E48-17E9-4076-8DE8-D00FDDCF1CE7}" destId="{AE2C0979-13F0-489B-9747-7929701C312F}" srcOrd="3" destOrd="0" presId="urn:microsoft.com/office/officeart/2005/8/layout/equation1"/>
    <dgm:cxn modelId="{E9B8FED5-A1A9-4987-B0F2-2B16C019FCA6}" type="presParOf" srcId="{21594E48-17E9-4076-8DE8-D00FDDCF1CE7}" destId="{1C86DCDA-175E-46DA-B893-5BFB37942F36}" srcOrd="4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6D24BD-7A21-4BD3-97F9-93EC1074844F}" type="doc">
      <dgm:prSet loTypeId="urn:microsoft.com/office/officeart/2005/8/layout/hierarchy5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t-EE"/>
        </a:p>
      </dgm:t>
    </dgm:pt>
    <dgm:pt modelId="{913FBE42-337E-408C-84B4-72853D5AEAD0}">
      <dgm:prSet phldrT="[Text]"/>
      <dgm:spPr/>
      <dgm:t>
        <a:bodyPr/>
        <a:lstStyle/>
        <a:p>
          <a:r>
            <a:rPr lang="et-EE" dirty="0">
              <a:latin typeface="+mj-lt"/>
            </a:rPr>
            <a:t>MEAC – </a:t>
          </a:r>
          <a:r>
            <a:rPr lang="en-US" noProof="0" dirty="0">
              <a:effectLst/>
              <a:latin typeface="+mj-lt"/>
            </a:rPr>
            <a:t>Proceeding application</a:t>
          </a:r>
          <a:r>
            <a:rPr lang="en-US" baseline="0" noProof="0" dirty="0">
              <a:effectLst/>
              <a:latin typeface="+mj-lt"/>
            </a:rPr>
            <a:t> for terms of </a:t>
          </a:r>
          <a:r>
            <a:rPr lang="en-US" noProof="0" dirty="0">
              <a:effectLst/>
              <a:latin typeface="+mj-lt"/>
            </a:rPr>
            <a:t>engineering</a:t>
          </a:r>
          <a:endParaRPr lang="et-EE" dirty="0">
            <a:latin typeface="+mj-lt"/>
          </a:endParaRPr>
        </a:p>
      </dgm:t>
    </dgm:pt>
    <dgm:pt modelId="{8AC1D79F-0EE4-4318-86CE-6B7452B90DEE}" type="parTrans" cxnId="{BF0E768C-1603-47F4-80F3-9DAAC600FC86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F683F6D0-E87B-4076-959A-62B5B1961E6D}" type="sibTrans" cxnId="{BF0E768C-1603-47F4-80F3-9DAAC600FC86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A64EB8C9-25AF-4C51-9BCA-8FCFE6F1539D}">
      <dgm:prSet phldrT="[Text]"/>
      <dgm:spPr/>
      <dgm:t>
        <a:bodyPr/>
        <a:lstStyle/>
        <a:p>
          <a:r>
            <a:rPr lang="et-EE" dirty="0">
              <a:latin typeface="+mj-lt"/>
            </a:rPr>
            <a:t>MEAC – </a:t>
          </a:r>
          <a:r>
            <a:rPr lang="en-US" noProof="0" dirty="0">
              <a:effectLst/>
              <a:latin typeface="+mj-lt"/>
            </a:rPr>
            <a:t>Proceeding  application for </a:t>
          </a:r>
          <a:r>
            <a:rPr lang="en-US" baseline="0" noProof="0" dirty="0">
              <a:effectLst/>
              <a:latin typeface="+mj-lt"/>
            </a:rPr>
            <a:t> building permit </a:t>
          </a:r>
          <a:endParaRPr lang="et-EE" dirty="0">
            <a:latin typeface="+mj-lt"/>
          </a:endParaRPr>
        </a:p>
      </dgm:t>
    </dgm:pt>
    <dgm:pt modelId="{4C73EEFC-E7B7-4696-A01C-3D451DE2DCAC}" type="parTrans" cxnId="{BD49E57C-B261-4F27-9680-3C672D76DECF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D7A33711-B826-4CB0-9A83-728E6C1D80FF}" type="sibTrans" cxnId="{BD49E57C-B261-4F27-9680-3C672D76DECF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1DD961E-CAD1-4EAD-A024-0B2099D73E12}">
      <dgm:prSet phldrT="[Text]"/>
      <dgm:spPr/>
      <dgm:t>
        <a:bodyPr/>
        <a:lstStyle/>
        <a:p>
          <a:r>
            <a:rPr lang="en-US" noProof="0" dirty="0">
              <a:effectLst/>
              <a:latin typeface="+mj-lt"/>
            </a:rPr>
            <a:t>Civil Aviation Administration</a:t>
          </a:r>
          <a:r>
            <a:rPr lang="et-EE" dirty="0">
              <a:latin typeface="+mj-lt"/>
            </a:rPr>
            <a:t> – </a:t>
          </a:r>
          <a:r>
            <a:rPr lang="en-US" noProof="0" dirty="0">
              <a:effectLst/>
              <a:latin typeface="+mj-lt"/>
            </a:rPr>
            <a:t>Coordination of high-rise buildings and -facilities</a:t>
          </a:r>
          <a:endParaRPr lang="et-EE" dirty="0">
            <a:latin typeface="+mj-lt"/>
          </a:endParaRPr>
        </a:p>
      </dgm:t>
    </dgm:pt>
    <dgm:pt modelId="{A6C0895D-0487-4B00-B6DF-A55735992DE6}" type="parTrans" cxnId="{B847ED8A-1775-4F4A-A36E-BBDA00C0AEB1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6CAC4618-F08F-4367-ACCB-A7F5B6E079EF}" type="sibTrans" cxnId="{B847ED8A-1775-4F4A-A36E-BBDA00C0AEB1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0632D2A5-AE25-4E1E-9FBE-9573675FC394}">
      <dgm:prSet phldrT="[Text]"/>
      <dgm:spPr/>
      <dgm:t>
        <a:bodyPr/>
        <a:lstStyle/>
        <a:p>
          <a:r>
            <a:rPr lang="en-US" noProof="0" dirty="0">
              <a:latin typeface="+mj-lt"/>
            </a:rPr>
            <a:t>Proceeding applications for terms of engineering</a:t>
          </a:r>
        </a:p>
      </dgm:t>
    </dgm:pt>
    <dgm:pt modelId="{E3037BA5-FB40-446B-A027-EBEEC6E33759}" type="parTrans" cxnId="{6FE92566-8194-488C-96D1-103EFB467789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485626EB-ED71-4E44-BE58-158948404E38}" type="sibTrans" cxnId="{6FE92566-8194-488C-96D1-103EFB467789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36731C6A-14CB-49F6-9800-D7EB7B96AA50}">
      <dgm:prSet phldrT="[Text]"/>
      <dgm:spPr/>
      <dgm:t>
        <a:bodyPr/>
        <a:lstStyle/>
        <a:p>
          <a:r>
            <a:rPr lang="en-US" noProof="0" dirty="0">
              <a:latin typeface="+mj-lt"/>
            </a:rPr>
            <a:t>Processing of building permit</a:t>
          </a:r>
        </a:p>
      </dgm:t>
    </dgm:pt>
    <dgm:pt modelId="{7D8E726B-9E83-4DFA-BC8D-6D0372F5A0CC}" type="parTrans" cxnId="{C2751DA1-7A0D-4C32-AF0C-AD16FAC4F8E5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504C627-7672-4311-8DCC-D3DB178BA497}" type="sibTrans" cxnId="{C2751DA1-7A0D-4C32-AF0C-AD16FAC4F8E5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12E40CE-E979-4CAE-8A14-EF9FCCD21F28}">
      <dgm:prSet phldrT="[Text]"/>
      <dgm:spPr/>
      <dgm:t>
        <a:bodyPr/>
        <a:lstStyle/>
        <a:p>
          <a:r>
            <a:rPr lang="en-US" noProof="0" dirty="0">
              <a:latin typeface="+mj-lt"/>
            </a:rPr>
            <a:t>Getting approvals</a:t>
          </a:r>
        </a:p>
      </dgm:t>
    </dgm:pt>
    <dgm:pt modelId="{913742FA-AC83-48B8-8CE0-4B2F74D61F12}" type="parTrans" cxnId="{40BE46AA-AE61-46FA-B81E-AA04451420AA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8D492901-B903-41D0-ABEE-B9ECD88E7F2A}" type="sibTrans" cxnId="{40BE46AA-AE61-46FA-B81E-AA04451420AA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2ACB2704-BFC3-44BA-BB23-3FC5EEE739F0}">
      <dgm:prSet phldrT="[Text]"/>
      <dgm:spPr/>
      <dgm:t>
        <a:bodyPr/>
        <a:lstStyle/>
        <a:p>
          <a:r>
            <a:rPr lang="et-EE" dirty="0">
              <a:latin typeface="+mj-lt"/>
            </a:rPr>
            <a:t>TSA – </a:t>
          </a:r>
          <a:r>
            <a:rPr lang="en-US" noProof="0" dirty="0">
              <a:effectLst/>
              <a:latin typeface="+mj-lt"/>
            </a:rPr>
            <a:t>Proceeding building</a:t>
          </a:r>
          <a:r>
            <a:rPr lang="en-US" baseline="0" noProof="0" dirty="0">
              <a:effectLst/>
              <a:latin typeface="+mj-lt"/>
            </a:rPr>
            <a:t> permits </a:t>
          </a:r>
          <a:r>
            <a:rPr lang="et-EE" baseline="0" noProof="0" dirty="0">
              <a:effectLst/>
              <a:latin typeface="+mj-lt"/>
            </a:rPr>
            <a:t>(</a:t>
          </a:r>
          <a:r>
            <a:rPr lang="en-US" baseline="0" noProof="0" dirty="0">
              <a:effectLst/>
              <a:latin typeface="+mj-lt"/>
            </a:rPr>
            <a:t>railway facilities</a:t>
          </a:r>
          <a:r>
            <a:rPr lang="et-EE" baseline="0" noProof="0" dirty="0">
              <a:effectLst/>
              <a:latin typeface="+mj-lt"/>
            </a:rPr>
            <a:t>, </a:t>
          </a:r>
          <a:r>
            <a:rPr lang="en-US" baseline="0" noProof="0" dirty="0">
              <a:effectLst/>
              <a:latin typeface="+mj-lt"/>
            </a:rPr>
            <a:t>building into water</a:t>
          </a:r>
          <a:r>
            <a:rPr lang="et-EE" dirty="0">
              <a:latin typeface="+mj-lt"/>
            </a:rPr>
            <a:t>)</a:t>
          </a:r>
        </a:p>
      </dgm:t>
    </dgm:pt>
    <dgm:pt modelId="{86A6F287-F857-4DE4-8963-990120071F9F}" type="sibTrans" cxnId="{B1D92FF3-F3CE-41AE-82CF-155DF11CC90C}">
      <dgm:prSet/>
      <dgm:spPr/>
      <dgm:t>
        <a:bodyPr/>
        <a:lstStyle/>
        <a:p>
          <a:endParaRPr lang="et-EE"/>
        </a:p>
      </dgm:t>
    </dgm:pt>
    <dgm:pt modelId="{25949E74-3C17-46AA-A795-0A3249452422}" type="parTrans" cxnId="{B1D92FF3-F3CE-41AE-82CF-155DF11CC90C}">
      <dgm:prSet/>
      <dgm:spPr/>
      <dgm:t>
        <a:bodyPr/>
        <a:lstStyle/>
        <a:p>
          <a:endParaRPr lang="et-EE"/>
        </a:p>
      </dgm:t>
    </dgm:pt>
    <dgm:pt modelId="{82BADBD1-AFC4-403B-BB26-FA33EABA1BCE}">
      <dgm:prSet phldrT="[Text]"/>
      <dgm:spPr/>
      <dgm:t>
        <a:bodyPr/>
        <a:lstStyle/>
        <a:p>
          <a:r>
            <a:rPr lang="en-US" noProof="0" dirty="0">
              <a:effectLst/>
              <a:latin typeface="+mj-lt"/>
            </a:rPr>
            <a:t>Agricultural Board </a:t>
          </a:r>
          <a:r>
            <a:rPr lang="et-EE" dirty="0">
              <a:latin typeface="+mj-lt"/>
            </a:rPr>
            <a:t> – </a:t>
          </a:r>
          <a:r>
            <a:rPr lang="en-US" noProof="0" dirty="0">
              <a:effectLst/>
              <a:latin typeface="+mj-lt"/>
            </a:rPr>
            <a:t>Coordination </a:t>
          </a:r>
          <a:r>
            <a:rPr lang="et-EE" noProof="0" dirty="0" err="1">
              <a:effectLst/>
              <a:latin typeface="+mj-lt"/>
            </a:rPr>
            <a:t>with</a:t>
          </a:r>
          <a:r>
            <a:rPr lang="et-EE" baseline="0" noProof="0" dirty="0">
              <a:effectLst/>
              <a:latin typeface="+mj-lt"/>
            </a:rPr>
            <a:t> </a:t>
          </a:r>
          <a:r>
            <a:rPr lang="en-US" noProof="0" dirty="0">
              <a:effectLst/>
              <a:latin typeface="+mj-lt"/>
            </a:rPr>
            <a:t> other  building  (land improvement)</a:t>
          </a:r>
          <a:endParaRPr lang="et-EE" dirty="0">
            <a:latin typeface="+mj-lt"/>
          </a:endParaRPr>
        </a:p>
      </dgm:t>
    </dgm:pt>
    <dgm:pt modelId="{22E0B8A9-5171-4BE1-B90C-EABC6BA46FD4}" type="parTrans" cxnId="{1F6BD28F-6990-4824-A6B0-7A453AC944E2}">
      <dgm:prSet/>
      <dgm:spPr/>
      <dgm:t>
        <a:bodyPr/>
        <a:lstStyle/>
        <a:p>
          <a:endParaRPr lang="et-EE"/>
        </a:p>
      </dgm:t>
    </dgm:pt>
    <dgm:pt modelId="{20647ED7-B41F-43E7-BA52-14CED7DD6C36}" type="sibTrans" cxnId="{1F6BD28F-6990-4824-A6B0-7A453AC944E2}">
      <dgm:prSet/>
      <dgm:spPr/>
      <dgm:t>
        <a:bodyPr/>
        <a:lstStyle/>
        <a:p>
          <a:endParaRPr lang="et-EE"/>
        </a:p>
      </dgm:t>
    </dgm:pt>
    <dgm:pt modelId="{DAADFD03-14AC-4F32-A719-51B5AD86BACF}" type="pres">
      <dgm:prSet presAssocID="{056D24BD-7A21-4BD3-97F9-93EC1074844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F8EDB13-41B6-43F1-92F8-2EA668D5526F}" type="pres">
      <dgm:prSet presAssocID="{056D24BD-7A21-4BD3-97F9-93EC1074844F}" presName="hierFlow" presStyleCnt="0"/>
      <dgm:spPr/>
    </dgm:pt>
    <dgm:pt modelId="{099F7753-81F6-4651-8FF8-80DB0F160C93}" type="pres">
      <dgm:prSet presAssocID="{056D24BD-7A21-4BD3-97F9-93EC1074844F}" presName="firstBuf" presStyleCnt="0"/>
      <dgm:spPr/>
    </dgm:pt>
    <dgm:pt modelId="{FB12D809-9DEB-46E6-9765-71EA7DF83AA3}" type="pres">
      <dgm:prSet presAssocID="{056D24BD-7A21-4BD3-97F9-93EC1074844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D7CE95C-D827-415D-85BF-AC7782C80103}" type="pres">
      <dgm:prSet presAssocID="{913FBE42-337E-408C-84B4-72853D5AEAD0}" presName="Name17" presStyleCnt="0"/>
      <dgm:spPr/>
    </dgm:pt>
    <dgm:pt modelId="{C074B886-508C-46D0-A38F-AEB52C55BAD8}" type="pres">
      <dgm:prSet presAssocID="{913FBE42-337E-408C-84B4-72853D5AEAD0}" presName="level1Shape" presStyleLbl="node0" presStyleIdx="0" presStyleCnt="1">
        <dgm:presLayoutVars>
          <dgm:chPref val="3"/>
        </dgm:presLayoutVars>
      </dgm:prSet>
      <dgm:spPr/>
    </dgm:pt>
    <dgm:pt modelId="{48179722-9601-4133-AB27-3D20BB72014A}" type="pres">
      <dgm:prSet presAssocID="{913FBE42-337E-408C-84B4-72853D5AEAD0}" presName="hierChild2" presStyleCnt="0"/>
      <dgm:spPr/>
    </dgm:pt>
    <dgm:pt modelId="{CC9E49C8-F007-47DB-8252-F389874F39E5}" type="pres">
      <dgm:prSet presAssocID="{4C73EEFC-E7B7-4696-A01C-3D451DE2DCAC}" presName="Name25" presStyleLbl="parChTrans1D2" presStyleIdx="0" presStyleCnt="2"/>
      <dgm:spPr/>
    </dgm:pt>
    <dgm:pt modelId="{86B29D36-76C9-4C3C-8D52-3A2DC58BA0C2}" type="pres">
      <dgm:prSet presAssocID="{4C73EEFC-E7B7-4696-A01C-3D451DE2DCAC}" presName="connTx" presStyleLbl="parChTrans1D2" presStyleIdx="0" presStyleCnt="2"/>
      <dgm:spPr/>
    </dgm:pt>
    <dgm:pt modelId="{3E603B4E-8FAA-44A1-BBEB-34B3234EA531}" type="pres">
      <dgm:prSet presAssocID="{A64EB8C9-25AF-4C51-9BCA-8FCFE6F1539D}" presName="Name30" presStyleCnt="0"/>
      <dgm:spPr/>
    </dgm:pt>
    <dgm:pt modelId="{F7521363-6324-4695-99FA-1E3F1C837834}" type="pres">
      <dgm:prSet presAssocID="{A64EB8C9-25AF-4C51-9BCA-8FCFE6F1539D}" presName="level2Shape" presStyleLbl="node2" presStyleIdx="0" presStyleCnt="2"/>
      <dgm:spPr/>
    </dgm:pt>
    <dgm:pt modelId="{CE05E66D-BA62-4EC0-BAE4-AB4B46952A99}" type="pres">
      <dgm:prSet presAssocID="{A64EB8C9-25AF-4C51-9BCA-8FCFE6F1539D}" presName="hierChild3" presStyleCnt="0"/>
      <dgm:spPr/>
    </dgm:pt>
    <dgm:pt modelId="{0F6261C1-1AE4-4231-822C-0EF9FCF68D72}" type="pres">
      <dgm:prSet presAssocID="{A6C0895D-0487-4B00-B6DF-A55735992DE6}" presName="Name25" presStyleLbl="parChTrans1D3" presStyleIdx="0" presStyleCnt="2"/>
      <dgm:spPr/>
    </dgm:pt>
    <dgm:pt modelId="{7A95636E-C28D-413E-8E8A-34D9FF2AB63B}" type="pres">
      <dgm:prSet presAssocID="{A6C0895D-0487-4B00-B6DF-A55735992DE6}" presName="connTx" presStyleLbl="parChTrans1D3" presStyleIdx="0" presStyleCnt="2"/>
      <dgm:spPr/>
    </dgm:pt>
    <dgm:pt modelId="{179F1A3E-ACEB-4736-933E-601FD44C7DA5}" type="pres">
      <dgm:prSet presAssocID="{C1DD961E-CAD1-4EAD-A024-0B2099D73E12}" presName="Name30" presStyleCnt="0"/>
      <dgm:spPr/>
    </dgm:pt>
    <dgm:pt modelId="{775CC0C0-A833-4DA7-AA14-E20B3D031384}" type="pres">
      <dgm:prSet presAssocID="{C1DD961E-CAD1-4EAD-A024-0B2099D73E12}" presName="level2Shape" presStyleLbl="node3" presStyleIdx="0" presStyleCnt="2"/>
      <dgm:spPr/>
    </dgm:pt>
    <dgm:pt modelId="{ACBD54E2-B654-41E6-B1B5-0E08503F7B79}" type="pres">
      <dgm:prSet presAssocID="{C1DD961E-CAD1-4EAD-A024-0B2099D73E12}" presName="hierChild3" presStyleCnt="0"/>
      <dgm:spPr/>
    </dgm:pt>
    <dgm:pt modelId="{4D13912C-021B-468E-8FAD-38B85F346098}" type="pres">
      <dgm:prSet presAssocID="{25949E74-3C17-46AA-A795-0A3249452422}" presName="Name25" presStyleLbl="parChTrans1D2" presStyleIdx="1" presStyleCnt="2"/>
      <dgm:spPr/>
    </dgm:pt>
    <dgm:pt modelId="{397BF218-937D-49EB-8690-43137A4AC155}" type="pres">
      <dgm:prSet presAssocID="{25949E74-3C17-46AA-A795-0A3249452422}" presName="connTx" presStyleLbl="parChTrans1D2" presStyleIdx="1" presStyleCnt="2"/>
      <dgm:spPr/>
    </dgm:pt>
    <dgm:pt modelId="{C26E6F20-8A5F-4907-8F64-C1AF23C53D25}" type="pres">
      <dgm:prSet presAssocID="{2ACB2704-BFC3-44BA-BB23-3FC5EEE739F0}" presName="Name30" presStyleCnt="0"/>
      <dgm:spPr/>
    </dgm:pt>
    <dgm:pt modelId="{346676D7-2FD0-402E-A92D-0606EED93F5E}" type="pres">
      <dgm:prSet presAssocID="{2ACB2704-BFC3-44BA-BB23-3FC5EEE739F0}" presName="level2Shape" presStyleLbl="node2" presStyleIdx="1" presStyleCnt="2"/>
      <dgm:spPr/>
    </dgm:pt>
    <dgm:pt modelId="{F78E5A98-BC77-4401-8E31-F58BFD14D5B2}" type="pres">
      <dgm:prSet presAssocID="{2ACB2704-BFC3-44BA-BB23-3FC5EEE739F0}" presName="hierChild3" presStyleCnt="0"/>
      <dgm:spPr/>
    </dgm:pt>
    <dgm:pt modelId="{62050C2A-6424-4B60-ADE1-11E809F740D2}" type="pres">
      <dgm:prSet presAssocID="{22E0B8A9-5171-4BE1-B90C-EABC6BA46FD4}" presName="Name25" presStyleLbl="parChTrans1D3" presStyleIdx="1" presStyleCnt="2"/>
      <dgm:spPr/>
    </dgm:pt>
    <dgm:pt modelId="{231D096F-86AD-4F9F-9AE3-FE18684D22B0}" type="pres">
      <dgm:prSet presAssocID="{22E0B8A9-5171-4BE1-B90C-EABC6BA46FD4}" presName="connTx" presStyleLbl="parChTrans1D3" presStyleIdx="1" presStyleCnt="2"/>
      <dgm:spPr/>
    </dgm:pt>
    <dgm:pt modelId="{B8A9B6FD-272F-4F5C-8DDD-ACB4D245C076}" type="pres">
      <dgm:prSet presAssocID="{82BADBD1-AFC4-403B-BB26-FA33EABA1BCE}" presName="Name30" presStyleCnt="0"/>
      <dgm:spPr/>
    </dgm:pt>
    <dgm:pt modelId="{8EC7B702-57F1-47C2-BA55-66F27A8FBF18}" type="pres">
      <dgm:prSet presAssocID="{82BADBD1-AFC4-403B-BB26-FA33EABA1BCE}" presName="level2Shape" presStyleLbl="node3" presStyleIdx="1" presStyleCnt="2"/>
      <dgm:spPr/>
    </dgm:pt>
    <dgm:pt modelId="{E629EA82-E9F6-4B07-9039-2EC16BFBD949}" type="pres">
      <dgm:prSet presAssocID="{82BADBD1-AFC4-403B-BB26-FA33EABA1BCE}" presName="hierChild3" presStyleCnt="0"/>
      <dgm:spPr/>
    </dgm:pt>
    <dgm:pt modelId="{8FEB1D04-E513-4179-BB28-17ACFCB1E8A8}" type="pres">
      <dgm:prSet presAssocID="{056D24BD-7A21-4BD3-97F9-93EC1074844F}" presName="bgShapesFlow" presStyleCnt="0"/>
      <dgm:spPr/>
    </dgm:pt>
    <dgm:pt modelId="{6D0A18B4-B3CB-42F7-AD9C-1C34BA2C2116}" type="pres">
      <dgm:prSet presAssocID="{0632D2A5-AE25-4E1E-9FBE-9573675FC394}" presName="rectComp" presStyleCnt="0"/>
      <dgm:spPr/>
    </dgm:pt>
    <dgm:pt modelId="{C9BCB440-70A5-4FC7-81C9-4F86FA78908A}" type="pres">
      <dgm:prSet presAssocID="{0632D2A5-AE25-4E1E-9FBE-9573675FC394}" presName="bgRect" presStyleLbl="bgShp" presStyleIdx="0" presStyleCnt="3"/>
      <dgm:spPr/>
    </dgm:pt>
    <dgm:pt modelId="{75E5DC7B-6003-4A4E-A23F-16E214B90AAE}" type="pres">
      <dgm:prSet presAssocID="{0632D2A5-AE25-4E1E-9FBE-9573675FC394}" presName="bgRectTx" presStyleLbl="bgShp" presStyleIdx="0" presStyleCnt="3">
        <dgm:presLayoutVars>
          <dgm:bulletEnabled val="1"/>
        </dgm:presLayoutVars>
      </dgm:prSet>
      <dgm:spPr/>
    </dgm:pt>
    <dgm:pt modelId="{26F11750-8DE0-4682-AFDC-BF8CD970690D}" type="pres">
      <dgm:prSet presAssocID="{0632D2A5-AE25-4E1E-9FBE-9573675FC394}" presName="spComp" presStyleCnt="0"/>
      <dgm:spPr/>
    </dgm:pt>
    <dgm:pt modelId="{4E5F3AC1-DBC4-4965-90CB-9A59A4750511}" type="pres">
      <dgm:prSet presAssocID="{0632D2A5-AE25-4E1E-9FBE-9573675FC394}" presName="hSp" presStyleCnt="0"/>
      <dgm:spPr/>
    </dgm:pt>
    <dgm:pt modelId="{3DDFBFFD-DB59-468E-BDD3-EE9270B0B252}" type="pres">
      <dgm:prSet presAssocID="{36731C6A-14CB-49F6-9800-D7EB7B96AA50}" presName="rectComp" presStyleCnt="0"/>
      <dgm:spPr/>
    </dgm:pt>
    <dgm:pt modelId="{E9DE7B27-53D4-4E18-9A77-C9642DFC1338}" type="pres">
      <dgm:prSet presAssocID="{36731C6A-14CB-49F6-9800-D7EB7B96AA50}" presName="bgRect" presStyleLbl="bgShp" presStyleIdx="1" presStyleCnt="3" custLinFactNeighborX="0" custLinFactNeighborY="-21053"/>
      <dgm:spPr/>
    </dgm:pt>
    <dgm:pt modelId="{ABB75985-7363-401C-8D6F-DE687C1CC106}" type="pres">
      <dgm:prSet presAssocID="{36731C6A-14CB-49F6-9800-D7EB7B96AA50}" presName="bgRectTx" presStyleLbl="bgShp" presStyleIdx="1" presStyleCnt="3">
        <dgm:presLayoutVars>
          <dgm:bulletEnabled val="1"/>
        </dgm:presLayoutVars>
      </dgm:prSet>
      <dgm:spPr/>
    </dgm:pt>
    <dgm:pt modelId="{A6CC573B-7B14-4FCC-B648-0F6E47B478AD}" type="pres">
      <dgm:prSet presAssocID="{36731C6A-14CB-49F6-9800-D7EB7B96AA50}" presName="spComp" presStyleCnt="0"/>
      <dgm:spPr/>
    </dgm:pt>
    <dgm:pt modelId="{A7B23216-1BF8-4682-9563-E501EE612AA6}" type="pres">
      <dgm:prSet presAssocID="{36731C6A-14CB-49F6-9800-D7EB7B96AA50}" presName="hSp" presStyleCnt="0"/>
      <dgm:spPr/>
    </dgm:pt>
    <dgm:pt modelId="{6367D72F-9138-4252-B9D9-C84E219521DB}" type="pres">
      <dgm:prSet presAssocID="{C12E40CE-E979-4CAE-8A14-EF9FCCD21F28}" presName="rectComp" presStyleCnt="0"/>
      <dgm:spPr/>
    </dgm:pt>
    <dgm:pt modelId="{D721BD20-1490-45C1-AD00-706A226E80BE}" type="pres">
      <dgm:prSet presAssocID="{C12E40CE-E979-4CAE-8A14-EF9FCCD21F28}" presName="bgRect" presStyleLbl="bgShp" presStyleIdx="2" presStyleCnt="3"/>
      <dgm:spPr/>
    </dgm:pt>
    <dgm:pt modelId="{CAC6606C-D967-4271-ACFB-8648283B13D1}" type="pres">
      <dgm:prSet presAssocID="{C12E40CE-E979-4CAE-8A14-EF9FCCD21F28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5BB98204-53C0-4A1F-90B4-B5A40BFEDDC3}" type="presOf" srcId="{A64EB8C9-25AF-4C51-9BCA-8FCFE6F1539D}" destId="{F7521363-6324-4695-99FA-1E3F1C837834}" srcOrd="0" destOrd="0" presId="urn:microsoft.com/office/officeart/2005/8/layout/hierarchy5"/>
    <dgm:cxn modelId="{1B78BE0A-8C0C-4A27-BD36-971BEC7CD558}" type="presOf" srcId="{36731C6A-14CB-49F6-9800-D7EB7B96AA50}" destId="{E9DE7B27-53D4-4E18-9A77-C9642DFC1338}" srcOrd="0" destOrd="0" presId="urn:microsoft.com/office/officeart/2005/8/layout/hierarchy5"/>
    <dgm:cxn modelId="{3997CF0C-9953-409F-83BC-77F4D964ECCA}" type="presOf" srcId="{0632D2A5-AE25-4E1E-9FBE-9573675FC394}" destId="{75E5DC7B-6003-4A4E-A23F-16E214B90AAE}" srcOrd="1" destOrd="0" presId="urn:microsoft.com/office/officeart/2005/8/layout/hierarchy5"/>
    <dgm:cxn modelId="{B0B2964B-464A-4715-800D-1FF80890BF76}" type="presOf" srcId="{A6C0895D-0487-4B00-B6DF-A55735992DE6}" destId="{0F6261C1-1AE4-4231-822C-0EF9FCF68D72}" srcOrd="0" destOrd="0" presId="urn:microsoft.com/office/officeart/2005/8/layout/hierarchy5"/>
    <dgm:cxn modelId="{99DF064C-17E2-446E-A42C-998BF9AF7AA1}" type="presOf" srcId="{2ACB2704-BFC3-44BA-BB23-3FC5EEE739F0}" destId="{346676D7-2FD0-402E-A92D-0606EED93F5E}" srcOrd="0" destOrd="0" presId="urn:microsoft.com/office/officeart/2005/8/layout/hierarchy5"/>
    <dgm:cxn modelId="{BBB68C52-F982-4375-9BBA-27952A78B845}" type="presOf" srcId="{4C73EEFC-E7B7-4696-A01C-3D451DE2DCAC}" destId="{86B29D36-76C9-4C3C-8D52-3A2DC58BA0C2}" srcOrd="1" destOrd="0" presId="urn:microsoft.com/office/officeart/2005/8/layout/hierarchy5"/>
    <dgm:cxn modelId="{6FE92566-8194-488C-96D1-103EFB467789}" srcId="{056D24BD-7A21-4BD3-97F9-93EC1074844F}" destId="{0632D2A5-AE25-4E1E-9FBE-9573675FC394}" srcOrd="1" destOrd="0" parTransId="{E3037BA5-FB40-446B-A027-EBEEC6E33759}" sibTransId="{485626EB-ED71-4E44-BE58-158948404E38}"/>
    <dgm:cxn modelId="{5A5D1D72-BB41-494C-B8BE-19E94D244EB7}" type="presOf" srcId="{25949E74-3C17-46AA-A795-0A3249452422}" destId="{397BF218-937D-49EB-8690-43137A4AC155}" srcOrd="1" destOrd="0" presId="urn:microsoft.com/office/officeart/2005/8/layout/hierarchy5"/>
    <dgm:cxn modelId="{BD49E57C-B261-4F27-9680-3C672D76DECF}" srcId="{913FBE42-337E-408C-84B4-72853D5AEAD0}" destId="{A64EB8C9-25AF-4C51-9BCA-8FCFE6F1539D}" srcOrd="0" destOrd="0" parTransId="{4C73EEFC-E7B7-4696-A01C-3D451DE2DCAC}" sibTransId="{D7A33711-B826-4CB0-9A83-728E6C1D80FF}"/>
    <dgm:cxn modelId="{80A2617F-3D60-484C-A9AF-AA236855454C}" type="presOf" srcId="{82BADBD1-AFC4-403B-BB26-FA33EABA1BCE}" destId="{8EC7B702-57F1-47C2-BA55-66F27A8FBF18}" srcOrd="0" destOrd="0" presId="urn:microsoft.com/office/officeart/2005/8/layout/hierarchy5"/>
    <dgm:cxn modelId="{AD8EC982-226A-4821-A195-3C7A9DC0F3BE}" type="presOf" srcId="{4C73EEFC-E7B7-4696-A01C-3D451DE2DCAC}" destId="{CC9E49C8-F007-47DB-8252-F389874F39E5}" srcOrd="0" destOrd="0" presId="urn:microsoft.com/office/officeart/2005/8/layout/hierarchy5"/>
    <dgm:cxn modelId="{4D339C86-E9BE-4C9D-ACA2-4895A43D085B}" type="presOf" srcId="{C1DD961E-CAD1-4EAD-A024-0B2099D73E12}" destId="{775CC0C0-A833-4DA7-AA14-E20B3D031384}" srcOrd="0" destOrd="0" presId="urn:microsoft.com/office/officeart/2005/8/layout/hierarchy5"/>
    <dgm:cxn modelId="{BB105887-9D40-4F80-B9B7-F60C4DCE208E}" type="presOf" srcId="{C12E40CE-E979-4CAE-8A14-EF9FCCD21F28}" destId="{CAC6606C-D967-4271-ACFB-8648283B13D1}" srcOrd="1" destOrd="0" presId="urn:microsoft.com/office/officeart/2005/8/layout/hierarchy5"/>
    <dgm:cxn modelId="{B847ED8A-1775-4F4A-A36E-BBDA00C0AEB1}" srcId="{A64EB8C9-25AF-4C51-9BCA-8FCFE6F1539D}" destId="{C1DD961E-CAD1-4EAD-A024-0B2099D73E12}" srcOrd="0" destOrd="0" parTransId="{A6C0895D-0487-4B00-B6DF-A55735992DE6}" sibTransId="{6CAC4618-F08F-4367-ACCB-A7F5B6E079EF}"/>
    <dgm:cxn modelId="{BF0E768C-1603-47F4-80F3-9DAAC600FC86}" srcId="{056D24BD-7A21-4BD3-97F9-93EC1074844F}" destId="{913FBE42-337E-408C-84B4-72853D5AEAD0}" srcOrd="0" destOrd="0" parTransId="{8AC1D79F-0EE4-4318-86CE-6B7452B90DEE}" sibTransId="{F683F6D0-E87B-4076-959A-62B5B1961E6D}"/>
    <dgm:cxn modelId="{1F6BD28F-6990-4824-A6B0-7A453AC944E2}" srcId="{2ACB2704-BFC3-44BA-BB23-3FC5EEE739F0}" destId="{82BADBD1-AFC4-403B-BB26-FA33EABA1BCE}" srcOrd="0" destOrd="0" parTransId="{22E0B8A9-5171-4BE1-B90C-EABC6BA46FD4}" sibTransId="{20647ED7-B41F-43E7-BA52-14CED7DD6C36}"/>
    <dgm:cxn modelId="{F9FB1397-C7B3-46DA-869D-0F92BB015B06}" type="presOf" srcId="{25949E74-3C17-46AA-A795-0A3249452422}" destId="{4D13912C-021B-468E-8FAD-38B85F346098}" srcOrd="0" destOrd="0" presId="urn:microsoft.com/office/officeart/2005/8/layout/hierarchy5"/>
    <dgm:cxn modelId="{69640299-4323-4F40-8854-2BF85089F65F}" type="presOf" srcId="{36731C6A-14CB-49F6-9800-D7EB7B96AA50}" destId="{ABB75985-7363-401C-8D6F-DE687C1CC106}" srcOrd="1" destOrd="0" presId="urn:microsoft.com/office/officeart/2005/8/layout/hierarchy5"/>
    <dgm:cxn modelId="{B1BFE59E-3455-473B-BB04-F0A832DB0F5C}" type="presOf" srcId="{0632D2A5-AE25-4E1E-9FBE-9573675FC394}" destId="{C9BCB440-70A5-4FC7-81C9-4F86FA78908A}" srcOrd="0" destOrd="0" presId="urn:microsoft.com/office/officeart/2005/8/layout/hierarchy5"/>
    <dgm:cxn modelId="{C2751DA1-7A0D-4C32-AF0C-AD16FAC4F8E5}" srcId="{056D24BD-7A21-4BD3-97F9-93EC1074844F}" destId="{36731C6A-14CB-49F6-9800-D7EB7B96AA50}" srcOrd="2" destOrd="0" parTransId="{7D8E726B-9E83-4DFA-BC8D-6D0372F5A0CC}" sibTransId="{C504C627-7672-4311-8DCC-D3DB178BA497}"/>
    <dgm:cxn modelId="{2BB82CA8-0B15-4732-94A1-FFD600713BBB}" type="presOf" srcId="{C12E40CE-E979-4CAE-8A14-EF9FCCD21F28}" destId="{D721BD20-1490-45C1-AD00-706A226E80BE}" srcOrd="0" destOrd="0" presId="urn:microsoft.com/office/officeart/2005/8/layout/hierarchy5"/>
    <dgm:cxn modelId="{40BE46AA-AE61-46FA-B81E-AA04451420AA}" srcId="{056D24BD-7A21-4BD3-97F9-93EC1074844F}" destId="{C12E40CE-E979-4CAE-8A14-EF9FCCD21F28}" srcOrd="3" destOrd="0" parTransId="{913742FA-AC83-48B8-8CE0-4B2F74D61F12}" sibTransId="{8D492901-B903-41D0-ABEE-B9ECD88E7F2A}"/>
    <dgm:cxn modelId="{B4A629CA-A4D3-442E-833E-CF693E3EE5D8}" type="presOf" srcId="{A6C0895D-0487-4B00-B6DF-A55735992DE6}" destId="{7A95636E-C28D-413E-8E8A-34D9FF2AB63B}" srcOrd="1" destOrd="0" presId="urn:microsoft.com/office/officeart/2005/8/layout/hierarchy5"/>
    <dgm:cxn modelId="{00E807D6-C5E6-44A5-96B2-AE6B63DD28C1}" type="presOf" srcId="{056D24BD-7A21-4BD3-97F9-93EC1074844F}" destId="{DAADFD03-14AC-4F32-A719-51B5AD86BACF}" srcOrd="0" destOrd="0" presId="urn:microsoft.com/office/officeart/2005/8/layout/hierarchy5"/>
    <dgm:cxn modelId="{3F31DBDA-A712-4473-82B8-BB7160F209DE}" type="presOf" srcId="{913FBE42-337E-408C-84B4-72853D5AEAD0}" destId="{C074B886-508C-46D0-A38F-AEB52C55BAD8}" srcOrd="0" destOrd="0" presId="urn:microsoft.com/office/officeart/2005/8/layout/hierarchy5"/>
    <dgm:cxn modelId="{EF05B4E6-4054-4DCE-8D79-8E527696EB6B}" type="presOf" srcId="{22E0B8A9-5171-4BE1-B90C-EABC6BA46FD4}" destId="{231D096F-86AD-4F9F-9AE3-FE18684D22B0}" srcOrd="1" destOrd="0" presId="urn:microsoft.com/office/officeart/2005/8/layout/hierarchy5"/>
    <dgm:cxn modelId="{FB25B9E8-A1A5-4364-B276-4E95C3F39D4E}" type="presOf" srcId="{22E0B8A9-5171-4BE1-B90C-EABC6BA46FD4}" destId="{62050C2A-6424-4B60-ADE1-11E809F740D2}" srcOrd="0" destOrd="0" presId="urn:microsoft.com/office/officeart/2005/8/layout/hierarchy5"/>
    <dgm:cxn modelId="{B1D92FF3-F3CE-41AE-82CF-155DF11CC90C}" srcId="{913FBE42-337E-408C-84B4-72853D5AEAD0}" destId="{2ACB2704-BFC3-44BA-BB23-3FC5EEE739F0}" srcOrd="1" destOrd="0" parTransId="{25949E74-3C17-46AA-A795-0A3249452422}" sibTransId="{86A6F287-F857-4DE4-8963-990120071F9F}"/>
    <dgm:cxn modelId="{FF19C205-F196-43FB-82FA-C2AD0AD2A269}" type="presParOf" srcId="{DAADFD03-14AC-4F32-A719-51B5AD86BACF}" destId="{9F8EDB13-41B6-43F1-92F8-2EA668D5526F}" srcOrd="0" destOrd="0" presId="urn:microsoft.com/office/officeart/2005/8/layout/hierarchy5"/>
    <dgm:cxn modelId="{3F067BB7-FA28-47CA-8F3C-E41E2E859D8E}" type="presParOf" srcId="{9F8EDB13-41B6-43F1-92F8-2EA668D5526F}" destId="{099F7753-81F6-4651-8FF8-80DB0F160C93}" srcOrd="0" destOrd="0" presId="urn:microsoft.com/office/officeart/2005/8/layout/hierarchy5"/>
    <dgm:cxn modelId="{8661C6D0-DE76-4B4E-B5A5-E00B127C63DC}" type="presParOf" srcId="{9F8EDB13-41B6-43F1-92F8-2EA668D5526F}" destId="{FB12D809-9DEB-46E6-9765-71EA7DF83AA3}" srcOrd="1" destOrd="0" presId="urn:microsoft.com/office/officeart/2005/8/layout/hierarchy5"/>
    <dgm:cxn modelId="{9EFCE704-2C4C-4474-99E2-3DB9FA731C3E}" type="presParOf" srcId="{FB12D809-9DEB-46E6-9765-71EA7DF83AA3}" destId="{ED7CE95C-D827-415D-85BF-AC7782C80103}" srcOrd="0" destOrd="0" presId="urn:microsoft.com/office/officeart/2005/8/layout/hierarchy5"/>
    <dgm:cxn modelId="{C0E1898F-B462-43C0-A2E6-BF25E348CA47}" type="presParOf" srcId="{ED7CE95C-D827-415D-85BF-AC7782C80103}" destId="{C074B886-508C-46D0-A38F-AEB52C55BAD8}" srcOrd="0" destOrd="0" presId="urn:microsoft.com/office/officeart/2005/8/layout/hierarchy5"/>
    <dgm:cxn modelId="{6CC7EB67-B1FF-41B0-9BF5-395974B8C8CC}" type="presParOf" srcId="{ED7CE95C-D827-415D-85BF-AC7782C80103}" destId="{48179722-9601-4133-AB27-3D20BB72014A}" srcOrd="1" destOrd="0" presId="urn:microsoft.com/office/officeart/2005/8/layout/hierarchy5"/>
    <dgm:cxn modelId="{FC2DAA58-A487-4454-B105-DBADC5FD4A8D}" type="presParOf" srcId="{48179722-9601-4133-AB27-3D20BB72014A}" destId="{CC9E49C8-F007-47DB-8252-F389874F39E5}" srcOrd="0" destOrd="0" presId="urn:microsoft.com/office/officeart/2005/8/layout/hierarchy5"/>
    <dgm:cxn modelId="{9412736F-F883-4E0A-AE63-D2EC9D10AC32}" type="presParOf" srcId="{CC9E49C8-F007-47DB-8252-F389874F39E5}" destId="{86B29D36-76C9-4C3C-8D52-3A2DC58BA0C2}" srcOrd="0" destOrd="0" presId="urn:microsoft.com/office/officeart/2005/8/layout/hierarchy5"/>
    <dgm:cxn modelId="{683DFAD6-6FBC-4D55-9DB6-6B6EC7BA5B69}" type="presParOf" srcId="{48179722-9601-4133-AB27-3D20BB72014A}" destId="{3E603B4E-8FAA-44A1-BBEB-34B3234EA531}" srcOrd="1" destOrd="0" presId="urn:microsoft.com/office/officeart/2005/8/layout/hierarchy5"/>
    <dgm:cxn modelId="{062463EE-9AB8-409B-9403-BF05B9F1A8BD}" type="presParOf" srcId="{3E603B4E-8FAA-44A1-BBEB-34B3234EA531}" destId="{F7521363-6324-4695-99FA-1E3F1C837834}" srcOrd="0" destOrd="0" presId="urn:microsoft.com/office/officeart/2005/8/layout/hierarchy5"/>
    <dgm:cxn modelId="{FC56D895-5159-4E4B-A000-00E7E36B51DA}" type="presParOf" srcId="{3E603B4E-8FAA-44A1-BBEB-34B3234EA531}" destId="{CE05E66D-BA62-4EC0-BAE4-AB4B46952A99}" srcOrd="1" destOrd="0" presId="urn:microsoft.com/office/officeart/2005/8/layout/hierarchy5"/>
    <dgm:cxn modelId="{6B4B6DBD-711E-47D2-8FA2-C3F027560ACA}" type="presParOf" srcId="{CE05E66D-BA62-4EC0-BAE4-AB4B46952A99}" destId="{0F6261C1-1AE4-4231-822C-0EF9FCF68D72}" srcOrd="0" destOrd="0" presId="urn:microsoft.com/office/officeart/2005/8/layout/hierarchy5"/>
    <dgm:cxn modelId="{FC4121AD-8906-4FED-B0F0-D75BB823E1AC}" type="presParOf" srcId="{0F6261C1-1AE4-4231-822C-0EF9FCF68D72}" destId="{7A95636E-C28D-413E-8E8A-34D9FF2AB63B}" srcOrd="0" destOrd="0" presId="urn:microsoft.com/office/officeart/2005/8/layout/hierarchy5"/>
    <dgm:cxn modelId="{D8A1D8DA-CB59-4B18-BD00-A2A86F8824A7}" type="presParOf" srcId="{CE05E66D-BA62-4EC0-BAE4-AB4B46952A99}" destId="{179F1A3E-ACEB-4736-933E-601FD44C7DA5}" srcOrd="1" destOrd="0" presId="urn:microsoft.com/office/officeart/2005/8/layout/hierarchy5"/>
    <dgm:cxn modelId="{95B5A0B6-1238-4DB2-98F5-94FCE9A7B6F1}" type="presParOf" srcId="{179F1A3E-ACEB-4736-933E-601FD44C7DA5}" destId="{775CC0C0-A833-4DA7-AA14-E20B3D031384}" srcOrd="0" destOrd="0" presId="urn:microsoft.com/office/officeart/2005/8/layout/hierarchy5"/>
    <dgm:cxn modelId="{D0A8BCA4-5613-4EC4-88BD-47C314608316}" type="presParOf" srcId="{179F1A3E-ACEB-4736-933E-601FD44C7DA5}" destId="{ACBD54E2-B654-41E6-B1B5-0E08503F7B79}" srcOrd="1" destOrd="0" presId="urn:microsoft.com/office/officeart/2005/8/layout/hierarchy5"/>
    <dgm:cxn modelId="{C0398E74-2394-4AD1-8C6A-91144D4672BF}" type="presParOf" srcId="{48179722-9601-4133-AB27-3D20BB72014A}" destId="{4D13912C-021B-468E-8FAD-38B85F346098}" srcOrd="2" destOrd="0" presId="urn:microsoft.com/office/officeart/2005/8/layout/hierarchy5"/>
    <dgm:cxn modelId="{77F21278-0E32-4BD1-9953-073A044F4713}" type="presParOf" srcId="{4D13912C-021B-468E-8FAD-38B85F346098}" destId="{397BF218-937D-49EB-8690-43137A4AC155}" srcOrd="0" destOrd="0" presId="urn:microsoft.com/office/officeart/2005/8/layout/hierarchy5"/>
    <dgm:cxn modelId="{91756609-9896-4F8A-9625-EA582AD3C496}" type="presParOf" srcId="{48179722-9601-4133-AB27-3D20BB72014A}" destId="{C26E6F20-8A5F-4907-8F64-C1AF23C53D25}" srcOrd="3" destOrd="0" presId="urn:microsoft.com/office/officeart/2005/8/layout/hierarchy5"/>
    <dgm:cxn modelId="{6C20C608-1CD0-4FAF-9B15-0DDB6B516294}" type="presParOf" srcId="{C26E6F20-8A5F-4907-8F64-C1AF23C53D25}" destId="{346676D7-2FD0-402E-A92D-0606EED93F5E}" srcOrd="0" destOrd="0" presId="urn:microsoft.com/office/officeart/2005/8/layout/hierarchy5"/>
    <dgm:cxn modelId="{DDE20335-F58B-4693-8DD3-DD83CFB61EA0}" type="presParOf" srcId="{C26E6F20-8A5F-4907-8F64-C1AF23C53D25}" destId="{F78E5A98-BC77-4401-8E31-F58BFD14D5B2}" srcOrd="1" destOrd="0" presId="urn:microsoft.com/office/officeart/2005/8/layout/hierarchy5"/>
    <dgm:cxn modelId="{BC4E7D76-FA6E-4795-8994-ACE3FCD9D040}" type="presParOf" srcId="{F78E5A98-BC77-4401-8E31-F58BFD14D5B2}" destId="{62050C2A-6424-4B60-ADE1-11E809F740D2}" srcOrd="0" destOrd="0" presId="urn:microsoft.com/office/officeart/2005/8/layout/hierarchy5"/>
    <dgm:cxn modelId="{BA788A4D-E10F-4FF2-8259-40852ABCF78C}" type="presParOf" srcId="{62050C2A-6424-4B60-ADE1-11E809F740D2}" destId="{231D096F-86AD-4F9F-9AE3-FE18684D22B0}" srcOrd="0" destOrd="0" presId="urn:microsoft.com/office/officeart/2005/8/layout/hierarchy5"/>
    <dgm:cxn modelId="{296D385E-B4F5-424A-A3FD-5B08D9977714}" type="presParOf" srcId="{F78E5A98-BC77-4401-8E31-F58BFD14D5B2}" destId="{B8A9B6FD-272F-4F5C-8DDD-ACB4D245C076}" srcOrd="1" destOrd="0" presId="urn:microsoft.com/office/officeart/2005/8/layout/hierarchy5"/>
    <dgm:cxn modelId="{336378B8-4630-4E1F-95F2-76F3ECE0AF23}" type="presParOf" srcId="{B8A9B6FD-272F-4F5C-8DDD-ACB4D245C076}" destId="{8EC7B702-57F1-47C2-BA55-66F27A8FBF18}" srcOrd="0" destOrd="0" presId="urn:microsoft.com/office/officeart/2005/8/layout/hierarchy5"/>
    <dgm:cxn modelId="{ABCF8F7A-B026-48A9-A028-0D2C3CEA728F}" type="presParOf" srcId="{B8A9B6FD-272F-4F5C-8DDD-ACB4D245C076}" destId="{E629EA82-E9F6-4B07-9039-2EC16BFBD949}" srcOrd="1" destOrd="0" presId="urn:microsoft.com/office/officeart/2005/8/layout/hierarchy5"/>
    <dgm:cxn modelId="{6CFE6F4D-297B-4819-9DC5-3DA9BB3F907E}" type="presParOf" srcId="{DAADFD03-14AC-4F32-A719-51B5AD86BACF}" destId="{8FEB1D04-E513-4179-BB28-17ACFCB1E8A8}" srcOrd="1" destOrd="0" presId="urn:microsoft.com/office/officeart/2005/8/layout/hierarchy5"/>
    <dgm:cxn modelId="{87BB16C8-2251-43E8-B8E1-B8EAF25C1928}" type="presParOf" srcId="{8FEB1D04-E513-4179-BB28-17ACFCB1E8A8}" destId="{6D0A18B4-B3CB-42F7-AD9C-1C34BA2C2116}" srcOrd="0" destOrd="0" presId="urn:microsoft.com/office/officeart/2005/8/layout/hierarchy5"/>
    <dgm:cxn modelId="{02E573AB-CB00-4A3E-A5A9-3C48C171C0AC}" type="presParOf" srcId="{6D0A18B4-B3CB-42F7-AD9C-1C34BA2C2116}" destId="{C9BCB440-70A5-4FC7-81C9-4F86FA78908A}" srcOrd="0" destOrd="0" presId="urn:microsoft.com/office/officeart/2005/8/layout/hierarchy5"/>
    <dgm:cxn modelId="{A32A843F-C1C1-4CF3-BB18-6ACA29CB1349}" type="presParOf" srcId="{6D0A18B4-B3CB-42F7-AD9C-1C34BA2C2116}" destId="{75E5DC7B-6003-4A4E-A23F-16E214B90AAE}" srcOrd="1" destOrd="0" presId="urn:microsoft.com/office/officeart/2005/8/layout/hierarchy5"/>
    <dgm:cxn modelId="{50E7598F-0146-41C3-B782-68FCBCD6807A}" type="presParOf" srcId="{8FEB1D04-E513-4179-BB28-17ACFCB1E8A8}" destId="{26F11750-8DE0-4682-AFDC-BF8CD970690D}" srcOrd="1" destOrd="0" presId="urn:microsoft.com/office/officeart/2005/8/layout/hierarchy5"/>
    <dgm:cxn modelId="{7BBA8829-42AC-4A96-A175-18BE63A54651}" type="presParOf" srcId="{26F11750-8DE0-4682-AFDC-BF8CD970690D}" destId="{4E5F3AC1-DBC4-4965-90CB-9A59A4750511}" srcOrd="0" destOrd="0" presId="urn:microsoft.com/office/officeart/2005/8/layout/hierarchy5"/>
    <dgm:cxn modelId="{2F826405-DB4D-43C1-8EA3-B326807094DC}" type="presParOf" srcId="{8FEB1D04-E513-4179-BB28-17ACFCB1E8A8}" destId="{3DDFBFFD-DB59-468E-BDD3-EE9270B0B252}" srcOrd="2" destOrd="0" presId="urn:microsoft.com/office/officeart/2005/8/layout/hierarchy5"/>
    <dgm:cxn modelId="{57F010A4-9DEB-4CCD-8F93-653B7146693A}" type="presParOf" srcId="{3DDFBFFD-DB59-468E-BDD3-EE9270B0B252}" destId="{E9DE7B27-53D4-4E18-9A77-C9642DFC1338}" srcOrd="0" destOrd="0" presId="urn:microsoft.com/office/officeart/2005/8/layout/hierarchy5"/>
    <dgm:cxn modelId="{19BFC30A-C750-497B-9764-5214E5F3EAE2}" type="presParOf" srcId="{3DDFBFFD-DB59-468E-BDD3-EE9270B0B252}" destId="{ABB75985-7363-401C-8D6F-DE687C1CC106}" srcOrd="1" destOrd="0" presId="urn:microsoft.com/office/officeart/2005/8/layout/hierarchy5"/>
    <dgm:cxn modelId="{439B5A17-193C-4263-84A2-133F799D7EE4}" type="presParOf" srcId="{8FEB1D04-E513-4179-BB28-17ACFCB1E8A8}" destId="{A6CC573B-7B14-4FCC-B648-0F6E47B478AD}" srcOrd="3" destOrd="0" presId="urn:microsoft.com/office/officeart/2005/8/layout/hierarchy5"/>
    <dgm:cxn modelId="{8681CF7C-3814-4CFA-B3B9-B8429CF124A5}" type="presParOf" srcId="{A6CC573B-7B14-4FCC-B648-0F6E47B478AD}" destId="{A7B23216-1BF8-4682-9563-E501EE612AA6}" srcOrd="0" destOrd="0" presId="urn:microsoft.com/office/officeart/2005/8/layout/hierarchy5"/>
    <dgm:cxn modelId="{36AD671C-7B2E-4868-98D2-58CF1A9772F0}" type="presParOf" srcId="{8FEB1D04-E513-4179-BB28-17ACFCB1E8A8}" destId="{6367D72F-9138-4252-B9D9-C84E219521DB}" srcOrd="4" destOrd="0" presId="urn:microsoft.com/office/officeart/2005/8/layout/hierarchy5"/>
    <dgm:cxn modelId="{EB0A1696-D565-476E-91C4-0F38B2DB9940}" type="presParOf" srcId="{6367D72F-9138-4252-B9D9-C84E219521DB}" destId="{D721BD20-1490-45C1-AD00-706A226E80BE}" srcOrd="0" destOrd="0" presId="urn:microsoft.com/office/officeart/2005/8/layout/hierarchy5"/>
    <dgm:cxn modelId="{8E49FCB0-B388-4282-84CE-D8A044A703A3}" type="presParOf" srcId="{6367D72F-9138-4252-B9D9-C84E219521DB}" destId="{CAC6606C-D967-4271-ACFB-8648283B13D1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121B02-9FEA-49E7-9E97-FE1C2AD13CA8}" type="doc">
      <dgm:prSet loTypeId="urn:microsoft.com/office/officeart/2005/8/layout/hierarchy2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t-EE"/>
        </a:p>
      </dgm:t>
    </dgm:pt>
    <dgm:pt modelId="{FC0E8991-6323-4D4A-861B-A7D821A19662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Public service A</a:t>
          </a:r>
        </a:p>
      </dgm:t>
    </dgm:pt>
    <dgm:pt modelId="{46A6BCCA-C9BE-46D2-BD9D-5A6E6C5ADA79}" type="parTrans" cxnId="{CDD02449-2DCD-4659-B18E-3BAE967F9841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0B675665-CF3C-46F3-86DB-C2AE690A2B79}" type="sibTrans" cxnId="{CDD02449-2DCD-4659-B18E-3BAE967F9841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05BA5452-0B2D-4B04-AD76-30C67026B80E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E-form</a:t>
          </a:r>
        </a:p>
      </dgm:t>
    </dgm:pt>
    <dgm:pt modelId="{141D24B6-5F3A-4223-9834-77F7F2A7909E}" type="parTrans" cxnId="{5C49E9C9-EA10-4372-8FEC-B6E30F8117AD}">
      <dgm:prSet custT="1"/>
      <dgm:spPr/>
      <dgm:t>
        <a:bodyPr/>
        <a:lstStyle/>
        <a:p>
          <a:endParaRPr lang="et-EE" sz="2800">
            <a:latin typeface="+mj-lt"/>
          </a:endParaRPr>
        </a:p>
      </dgm:t>
    </dgm:pt>
    <dgm:pt modelId="{B1ECD707-D26A-44E9-ADE5-B931D4399353}" type="sibTrans" cxnId="{5C49E9C9-EA10-4372-8FEC-B6E30F8117AD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BC2E10A7-1E71-4641-8B95-AAFD3B9EA96A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X-Road service (PEPE)</a:t>
          </a:r>
        </a:p>
      </dgm:t>
    </dgm:pt>
    <dgm:pt modelId="{7F9F408B-98C9-4A0C-89BD-06F838B3AAB6}" type="parTrans" cxnId="{3C3F4F81-1A96-4FCD-8FB2-9E84C94E493E}">
      <dgm:prSet custT="1"/>
      <dgm:spPr/>
      <dgm:t>
        <a:bodyPr/>
        <a:lstStyle/>
        <a:p>
          <a:endParaRPr lang="et-EE" sz="2800">
            <a:latin typeface="+mj-lt"/>
          </a:endParaRPr>
        </a:p>
      </dgm:t>
    </dgm:pt>
    <dgm:pt modelId="{A8C82A19-C546-463A-853C-49D09AB3230D}" type="sibTrans" cxnId="{3C3F4F81-1A96-4FCD-8FB2-9E84C94E493E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AD2DB73B-0983-4253-9E69-411D2585E62A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Public service C</a:t>
          </a:r>
        </a:p>
      </dgm:t>
    </dgm:pt>
    <dgm:pt modelId="{D6F4BB72-0D07-43CD-A2C5-E2336E18AF6A}" type="parTrans" cxnId="{44A092E6-64E0-490A-A082-105152B93299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6789906C-ED6A-41A4-905D-F2605742AC56}" type="sibTrans" cxnId="{44A092E6-64E0-490A-A082-105152B93299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08F47398-8E55-44AF-9817-207330BC4EF6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Public service B</a:t>
          </a:r>
        </a:p>
      </dgm:t>
    </dgm:pt>
    <dgm:pt modelId="{22CE62E8-44DD-4E42-99F2-6D577DBEFE32}" type="parTrans" cxnId="{3D3F265B-B5EA-4A04-B731-175812EA9684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A75D25D9-9732-4EFB-83DE-B789DD7896CF}" type="sibTrans" cxnId="{3D3F265B-B5EA-4A04-B731-175812EA9684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3AF85EED-823F-4DE3-83A4-86854DE1B16C}">
      <dgm:prSet phldrT="[Text]" custT="1"/>
      <dgm:spPr/>
      <dgm:t>
        <a:bodyPr/>
        <a:lstStyle/>
        <a:p>
          <a:r>
            <a:rPr lang="en-US" sz="1000" b="0" i="0" noProof="0" dirty="0">
              <a:latin typeface="+mj-lt"/>
            </a:rPr>
            <a:t>There are no E-services</a:t>
          </a:r>
        </a:p>
      </dgm:t>
    </dgm:pt>
    <dgm:pt modelId="{30F535FD-C6AB-4083-AD3D-4BFDFD33C418}" type="parTrans" cxnId="{68FD070A-F2C5-469F-81C8-8298683AE226}">
      <dgm:prSet custT="1"/>
      <dgm:spPr/>
      <dgm:t>
        <a:bodyPr/>
        <a:lstStyle/>
        <a:p>
          <a:endParaRPr lang="et-EE" sz="2800">
            <a:latin typeface="+mj-lt"/>
          </a:endParaRPr>
        </a:p>
      </dgm:t>
    </dgm:pt>
    <dgm:pt modelId="{546F31A1-32F9-4F93-93F7-D8E01BA66809}" type="sibTrans" cxnId="{68FD070A-F2C5-469F-81C8-8298683AE226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EFF2E20D-ADCC-4428-8499-4EC12C84BB75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Notification service</a:t>
          </a:r>
        </a:p>
      </dgm:t>
    </dgm:pt>
    <dgm:pt modelId="{DB83A4D4-45B5-477D-99B2-F3A0D6CF504D}" type="parTrans" cxnId="{43C07FF0-BCBB-43DE-BAAA-6FD6F34DD27D}">
      <dgm:prSet custT="1"/>
      <dgm:spPr/>
      <dgm:t>
        <a:bodyPr/>
        <a:lstStyle/>
        <a:p>
          <a:endParaRPr lang="et-EE" sz="2800">
            <a:latin typeface="+mj-lt"/>
          </a:endParaRPr>
        </a:p>
      </dgm:t>
    </dgm:pt>
    <dgm:pt modelId="{6CC1CBE3-5C3F-4487-839E-1C72F64C53DC}" type="sibTrans" cxnId="{43C07FF0-BCBB-43DE-BAAA-6FD6F34DD27D}">
      <dgm:prSet/>
      <dgm:spPr/>
      <dgm:t>
        <a:bodyPr/>
        <a:lstStyle/>
        <a:p>
          <a:endParaRPr lang="et-EE" sz="2800">
            <a:latin typeface="+mj-lt"/>
          </a:endParaRPr>
        </a:p>
      </dgm:t>
    </dgm:pt>
    <dgm:pt modelId="{6B11C53A-EB7A-4DE7-BAAF-4740E8BBA413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Public service  D</a:t>
          </a:r>
        </a:p>
      </dgm:t>
    </dgm:pt>
    <dgm:pt modelId="{B97EA4DD-066B-4EC6-9ED8-A68AEBE77489}" type="parTrans" cxnId="{C4909E37-667E-4A4C-9CD6-CBD220F28B30}">
      <dgm:prSet/>
      <dgm:spPr/>
      <dgm:t>
        <a:bodyPr/>
        <a:lstStyle/>
        <a:p>
          <a:endParaRPr lang="et-EE" sz="2800"/>
        </a:p>
      </dgm:t>
    </dgm:pt>
    <dgm:pt modelId="{C56DDC4A-948D-4D59-94B8-B847DA2D3F14}" type="sibTrans" cxnId="{C4909E37-667E-4A4C-9CD6-CBD220F28B30}">
      <dgm:prSet/>
      <dgm:spPr/>
      <dgm:t>
        <a:bodyPr/>
        <a:lstStyle/>
        <a:p>
          <a:endParaRPr lang="et-EE" sz="2800"/>
        </a:p>
      </dgm:t>
    </dgm:pt>
    <dgm:pt modelId="{01EF4581-99B2-49F1-8DEC-C25C78162BD6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E-form A</a:t>
          </a:r>
        </a:p>
      </dgm:t>
    </dgm:pt>
    <dgm:pt modelId="{9135F5AA-F661-4C6D-A5C6-5ED69BE24991}" type="parTrans" cxnId="{246F9000-34A9-4E90-A7F6-FBF5C42E5E9C}">
      <dgm:prSet custT="1"/>
      <dgm:spPr/>
      <dgm:t>
        <a:bodyPr/>
        <a:lstStyle/>
        <a:p>
          <a:endParaRPr lang="et-EE" sz="2800"/>
        </a:p>
      </dgm:t>
    </dgm:pt>
    <dgm:pt modelId="{2B6F34B0-3DBC-4467-A2BD-7CD5955CEB61}" type="sibTrans" cxnId="{246F9000-34A9-4E90-A7F6-FBF5C42E5E9C}">
      <dgm:prSet/>
      <dgm:spPr/>
      <dgm:t>
        <a:bodyPr/>
        <a:lstStyle/>
        <a:p>
          <a:endParaRPr lang="et-EE" sz="2800"/>
        </a:p>
      </dgm:t>
    </dgm:pt>
    <dgm:pt modelId="{F4D7B784-11AC-41C6-BF74-C67C1A5BCEE5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E-form B</a:t>
          </a:r>
        </a:p>
      </dgm:t>
    </dgm:pt>
    <dgm:pt modelId="{2841D62B-B5B2-43C6-BEF3-A426CD233B96}" type="parTrans" cxnId="{4548DFF8-2F1E-42C2-A8B5-B21F9B1ADC20}">
      <dgm:prSet custT="1"/>
      <dgm:spPr/>
      <dgm:t>
        <a:bodyPr/>
        <a:lstStyle/>
        <a:p>
          <a:endParaRPr lang="et-EE" sz="2800"/>
        </a:p>
      </dgm:t>
    </dgm:pt>
    <dgm:pt modelId="{14138728-B179-4CAD-B13C-DD7D23D6BB67}" type="sibTrans" cxnId="{4548DFF8-2F1E-42C2-A8B5-B21F9B1ADC20}">
      <dgm:prSet/>
      <dgm:spPr/>
      <dgm:t>
        <a:bodyPr/>
        <a:lstStyle/>
        <a:p>
          <a:endParaRPr lang="et-EE" sz="2800"/>
        </a:p>
      </dgm:t>
    </dgm:pt>
    <dgm:pt modelId="{1FA9409C-3D19-4E35-A460-0F17A948DCEA}">
      <dgm:prSet phldrT="[Text]" custT="1"/>
      <dgm:spPr/>
      <dgm:t>
        <a:bodyPr/>
        <a:lstStyle/>
        <a:p>
          <a:r>
            <a:rPr lang="en-US" sz="1000" noProof="0" dirty="0">
              <a:latin typeface="+mj-lt"/>
            </a:rPr>
            <a:t>Notification service</a:t>
          </a:r>
        </a:p>
      </dgm:t>
    </dgm:pt>
    <dgm:pt modelId="{4892616A-FC14-4700-B85D-8A14A26525FC}" type="parTrans" cxnId="{90ECFF4C-7349-42A4-B8EA-264F0539FFAF}">
      <dgm:prSet custT="1"/>
      <dgm:spPr/>
      <dgm:t>
        <a:bodyPr/>
        <a:lstStyle/>
        <a:p>
          <a:endParaRPr lang="et-EE" sz="2800"/>
        </a:p>
      </dgm:t>
    </dgm:pt>
    <dgm:pt modelId="{31AE1054-9F3E-4E88-B5E4-4B9AB1295E25}" type="sibTrans" cxnId="{90ECFF4C-7349-42A4-B8EA-264F0539FFAF}">
      <dgm:prSet/>
      <dgm:spPr/>
      <dgm:t>
        <a:bodyPr/>
        <a:lstStyle/>
        <a:p>
          <a:endParaRPr lang="et-EE" sz="2800"/>
        </a:p>
      </dgm:t>
    </dgm:pt>
    <dgm:pt modelId="{680AED24-A4B0-4CFD-BCFC-ACAC8AA92957}" type="pres">
      <dgm:prSet presAssocID="{97121B02-9FEA-49E7-9E97-FE1C2AD13CA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338F5BD-7851-459E-9B2F-27B55405616B}" type="pres">
      <dgm:prSet presAssocID="{FC0E8991-6323-4D4A-861B-A7D821A19662}" presName="root1" presStyleCnt="0"/>
      <dgm:spPr/>
    </dgm:pt>
    <dgm:pt modelId="{6DC36BA3-41D9-4D95-A247-0FEF3E3B4E4B}" type="pres">
      <dgm:prSet presAssocID="{FC0E8991-6323-4D4A-861B-A7D821A19662}" presName="LevelOneTextNode" presStyleLbl="node0" presStyleIdx="0" presStyleCnt="4" custScaleY="48901">
        <dgm:presLayoutVars>
          <dgm:chPref val="3"/>
        </dgm:presLayoutVars>
      </dgm:prSet>
      <dgm:spPr/>
    </dgm:pt>
    <dgm:pt modelId="{C85BED27-5AA9-4F3C-B157-DA3A90D09896}" type="pres">
      <dgm:prSet presAssocID="{FC0E8991-6323-4D4A-861B-A7D821A19662}" presName="level2hierChild" presStyleCnt="0"/>
      <dgm:spPr/>
    </dgm:pt>
    <dgm:pt modelId="{14437B45-B64E-4064-8A4F-E8F4EE1CD2DD}" type="pres">
      <dgm:prSet presAssocID="{30F535FD-C6AB-4083-AD3D-4BFDFD33C418}" presName="conn2-1" presStyleLbl="parChTrans1D2" presStyleIdx="0" presStyleCnt="7"/>
      <dgm:spPr/>
    </dgm:pt>
    <dgm:pt modelId="{4681A7DE-2576-414D-A2AC-EC03920C4064}" type="pres">
      <dgm:prSet presAssocID="{30F535FD-C6AB-4083-AD3D-4BFDFD33C418}" presName="connTx" presStyleLbl="parChTrans1D2" presStyleIdx="0" presStyleCnt="7"/>
      <dgm:spPr/>
    </dgm:pt>
    <dgm:pt modelId="{50C55B88-FE90-409F-9A56-1CEB8EEB5A99}" type="pres">
      <dgm:prSet presAssocID="{3AF85EED-823F-4DE3-83A4-86854DE1B16C}" presName="root2" presStyleCnt="0"/>
      <dgm:spPr/>
    </dgm:pt>
    <dgm:pt modelId="{2A694B05-FB1A-4BE2-ACA1-F126D95DA0B2}" type="pres">
      <dgm:prSet presAssocID="{3AF85EED-823F-4DE3-83A4-86854DE1B16C}" presName="LevelTwoTextNode" presStyleLbl="node2" presStyleIdx="0" presStyleCnt="7" custScaleX="154053" custScaleY="35325" custLinFactNeighborX="0" custLinFactNeighborY="-96">
        <dgm:presLayoutVars>
          <dgm:chPref val="3"/>
        </dgm:presLayoutVars>
      </dgm:prSet>
      <dgm:spPr/>
    </dgm:pt>
    <dgm:pt modelId="{4B92ADA8-40C2-4134-946A-8E9E2BC406E2}" type="pres">
      <dgm:prSet presAssocID="{3AF85EED-823F-4DE3-83A4-86854DE1B16C}" presName="level3hierChild" presStyleCnt="0"/>
      <dgm:spPr/>
    </dgm:pt>
    <dgm:pt modelId="{D96E5F0C-092B-4D43-A5D0-8E86098782A1}" type="pres">
      <dgm:prSet presAssocID="{08F47398-8E55-44AF-9817-207330BC4EF6}" presName="root1" presStyleCnt="0"/>
      <dgm:spPr/>
    </dgm:pt>
    <dgm:pt modelId="{EF15D57F-8817-487D-8F26-D3A21B8C9085}" type="pres">
      <dgm:prSet presAssocID="{08F47398-8E55-44AF-9817-207330BC4EF6}" presName="LevelOneTextNode" presStyleLbl="node0" presStyleIdx="1" presStyleCnt="4" custScaleY="48901">
        <dgm:presLayoutVars>
          <dgm:chPref val="3"/>
        </dgm:presLayoutVars>
      </dgm:prSet>
      <dgm:spPr/>
    </dgm:pt>
    <dgm:pt modelId="{7C87EFD1-A396-49BA-99AF-004FF7874CA9}" type="pres">
      <dgm:prSet presAssocID="{08F47398-8E55-44AF-9817-207330BC4EF6}" presName="level2hierChild" presStyleCnt="0"/>
      <dgm:spPr/>
    </dgm:pt>
    <dgm:pt modelId="{B00AED10-9DC3-4A5C-B19A-E02C4DC603D3}" type="pres">
      <dgm:prSet presAssocID="{141D24B6-5F3A-4223-9834-77F7F2A7909E}" presName="conn2-1" presStyleLbl="parChTrans1D2" presStyleIdx="1" presStyleCnt="7"/>
      <dgm:spPr/>
    </dgm:pt>
    <dgm:pt modelId="{1EDD5779-DCAF-4C55-BB77-D879A8532734}" type="pres">
      <dgm:prSet presAssocID="{141D24B6-5F3A-4223-9834-77F7F2A7909E}" presName="connTx" presStyleLbl="parChTrans1D2" presStyleIdx="1" presStyleCnt="7"/>
      <dgm:spPr/>
    </dgm:pt>
    <dgm:pt modelId="{28E43C9D-C495-4638-BCC8-15499E559830}" type="pres">
      <dgm:prSet presAssocID="{05BA5452-0B2D-4B04-AD76-30C67026B80E}" presName="root2" presStyleCnt="0"/>
      <dgm:spPr/>
    </dgm:pt>
    <dgm:pt modelId="{B8A54E46-45E5-4217-B2D1-7AE0C1882A29}" type="pres">
      <dgm:prSet presAssocID="{05BA5452-0B2D-4B04-AD76-30C67026B80E}" presName="LevelTwoTextNode" presStyleLbl="node2" presStyleIdx="1" presStyleCnt="7" custScaleX="154053" custScaleY="35325">
        <dgm:presLayoutVars>
          <dgm:chPref val="3"/>
        </dgm:presLayoutVars>
      </dgm:prSet>
      <dgm:spPr/>
    </dgm:pt>
    <dgm:pt modelId="{8B7D784D-E685-4782-8FF8-2757D7C95B92}" type="pres">
      <dgm:prSet presAssocID="{05BA5452-0B2D-4B04-AD76-30C67026B80E}" presName="level3hierChild" presStyleCnt="0"/>
      <dgm:spPr/>
    </dgm:pt>
    <dgm:pt modelId="{8B6785E9-E202-4385-B8CF-728342E9A47F}" type="pres">
      <dgm:prSet presAssocID="{7F9F408B-98C9-4A0C-89BD-06F838B3AAB6}" presName="conn2-1" presStyleLbl="parChTrans1D2" presStyleIdx="2" presStyleCnt="7"/>
      <dgm:spPr/>
    </dgm:pt>
    <dgm:pt modelId="{DCA73B57-021E-4953-AECC-4DA51699C06E}" type="pres">
      <dgm:prSet presAssocID="{7F9F408B-98C9-4A0C-89BD-06F838B3AAB6}" presName="connTx" presStyleLbl="parChTrans1D2" presStyleIdx="2" presStyleCnt="7"/>
      <dgm:spPr/>
    </dgm:pt>
    <dgm:pt modelId="{7C51D0D7-7646-407C-80AA-D40A77BAF0F1}" type="pres">
      <dgm:prSet presAssocID="{BC2E10A7-1E71-4641-8B95-AAFD3B9EA96A}" presName="root2" presStyleCnt="0"/>
      <dgm:spPr/>
    </dgm:pt>
    <dgm:pt modelId="{26D270DF-409B-4DEF-8790-FE3DCED4A078}" type="pres">
      <dgm:prSet presAssocID="{BC2E10A7-1E71-4641-8B95-AAFD3B9EA96A}" presName="LevelTwoTextNode" presStyleLbl="node2" presStyleIdx="2" presStyleCnt="7" custScaleX="154053" custScaleY="35325">
        <dgm:presLayoutVars>
          <dgm:chPref val="3"/>
        </dgm:presLayoutVars>
      </dgm:prSet>
      <dgm:spPr/>
    </dgm:pt>
    <dgm:pt modelId="{1FCA9526-BD0B-4D03-9C64-2513CB42F248}" type="pres">
      <dgm:prSet presAssocID="{BC2E10A7-1E71-4641-8B95-AAFD3B9EA96A}" presName="level3hierChild" presStyleCnt="0"/>
      <dgm:spPr/>
    </dgm:pt>
    <dgm:pt modelId="{DBD6B8F2-70C0-4BE5-933A-FF53CAAC3A0F}" type="pres">
      <dgm:prSet presAssocID="{4892616A-FC14-4700-B85D-8A14A26525FC}" presName="conn2-1" presStyleLbl="parChTrans1D2" presStyleIdx="3" presStyleCnt="7"/>
      <dgm:spPr/>
    </dgm:pt>
    <dgm:pt modelId="{772AB45F-8BCE-4F19-94DC-6EAF03A164AC}" type="pres">
      <dgm:prSet presAssocID="{4892616A-FC14-4700-B85D-8A14A26525FC}" presName="connTx" presStyleLbl="parChTrans1D2" presStyleIdx="3" presStyleCnt="7"/>
      <dgm:spPr/>
    </dgm:pt>
    <dgm:pt modelId="{B99C37A6-FA86-4ACD-A663-0C54C7BE7C45}" type="pres">
      <dgm:prSet presAssocID="{1FA9409C-3D19-4E35-A460-0F17A948DCEA}" presName="root2" presStyleCnt="0"/>
      <dgm:spPr/>
    </dgm:pt>
    <dgm:pt modelId="{F253A54D-FA98-40A3-9A46-9743C93FB979}" type="pres">
      <dgm:prSet presAssocID="{1FA9409C-3D19-4E35-A460-0F17A948DCEA}" presName="LevelTwoTextNode" presStyleLbl="node2" presStyleIdx="3" presStyleCnt="7" custScaleX="154053" custScaleY="35325">
        <dgm:presLayoutVars>
          <dgm:chPref val="3"/>
        </dgm:presLayoutVars>
      </dgm:prSet>
      <dgm:spPr/>
    </dgm:pt>
    <dgm:pt modelId="{2F876D9B-D21B-4F87-92D1-3E358F33DA3C}" type="pres">
      <dgm:prSet presAssocID="{1FA9409C-3D19-4E35-A460-0F17A948DCEA}" presName="level3hierChild" presStyleCnt="0"/>
      <dgm:spPr/>
    </dgm:pt>
    <dgm:pt modelId="{DB5639B6-4438-4086-AF2F-C534203D2126}" type="pres">
      <dgm:prSet presAssocID="{AD2DB73B-0983-4253-9E69-411D2585E62A}" presName="root1" presStyleCnt="0"/>
      <dgm:spPr/>
    </dgm:pt>
    <dgm:pt modelId="{285630DD-9BA8-4714-A12D-53E4C5471719}" type="pres">
      <dgm:prSet presAssocID="{AD2DB73B-0983-4253-9E69-411D2585E62A}" presName="LevelOneTextNode" presStyleLbl="node0" presStyleIdx="2" presStyleCnt="4" custScaleY="48901">
        <dgm:presLayoutVars>
          <dgm:chPref val="3"/>
        </dgm:presLayoutVars>
      </dgm:prSet>
      <dgm:spPr/>
    </dgm:pt>
    <dgm:pt modelId="{48BBC534-FC73-4348-87A9-B9E7F96C9234}" type="pres">
      <dgm:prSet presAssocID="{AD2DB73B-0983-4253-9E69-411D2585E62A}" presName="level2hierChild" presStyleCnt="0"/>
      <dgm:spPr/>
    </dgm:pt>
    <dgm:pt modelId="{16CF2EA2-F510-4849-881D-D0924DFA8C4C}" type="pres">
      <dgm:prSet presAssocID="{DB83A4D4-45B5-477D-99B2-F3A0D6CF504D}" presName="conn2-1" presStyleLbl="parChTrans1D2" presStyleIdx="4" presStyleCnt="7"/>
      <dgm:spPr/>
    </dgm:pt>
    <dgm:pt modelId="{3BE74EAC-140C-436A-95A3-EA256E8464F8}" type="pres">
      <dgm:prSet presAssocID="{DB83A4D4-45B5-477D-99B2-F3A0D6CF504D}" presName="connTx" presStyleLbl="parChTrans1D2" presStyleIdx="4" presStyleCnt="7"/>
      <dgm:spPr/>
    </dgm:pt>
    <dgm:pt modelId="{3828F2D8-BA50-4591-A165-BEA576E35AAE}" type="pres">
      <dgm:prSet presAssocID="{EFF2E20D-ADCC-4428-8499-4EC12C84BB75}" presName="root2" presStyleCnt="0"/>
      <dgm:spPr/>
    </dgm:pt>
    <dgm:pt modelId="{DB2E55C6-8A7D-4BCF-8240-C7E9DB2FD7AD}" type="pres">
      <dgm:prSet presAssocID="{EFF2E20D-ADCC-4428-8499-4EC12C84BB75}" presName="LevelTwoTextNode" presStyleLbl="node2" presStyleIdx="4" presStyleCnt="7" custScaleX="154053" custScaleY="35325">
        <dgm:presLayoutVars>
          <dgm:chPref val="3"/>
        </dgm:presLayoutVars>
      </dgm:prSet>
      <dgm:spPr/>
    </dgm:pt>
    <dgm:pt modelId="{9824EBD7-42B8-4B67-909C-3759ED0B967B}" type="pres">
      <dgm:prSet presAssocID="{EFF2E20D-ADCC-4428-8499-4EC12C84BB75}" presName="level3hierChild" presStyleCnt="0"/>
      <dgm:spPr/>
    </dgm:pt>
    <dgm:pt modelId="{3601EBEB-E26B-46E8-840E-75FDBD4EFBF0}" type="pres">
      <dgm:prSet presAssocID="{6B11C53A-EB7A-4DE7-BAAF-4740E8BBA413}" presName="root1" presStyleCnt="0"/>
      <dgm:spPr/>
    </dgm:pt>
    <dgm:pt modelId="{DEC01DA2-E513-40A0-A064-657043075E34}" type="pres">
      <dgm:prSet presAssocID="{6B11C53A-EB7A-4DE7-BAAF-4740E8BBA413}" presName="LevelOneTextNode" presStyleLbl="node0" presStyleIdx="3" presStyleCnt="4" custScaleY="48901">
        <dgm:presLayoutVars>
          <dgm:chPref val="3"/>
        </dgm:presLayoutVars>
      </dgm:prSet>
      <dgm:spPr/>
    </dgm:pt>
    <dgm:pt modelId="{6C0B2950-C232-4B1B-AAB2-6C07438D07EB}" type="pres">
      <dgm:prSet presAssocID="{6B11C53A-EB7A-4DE7-BAAF-4740E8BBA413}" presName="level2hierChild" presStyleCnt="0"/>
      <dgm:spPr/>
    </dgm:pt>
    <dgm:pt modelId="{207D4018-DC35-40C7-BEDB-3BEC59BCCF69}" type="pres">
      <dgm:prSet presAssocID="{9135F5AA-F661-4C6D-A5C6-5ED69BE24991}" presName="conn2-1" presStyleLbl="parChTrans1D2" presStyleIdx="5" presStyleCnt="7"/>
      <dgm:spPr/>
    </dgm:pt>
    <dgm:pt modelId="{32E32643-5DA3-489D-8283-D201CF93CB0D}" type="pres">
      <dgm:prSet presAssocID="{9135F5AA-F661-4C6D-A5C6-5ED69BE24991}" presName="connTx" presStyleLbl="parChTrans1D2" presStyleIdx="5" presStyleCnt="7"/>
      <dgm:spPr/>
    </dgm:pt>
    <dgm:pt modelId="{2130FB4D-9AF3-4BE2-9E2F-7C7FE270CED3}" type="pres">
      <dgm:prSet presAssocID="{01EF4581-99B2-49F1-8DEC-C25C78162BD6}" presName="root2" presStyleCnt="0"/>
      <dgm:spPr/>
    </dgm:pt>
    <dgm:pt modelId="{04FE3C46-E012-4079-AD89-329615ADB540}" type="pres">
      <dgm:prSet presAssocID="{01EF4581-99B2-49F1-8DEC-C25C78162BD6}" presName="LevelTwoTextNode" presStyleLbl="node2" presStyleIdx="5" presStyleCnt="7" custScaleX="154053" custScaleY="35325">
        <dgm:presLayoutVars>
          <dgm:chPref val="3"/>
        </dgm:presLayoutVars>
      </dgm:prSet>
      <dgm:spPr/>
    </dgm:pt>
    <dgm:pt modelId="{7BC53772-E6D7-420C-A098-3BB27124E715}" type="pres">
      <dgm:prSet presAssocID="{01EF4581-99B2-49F1-8DEC-C25C78162BD6}" presName="level3hierChild" presStyleCnt="0"/>
      <dgm:spPr/>
    </dgm:pt>
    <dgm:pt modelId="{FC45BBB0-5256-4806-9084-77FB9B432661}" type="pres">
      <dgm:prSet presAssocID="{2841D62B-B5B2-43C6-BEF3-A426CD233B96}" presName="conn2-1" presStyleLbl="parChTrans1D2" presStyleIdx="6" presStyleCnt="7"/>
      <dgm:spPr/>
    </dgm:pt>
    <dgm:pt modelId="{FED97D5D-6025-436F-ABDA-D694DF85D913}" type="pres">
      <dgm:prSet presAssocID="{2841D62B-B5B2-43C6-BEF3-A426CD233B96}" presName="connTx" presStyleLbl="parChTrans1D2" presStyleIdx="6" presStyleCnt="7"/>
      <dgm:spPr/>
    </dgm:pt>
    <dgm:pt modelId="{4B0EEA0F-8FAB-4D42-96E2-F8F1C0650D72}" type="pres">
      <dgm:prSet presAssocID="{F4D7B784-11AC-41C6-BF74-C67C1A5BCEE5}" presName="root2" presStyleCnt="0"/>
      <dgm:spPr/>
    </dgm:pt>
    <dgm:pt modelId="{B7F21BA4-290D-4457-BB4B-3B26FA9D7AAC}" type="pres">
      <dgm:prSet presAssocID="{F4D7B784-11AC-41C6-BF74-C67C1A5BCEE5}" presName="LevelTwoTextNode" presStyleLbl="node2" presStyleIdx="6" presStyleCnt="7" custScaleX="154053" custScaleY="35325">
        <dgm:presLayoutVars>
          <dgm:chPref val="3"/>
        </dgm:presLayoutVars>
      </dgm:prSet>
      <dgm:spPr/>
    </dgm:pt>
    <dgm:pt modelId="{2AE14633-2280-4C67-83B8-8A1BD2D3C2DD}" type="pres">
      <dgm:prSet presAssocID="{F4D7B784-11AC-41C6-BF74-C67C1A5BCEE5}" presName="level3hierChild" presStyleCnt="0"/>
      <dgm:spPr/>
    </dgm:pt>
  </dgm:ptLst>
  <dgm:cxnLst>
    <dgm:cxn modelId="{246F9000-34A9-4E90-A7F6-FBF5C42E5E9C}" srcId="{6B11C53A-EB7A-4DE7-BAAF-4740E8BBA413}" destId="{01EF4581-99B2-49F1-8DEC-C25C78162BD6}" srcOrd="0" destOrd="0" parTransId="{9135F5AA-F661-4C6D-A5C6-5ED69BE24991}" sibTransId="{2B6F34B0-3DBC-4467-A2BD-7CD5955CEB61}"/>
    <dgm:cxn modelId="{4E529B00-5BBD-47E8-92BD-DB8653F77D38}" type="presOf" srcId="{6B11C53A-EB7A-4DE7-BAAF-4740E8BBA413}" destId="{DEC01DA2-E513-40A0-A064-657043075E34}" srcOrd="0" destOrd="0" presId="urn:microsoft.com/office/officeart/2005/8/layout/hierarchy2"/>
    <dgm:cxn modelId="{68FD070A-F2C5-469F-81C8-8298683AE226}" srcId="{FC0E8991-6323-4D4A-861B-A7D821A19662}" destId="{3AF85EED-823F-4DE3-83A4-86854DE1B16C}" srcOrd="0" destOrd="0" parTransId="{30F535FD-C6AB-4083-AD3D-4BFDFD33C418}" sibTransId="{546F31A1-32F9-4F93-93F7-D8E01BA66809}"/>
    <dgm:cxn modelId="{C621120E-3BB8-4E8C-8738-ECAE23C06C74}" type="presOf" srcId="{4892616A-FC14-4700-B85D-8A14A26525FC}" destId="{DBD6B8F2-70C0-4BE5-933A-FF53CAAC3A0F}" srcOrd="0" destOrd="0" presId="urn:microsoft.com/office/officeart/2005/8/layout/hierarchy2"/>
    <dgm:cxn modelId="{E560B930-E1D9-4052-BB3B-D0BE9DE616C0}" type="presOf" srcId="{01EF4581-99B2-49F1-8DEC-C25C78162BD6}" destId="{04FE3C46-E012-4079-AD89-329615ADB540}" srcOrd="0" destOrd="0" presId="urn:microsoft.com/office/officeart/2005/8/layout/hierarchy2"/>
    <dgm:cxn modelId="{C4909E37-667E-4A4C-9CD6-CBD220F28B30}" srcId="{97121B02-9FEA-49E7-9E97-FE1C2AD13CA8}" destId="{6B11C53A-EB7A-4DE7-BAAF-4740E8BBA413}" srcOrd="3" destOrd="0" parTransId="{B97EA4DD-066B-4EC6-9ED8-A68AEBE77489}" sibTransId="{C56DDC4A-948D-4D59-94B8-B847DA2D3F14}"/>
    <dgm:cxn modelId="{F1F02F38-D08B-43F6-B319-10271CDF52F3}" type="presOf" srcId="{EFF2E20D-ADCC-4428-8499-4EC12C84BB75}" destId="{DB2E55C6-8A7D-4BCF-8240-C7E9DB2FD7AD}" srcOrd="0" destOrd="0" presId="urn:microsoft.com/office/officeart/2005/8/layout/hierarchy2"/>
    <dgm:cxn modelId="{EACEAE40-F9C1-4C15-982E-55B9B84346F7}" type="presOf" srcId="{BC2E10A7-1E71-4641-8B95-AAFD3B9EA96A}" destId="{26D270DF-409B-4DEF-8790-FE3DCED4A078}" srcOrd="0" destOrd="0" presId="urn:microsoft.com/office/officeart/2005/8/layout/hierarchy2"/>
    <dgm:cxn modelId="{CDD02449-2DCD-4659-B18E-3BAE967F9841}" srcId="{97121B02-9FEA-49E7-9E97-FE1C2AD13CA8}" destId="{FC0E8991-6323-4D4A-861B-A7D821A19662}" srcOrd="0" destOrd="0" parTransId="{46A6BCCA-C9BE-46D2-BD9D-5A6E6C5ADA79}" sibTransId="{0B675665-CF3C-46F3-86DB-C2AE690A2B79}"/>
    <dgm:cxn modelId="{308AED4C-0BC5-4947-AD48-FA9C627B3E2C}" type="presOf" srcId="{AD2DB73B-0983-4253-9E69-411D2585E62A}" destId="{285630DD-9BA8-4714-A12D-53E4C5471719}" srcOrd="0" destOrd="0" presId="urn:microsoft.com/office/officeart/2005/8/layout/hierarchy2"/>
    <dgm:cxn modelId="{90ECFF4C-7349-42A4-B8EA-264F0539FFAF}" srcId="{08F47398-8E55-44AF-9817-207330BC4EF6}" destId="{1FA9409C-3D19-4E35-A460-0F17A948DCEA}" srcOrd="2" destOrd="0" parTransId="{4892616A-FC14-4700-B85D-8A14A26525FC}" sibTransId="{31AE1054-9F3E-4E88-B5E4-4B9AB1295E25}"/>
    <dgm:cxn modelId="{3D3F265B-B5EA-4A04-B731-175812EA9684}" srcId="{97121B02-9FEA-49E7-9E97-FE1C2AD13CA8}" destId="{08F47398-8E55-44AF-9817-207330BC4EF6}" srcOrd="1" destOrd="0" parTransId="{22CE62E8-44DD-4E42-99F2-6D577DBEFE32}" sibTransId="{A75D25D9-9732-4EFB-83DE-B789DD7896CF}"/>
    <dgm:cxn modelId="{BBFD156B-497F-4DE1-8C45-A4BE1F7B6A9F}" type="presOf" srcId="{DB83A4D4-45B5-477D-99B2-F3A0D6CF504D}" destId="{3BE74EAC-140C-436A-95A3-EA256E8464F8}" srcOrd="1" destOrd="0" presId="urn:microsoft.com/office/officeart/2005/8/layout/hierarchy2"/>
    <dgm:cxn modelId="{0DF7586B-8250-4948-8EF4-A6A1F8048C37}" type="presOf" srcId="{7F9F408B-98C9-4A0C-89BD-06F838B3AAB6}" destId="{DCA73B57-021E-4953-AECC-4DA51699C06E}" srcOrd="1" destOrd="0" presId="urn:microsoft.com/office/officeart/2005/8/layout/hierarchy2"/>
    <dgm:cxn modelId="{15FA1581-2E96-4B10-933B-F6A64208E9BF}" type="presOf" srcId="{30F535FD-C6AB-4083-AD3D-4BFDFD33C418}" destId="{14437B45-B64E-4064-8A4F-E8F4EE1CD2DD}" srcOrd="0" destOrd="0" presId="urn:microsoft.com/office/officeart/2005/8/layout/hierarchy2"/>
    <dgm:cxn modelId="{3C3F4F81-1A96-4FCD-8FB2-9E84C94E493E}" srcId="{08F47398-8E55-44AF-9817-207330BC4EF6}" destId="{BC2E10A7-1E71-4641-8B95-AAFD3B9EA96A}" srcOrd="1" destOrd="0" parTransId="{7F9F408B-98C9-4A0C-89BD-06F838B3AAB6}" sibTransId="{A8C82A19-C546-463A-853C-49D09AB3230D}"/>
    <dgm:cxn modelId="{C530749C-AB07-403D-8012-AA413DD29A12}" type="presOf" srcId="{08F47398-8E55-44AF-9817-207330BC4EF6}" destId="{EF15D57F-8817-487D-8F26-D3A21B8C9085}" srcOrd="0" destOrd="0" presId="urn:microsoft.com/office/officeart/2005/8/layout/hierarchy2"/>
    <dgm:cxn modelId="{73D867A8-BD7D-49CC-A5EA-B2AA142AB8F2}" type="presOf" srcId="{F4D7B784-11AC-41C6-BF74-C67C1A5BCEE5}" destId="{B7F21BA4-290D-4457-BB4B-3B26FA9D7AAC}" srcOrd="0" destOrd="0" presId="urn:microsoft.com/office/officeart/2005/8/layout/hierarchy2"/>
    <dgm:cxn modelId="{E3B193AE-6A99-4DFA-ACC6-78581B432085}" type="presOf" srcId="{141D24B6-5F3A-4223-9834-77F7F2A7909E}" destId="{B00AED10-9DC3-4A5C-B19A-E02C4DC603D3}" srcOrd="0" destOrd="0" presId="urn:microsoft.com/office/officeart/2005/8/layout/hierarchy2"/>
    <dgm:cxn modelId="{E4A79FAE-9E36-4A0E-B413-047BAE56C14B}" type="presOf" srcId="{FC0E8991-6323-4D4A-861B-A7D821A19662}" destId="{6DC36BA3-41D9-4D95-A247-0FEF3E3B4E4B}" srcOrd="0" destOrd="0" presId="urn:microsoft.com/office/officeart/2005/8/layout/hierarchy2"/>
    <dgm:cxn modelId="{BDAA7DB4-ABD8-4962-97E6-6C425B74390A}" type="presOf" srcId="{3AF85EED-823F-4DE3-83A4-86854DE1B16C}" destId="{2A694B05-FB1A-4BE2-ACA1-F126D95DA0B2}" srcOrd="0" destOrd="0" presId="urn:microsoft.com/office/officeart/2005/8/layout/hierarchy2"/>
    <dgm:cxn modelId="{B9D23FB5-1690-46C0-8573-CC3F597401C5}" type="presOf" srcId="{7F9F408B-98C9-4A0C-89BD-06F838B3AAB6}" destId="{8B6785E9-E202-4385-B8CF-728342E9A47F}" srcOrd="0" destOrd="0" presId="urn:microsoft.com/office/officeart/2005/8/layout/hierarchy2"/>
    <dgm:cxn modelId="{E094F0B9-A275-4BFC-B2CF-07C2494D5BD8}" type="presOf" srcId="{97121B02-9FEA-49E7-9E97-FE1C2AD13CA8}" destId="{680AED24-A4B0-4CFD-BCFC-ACAC8AA92957}" srcOrd="0" destOrd="0" presId="urn:microsoft.com/office/officeart/2005/8/layout/hierarchy2"/>
    <dgm:cxn modelId="{501AB5BB-580E-448A-825B-618EA51AFD9E}" type="presOf" srcId="{4892616A-FC14-4700-B85D-8A14A26525FC}" destId="{772AB45F-8BCE-4F19-94DC-6EAF03A164AC}" srcOrd="1" destOrd="0" presId="urn:microsoft.com/office/officeart/2005/8/layout/hierarchy2"/>
    <dgm:cxn modelId="{0CD3A8C6-07AE-4A25-86A0-1D61C20DCFE2}" type="presOf" srcId="{9135F5AA-F661-4C6D-A5C6-5ED69BE24991}" destId="{207D4018-DC35-40C7-BEDB-3BEC59BCCF69}" srcOrd="0" destOrd="0" presId="urn:microsoft.com/office/officeart/2005/8/layout/hierarchy2"/>
    <dgm:cxn modelId="{5C49E9C9-EA10-4372-8FEC-B6E30F8117AD}" srcId="{08F47398-8E55-44AF-9817-207330BC4EF6}" destId="{05BA5452-0B2D-4B04-AD76-30C67026B80E}" srcOrd="0" destOrd="0" parTransId="{141D24B6-5F3A-4223-9834-77F7F2A7909E}" sibTransId="{B1ECD707-D26A-44E9-ADE5-B931D4399353}"/>
    <dgm:cxn modelId="{159CF0CA-1F30-4230-A38D-837CB7863A6F}" type="presOf" srcId="{1FA9409C-3D19-4E35-A460-0F17A948DCEA}" destId="{F253A54D-FA98-40A3-9A46-9743C93FB979}" srcOrd="0" destOrd="0" presId="urn:microsoft.com/office/officeart/2005/8/layout/hierarchy2"/>
    <dgm:cxn modelId="{3C4604CC-9154-4F75-989A-D7D057CED550}" type="presOf" srcId="{141D24B6-5F3A-4223-9834-77F7F2A7909E}" destId="{1EDD5779-DCAF-4C55-BB77-D879A8532734}" srcOrd="1" destOrd="0" presId="urn:microsoft.com/office/officeart/2005/8/layout/hierarchy2"/>
    <dgm:cxn modelId="{486D5ED0-7433-4898-BF7C-21525A967F65}" type="presOf" srcId="{30F535FD-C6AB-4083-AD3D-4BFDFD33C418}" destId="{4681A7DE-2576-414D-A2AC-EC03920C4064}" srcOrd="1" destOrd="0" presId="urn:microsoft.com/office/officeart/2005/8/layout/hierarchy2"/>
    <dgm:cxn modelId="{1DADBED4-3511-4B80-9F52-0A2E014351EF}" type="presOf" srcId="{9135F5AA-F661-4C6D-A5C6-5ED69BE24991}" destId="{32E32643-5DA3-489D-8283-D201CF93CB0D}" srcOrd="1" destOrd="0" presId="urn:microsoft.com/office/officeart/2005/8/layout/hierarchy2"/>
    <dgm:cxn modelId="{F0119FDA-2B81-48D1-9D88-DA9B469F0F26}" type="presOf" srcId="{2841D62B-B5B2-43C6-BEF3-A426CD233B96}" destId="{FC45BBB0-5256-4806-9084-77FB9B432661}" srcOrd="0" destOrd="0" presId="urn:microsoft.com/office/officeart/2005/8/layout/hierarchy2"/>
    <dgm:cxn modelId="{21D986DC-8C7B-44F3-86A4-FB92F6624B33}" type="presOf" srcId="{05BA5452-0B2D-4B04-AD76-30C67026B80E}" destId="{B8A54E46-45E5-4217-B2D1-7AE0C1882A29}" srcOrd="0" destOrd="0" presId="urn:microsoft.com/office/officeart/2005/8/layout/hierarchy2"/>
    <dgm:cxn modelId="{44A092E6-64E0-490A-A082-105152B93299}" srcId="{97121B02-9FEA-49E7-9E97-FE1C2AD13CA8}" destId="{AD2DB73B-0983-4253-9E69-411D2585E62A}" srcOrd="2" destOrd="0" parTransId="{D6F4BB72-0D07-43CD-A2C5-E2336E18AF6A}" sibTransId="{6789906C-ED6A-41A4-905D-F2605742AC56}"/>
    <dgm:cxn modelId="{43C07FF0-BCBB-43DE-BAAA-6FD6F34DD27D}" srcId="{AD2DB73B-0983-4253-9E69-411D2585E62A}" destId="{EFF2E20D-ADCC-4428-8499-4EC12C84BB75}" srcOrd="0" destOrd="0" parTransId="{DB83A4D4-45B5-477D-99B2-F3A0D6CF504D}" sibTransId="{6CC1CBE3-5C3F-4487-839E-1C72F64C53DC}"/>
    <dgm:cxn modelId="{5EC60BF7-A85D-456A-8130-6C2861F26C20}" type="presOf" srcId="{2841D62B-B5B2-43C6-BEF3-A426CD233B96}" destId="{FED97D5D-6025-436F-ABDA-D694DF85D913}" srcOrd="1" destOrd="0" presId="urn:microsoft.com/office/officeart/2005/8/layout/hierarchy2"/>
    <dgm:cxn modelId="{4548DFF8-2F1E-42C2-A8B5-B21F9B1ADC20}" srcId="{6B11C53A-EB7A-4DE7-BAAF-4740E8BBA413}" destId="{F4D7B784-11AC-41C6-BF74-C67C1A5BCEE5}" srcOrd="1" destOrd="0" parTransId="{2841D62B-B5B2-43C6-BEF3-A426CD233B96}" sibTransId="{14138728-B179-4CAD-B13C-DD7D23D6BB67}"/>
    <dgm:cxn modelId="{E6CC03FC-F2A6-4A55-A26C-3DFD4A5CF17C}" type="presOf" srcId="{DB83A4D4-45B5-477D-99B2-F3A0D6CF504D}" destId="{16CF2EA2-F510-4849-881D-D0924DFA8C4C}" srcOrd="0" destOrd="0" presId="urn:microsoft.com/office/officeart/2005/8/layout/hierarchy2"/>
    <dgm:cxn modelId="{AFD1DA3A-892F-430B-AE85-7C049AC807DE}" type="presParOf" srcId="{680AED24-A4B0-4CFD-BCFC-ACAC8AA92957}" destId="{9338F5BD-7851-459E-9B2F-27B55405616B}" srcOrd="0" destOrd="0" presId="urn:microsoft.com/office/officeart/2005/8/layout/hierarchy2"/>
    <dgm:cxn modelId="{8888FADB-5516-4FED-BA58-525AE84B5CF6}" type="presParOf" srcId="{9338F5BD-7851-459E-9B2F-27B55405616B}" destId="{6DC36BA3-41D9-4D95-A247-0FEF3E3B4E4B}" srcOrd="0" destOrd="0" presId="urn:microsoft.com/office/officeart/2005/8/layout/hierarchy2"/>
    <dgm:cxn modelId="{1B7ABBC5-D21F-44A3-B12D-1ED1E53F0415}" type="presParOf" srcId="{9338F5BD-7851-459E-9B2F-27B55405616B}" destId="{C85BED27-5AA9-4F3C-B157-DA3A90D09896}" srcOrd="1" destOrd="0" presId="urn:microsoft.com/office/officeart/2005/8/layout/hierarchy2"/>
    <dgm:cxn modelId="{25C4B6FF-B071-4EEE-9D2B-23DA08A9E72A}" type="presParOf" srcId="{C85BED27-5AA9-4F3C-B157-DA3A90D09896}" destId="{14437B45-B64E-4064-8A4F-E8F4EE1CD2DD}" srcOrd="0" destOrd="0" presId="urn:microsoft.com/office/officeart/2005/8/layout/hierarchy2"/>
    <dgm:cxn modelId="{238FE499-B5DB-42DC-97AD-6D35220C5B29}" type="presParOf" srcId="{14437B45-B64E-4064-8A4F-E8F4EE1CD2DD}" destId="{4681A7DE-2576-414D-A2AC-EC03920C4064}" srcOrd="0" destOrd="0" presId="urn:microsoft.com/office/officeart/2005/8/layout/hierarchy2"/>
    <dgm:cxn modelId="{CE11D372-36E6-4CB7-A1A3-C8051F2FAB4E}" type="presParOf" srcId="{C85BED27-5AA9-4F3C-B157-DA3A90D09896}" destId="{50C55B88-FE90-409F-9A56-1CEB8EEB5A99}" srcOrd="1" destOrd="0" presId="urn:microsoft.com/office/officeart/2005/8/layout/hierarchy2"/>
    <dgm:cxn modelId="{E428AF85-211B-40A3-B90C-775185818ACC}" type="presParOf" srcId="{50C55B88-FE90-409F-9A56-1CEB8EEB5A99}" destId="{2A694B05-FB1A-4BE2-ACA1-F126D95DA0B2}" srcOrd="0" destOrd="0" presId="urn:microsoft.com/office/officeart/2005/8/layout/hierarchy2"/>
    <dgm:cxn modelId="{266376CE-85A6-4977-9F3D-405052746A74}" type="presParOf" srcId="{50C55B88-FE90-409F-9A56-1CEB8EEB5A99}" destId="{4B92ADA8-40C2-4134-946A-8E9E2BC406E2}" srcOrd="1" destOrd="0" presId="urn:microsoft.com/office/officeart/2005/8/layout/hierarchy2"/>
    <dgm:cxn modelId="{2061A5ED-3859-44ED-9F4E-1AFE1C3CB952}" type="presParOf" srcId="{680AED24-A4B0-4CFD-BCFC-ACAC8AA92957}" destId="{D96E5F0C-092B-4D43-A5D0-8E86098782A1}" srcOrd="1" destOrd="0" presId="urn:microsoft.com/office/officeart/2005/8/layout/hierarchy2"/>
    <dgm:cxn modelId="{864A88C4-6B94-4A9A-8DDB-7D7BEF219D99}" type="presParOf" srcId="{D96E5F0C-092B-4D43-A5D0-8E86098782A1}" destId="{EF15D57F-8817-487D-8F26-D3A21B8C9085}" srcOrd="0" destOrd="0" presId="urn:microsoft.com/office/officeart/2005/8/layout/hierarchy2"/>
    <dgm:cxn modelId="{CECB3E4A-E4F8-4EAE-823D-20A82B5020CB}" type="presParOf" srcId="{D96E5F0C-092B-4D43-A5D0-8E86098782A1}" destId="{7C87EFD1-A396-49BA-99AF-004FF7874CA9}" srcOrd="1" destOrd="0" presId="urn:microsoft.com/office/officeart/2005/8/layout/hierarchy2"/>
    <dgm:cxn modelId="{CCD71D1F-1F30-4FDF-868A-06380BDD2D34}" type="presParOf" srcId="{7C87EFD1-A396-49BA-99AF-004FF7874CA9}" destId="{B00AED10-9DC3-4A5C-B19A-E02C4DC603D3}" srcOrd="0" destOrd="0" presId="urn:microsoft.com/office/officeart/2005/8/layout/hierarchy2"/>
    <dgm:cxn modelId="{36930E25-EA86-4CDB-A12F-AB548CDBD58A}" type="presParOf" srcId="{B00AED10-9DC3-4A5C-B19A-E02C4DC603D3}" destId="{1EDD5779-DCAF-4C55-BB77-D879A8532734}" srcOrd="0" destOrd="0" presId="urn:microsoft.com/office/officeart/2005/8/layout/hierarchy2"/>
    <dgm:cxn modelId="{8ED461F5-EFC8-41DE-BABE-C2C1B0801AC8}" type="presParOf" srcId="{7C87EFD1-A396-49BA-99AF-004FF7874CA9}" destId="{28E43C9D-C495-4638-BCC8-15499E559830}" srcOrd="1" destOrd="0" presId="urn:microsoft.com/office/officeart/2005/8/layout/hierarchy2"/>
    <dgm:cxn modelId="{F4964D63-3640-407D-9858-41D720DFA10A}" type="presParOf" srcId="{28E43C9D-C495-4638-BCC8-15499E559830}" destId="{B8A54E46-45E5-4217-B2D1-7AE0C1882A29}" srcOrd="0" destOrd="0" presId="urn:microsoft.com/office/officeart/2005/8/layout/hierarchy2"/>
    <dgm:cxn modelId="{A0C148A4-127D-45C5-8ADB-35D3C7F220F3}" type="presParOf" srcId="{28E43C9D-C495-4638-BCC8-15499E559830}" destId="{8B7D784D-E685-4782-8FF8-2757D7C95B92}" srcOrd="1" destOrd="0" presId="urn:microsoft.com/office/officeart/2005/8/layout/hierarchy2"/>
    <dgm:cxn modelId="{7F0C2DC3-10FF-497D-9F10-5D938E196880}" type="presParOf" srcId="{7C87EFD1-A396-49BA-99AF-004FF7874CA9}" destId="{8B6785E9-E202-4385-B8CF-728342E9A47F}" srcOrd="2" destOrd="0" presId="urn:microsoft.com/office/officeart/2005/8/layout/hierarchy2"/>
    <dgm:cxn modelId="{30A616C2-0928-414A-B26A-930846A0F410}" type="presParOf" srcId="{8B6785E9-E202-4385-B8CF-728342E9A47F}" destId="{DCA73B57-021E-4953-AECC-4DA51699C06E}" srcOrd="0" destOrd="0" presId="urn:microsoft.com/office/officeart/2005/8/layout/hierarchy2"/>
    <dgm:cxn modelId="{6B2F845C-A1C8-4A3A-84D6-5D2C7BE20F4F}" type="presParOf" srcId="{7C87EFD1-A396-49BA-99AF-004FF7874CA9}" destId="{7C51D0D7-7646-407C-80AA-D40A77BAF0F1}" srcOrd="3" destOrd="0" presId="urn:microsoft.com/office/officeart/2005/8/layout/hierarchy2"/>
    <dgm:cxn modelId="{39DFE9F2-6D41-42C2-B102-F96C2FF20F51}" type="presParOf" srcId="{7C51D0D7-7646-407C-80AA-D40A77BAF0F1}" destId="{26D270DF-409B-4DEF-8790-FE3DCED4A078}" srcOrd="0" destOrd="0" presId="urn:microsoft.com/office/officeart/2005/8/layout/hierarchy2"/>
    <dgm:cxn modelId="{5B570A91-F02F-403B-9705-C1A3E5F5C35F}" type="presParOf" srcId="{7C51D0D7-7646-407C-80AA-D40A77BAF0F1}" destId="{1FCA9526-BD0B-4D03-9C64-2513CB42F248}" srcOrd="1" destOrd="0" presId="urn:microsoft.com/office/officeart/2005/8/layout/hierarchy2"/>
    <dgm:cxn modelId="{23E93835-3FDB-4A2C-86B3-49D31BDAC499}" type="presParOf" srcId="{7C87EFD1-A396-49BA-99AF-004FF7874CA9}" destId="{DBD6B8F2-70C0-4BE5-933A-FF53CAAC3A0F}" srcOrd="4" destOrd="0" presId="urn:microsoft.com/office/officeart/2005/8/layout/hierarchy2"/>
    <dgm:cxn modelId="{A0C9A859-5C9A-41FF-A512-03C0D84CC3BA}" type="presParOf" srcId="{DBD6B8F2-70C0-4BE5-933A-FF53CAAC3A0F}" destId="{772AB45F-8BCE-4F19-94DC-6EAF03A164AC}" srcOrd="0" destOrd="0" presId="urn:microsoft.com/office/officeart/2005/8/layout/hierarchy2"/>
    <dgm:cxn modelId="{225129D1-C4C7-4AAF-A7B5-9690F05EB19E}" type="presParOf" srcId="{7C87EFD1-A396-49BA-99AF-004FF7874CA9}" destId="{B99C37A6-FA86-4ACD-A663-0C54C7BE7C45}" srcOrd="5" destOrd="0" presId="urn:microsoft.com/office/officeart/2005/8/layout/hierarchy2"/>
    <dgm:cxn modelId="{BE211AFB-59AA-43A3-89C2-2E6EB5A8CA0E}" type="presParOf" srcId="{B99C37A6-FA86-4ACD-A663-0C54C7BE7C45}" destId="{F253A54D-FA98-40A3-9A46-9743C93FB979}" srcOrd="0" destOrd="0" presId="urn:microsoft.com/office/officeart/2005/8/layout/hierarchy2"/>
    <dgm:cxn modelId="{5688068F-660D-4951-B7C7-50866238EC7B}" type="presParOf" srcId="{B99C37A6-FA86-4ACD-A663-0C54C7BE7C45}" destId="{2F876D9B-D21B-4F87-92D1-3E358F33DA3C}" srcOrd="1" destOrd="0" presId="urn:microsoft.com/office/officeart/2005/8/layout/hierarchy2"/>
    <dgm:cxn modelId="{ECAFCC29-8D4C-41D5-BDFF-9431693B01EF}" type="presParOf" srcId="{680AED24-A4B0-4CFD-BCFC-ACAC8AA92957}" destId="{DB5639B6-4438-4086-AF2F-C534203D2126}" srcOrd="2" destOrd="0" presId="urn:microsoft.com/office/officeart/2005/8/layout/hierarchy2"/>
    <dgm:cxn modelId="{B849E211-EB93-48D0-9ECB-246B27A943C1}" type="presParOf" srcId="{DB5639B6-4438-4086-AF2F-C534203D2126}" destId="{285630DD-9BA8-4714-A12D-53E4C5471719}" srcOrd="0" destOrd="0" presId="urn:microsoft.com/office/officeart/2005/8/layout/hierarchy2"/>
    <dgm:cxn modelId="{D76678D3-11A8-4986-B771-06444F41BB86}" type="presParOf" srcId="{DB5639B6-4438-4086-AF2F-C534203D2126}" destId="{48BBC534-FC73-4348-87A9-B9E7F96C9234}" srcOrd="1" destOrd="0" presId="urn:microsoft.com/office/officeart/2005/8/layout/hierarchy2"/>
    <dgm:cxn modelId="{85F00B08-E7E9-41A3-BFD6-EA2F015E8F7F}" type="presParOf" srcId="{48BBC534-FC73-4348-87A9-B9E7F96C9234}" destId="{16CF2EA2-F510-4849-881D-D0924DFA8C4C}" srcOrd="0" destOrd="0" presId="urn:microsoft.com/office/officeart/2005/8/layout/hierarchy2"/>
    <dgm:cxn modelId="{F6EBFF51-B341-46C9-9C32-FA619E1C3ECC}" type="presParOf" srcId="{16CF2EA2-F510-4849-881D-D0924DFA8C4C}" destId="{3BE74EAC-140C-436A-95A3-EA256E8464F8}" srcOrd="0" destOrd="0" presId="urn:microsoft.com/office/officeart/2005/8/layout/hierarchy2"/>
    <dgm:cxn modelId="{006DB185-06EB-482F-B21F-D19772855D5A}" type="presParOf" srcId="{48BBC534-FC73-4348-87A9-B9E7F96C9234}" destId="{3828F2D8-BA50-4591-A165-BEA576E35AAE}" srcOrd="1" destOrd="0" presId="urn:microsoft.com/office/officeart/2005/8/layout/hierarchy2"/>
    <dgm:cxn modelId="{110B297B-1401-4529-AF10-489A064B8BB5}" type="presParOf" srcId="{3828F2D8-BA50-4591-A165-BEA576E35AAE}" destId="{DB2E55C6-8A7D-4BCF-8240-C7E9DB2FD7AD}" srcOrd="0" destOrd="0" presId="urn:microsoft.com/office/officeart/2005/8/layout/hierarchy2"/>
    <dgm:cxn modelId="{FD28A726-D847-4785-9CDF-979B877EB7DD}" type="presParOf" srcId="{3828F2D8-BA50-4591-A165-BEA576E35AAE}" destId="{9824EBD7-42B8-4B67-909C-3759ED0B967B}" srcOrd="1" destOrd="0" presId="urn:microsoft.com/office/officeart/2005/8/layout/hierarchy2"/>
    <dgm:cxn modelId="{7CFC7094-891F-473D-82A7-1A4D69F81F0E}" type="presParOf" srcId="{680AED24-A4B0-4CFD-BCFC-ACAC8AA92957}" destId="{3601EBEB-E26B-46E8-840E-75FDBD4EFBF0}" srcOrd="3" destOrd="0" presId="urn:microsoft.com/office/officeart/2005/8/layout/hierarchy2"/>
    <dgm:cxn modelId="{DD2005C3-BFCB-4763-B6FE-857F1257FFD2}" type="presParOf" srcId="{3601EBEB-E26B-46E8-840E-75FDBD4EFBF0}" destId="{DEC01DA2-E513-40A0-A064-657043075E34}" srcOrd="0" destOrd="0" presId="urn:microsoft.com/office/officeart/2005/8/layout/hierarchy2"/>
    <dgm:cxn modelId="{41468608-B60D-46A2-97B6-0EECC10BFAC9}" type="presParOf" srcId="{3601EBEB-E26B-46E8-840E-75FDBD4EFBF0}" destId="{6C0B2950-C232-4B1B-AAB2-6C07438D07EB}" srcOrd="1" destOrd="0" presId="urn:microsoft.com/office/officeart/2005/8/layout/hierarchy2"/>
    <dgm:cxn modelId="{FAE273A7-B546-447B-A901-B1AD5052CFE3}" type="presParOf" srcId="{6C0B2950-C232-4B1B-AAB2-6C07438D07EB}" destId="{207D4018-DC35-40C7-BEDB-3BEC59BCCF69}" srcOrd="0" destOrd="0" presId="urn:microsoft.com/office/officeart/2005/8/layout/hierarchy2"/>
    <dgm:cxn modelId="{617AF57E-B244-4869-9EF1-6E8705E1614B}" type="presParOf" srcId="{207D4018-DC35-40C7-BEDB-3BEC59BCCF69}" destId="{32E32643-5DA3-489D-8283-D201CF93CB0D}" srcOrd="0" destOrd="0" presId="urn:microsoft.com/office/officeart/2005/8/layout/hierarchy2"/>
    <dgm:cxn modelId="{18995B93-81EB-40AF-B9D1-5606E89AA0D9}" type="presParOf" srcId="{6C0B2950-C232-4B1B-AAB2-6C07438D07EB}" destId="{2130FB4D-9AF3-4BE2-9E2F-7C7FE270CED3}" srcOrd="1" destOrd="0" presId="urn:microsoft.com/office/officeart/2005/8/layout/hierarchy2"/>
    <dgm:cxn modelId="{EA29DD0D-179B-4E4D-8176-A3FCA947C4A5}" type="presParOf" srcId="{2130FB4D-9AF3-4BE2-9E2F-7C7FE270CED3}" destId="{04FE3C46-E012-4079-AD89-329615ADB540}" srcOrd="0" destOrd="0" presId="urn:microsoft.com/office/officeart/2005/8/layout/hierarchy2"/>
    <dgm:cxn modelId="{7E6D8BAB-2204-4430-999F-1684AA892592}" type="presParOf" srcId="{2130FB4D-9AF3-4BE2-9E2F-7C7FE270CED3}" destId="{7BC53772-E6D7-420C-A098-3BB27124E715}" srcOrd="1" destOrd="0" presId="urn:microsoft.com/office/officeart/2005/8/layout/hierarchy2"/>
    <dgm:cxn modelId="{82FCB480-84DC-49FF-9E1E-BAE474C6E1CC}" type="presParOf" srcId="{6C0B2950-C232-4B1B-AAB2-6C07438D07EB}" destId="{FC45BBB0-5256-4806-9084-77FB9B432661}" srcOrd="2" destOrd="0" presId="urn:microsoft.com/office/officeart/2005/8/layout/hierarchy2"/>
    <dgm:cxn modelId="{6487DDBB-AF0C-4892-B4B0-CC410DBEBE0C}" type="presParOf" srcId="{FC45BBB0-5256-4806-9084-77FB9B432661}" destId="{FED97D5D-6025-436F-ABDA-D694DF85D913}" srcOrd="0" destOrd="0" presId="urn:microsoft.com/office/officeart/2005/8/layout/hierarchy2"/>
    <dgm:cxn modelId="{2DBE57BA-5C30-45D6-93B1-EED5AF8D29DD}" type="presParOf" srcId="{6C0B2950-C232-4B1B-AAB2-6C07438D07EB}" destId="{4B0EEA0F-8FAB-4D42-96E2-F8F1C0650D72}" srcOrd="3" destOrd="0" presId="urn:microsoft.com/office/officeart/2005/8/layout/hierarchy2"/>
    <dgm:cxn modelId="{E705ED89-AC73-47A5-A030-1F2CD3CF5FAA}" type="presParOf" srcId="{4B0EEA0F-8FAB-4D42-96E2-F8F1C0650D72}" destId="{B7F21BA4-290D-4457-BB4B-3B26FA9D7AAC}" srcOrd="0" destOrd="0" presId="urn:microsoft.com/office/officeart/2005/8/layout/hierarchy2"/>
    <dgm:cxn modelId="{9C5D2486-16E5-4BE6-81B1-B6FDE89B6B8C}" type="presParOf" srcId="{4B0EEA0F-8FAB-4D42-96E2-F8F1C0650D72}" destId="{2AE14633-2280-4C67-83B8-8A1BD2D3C2D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C3B356-D0A9-487F-8E37-184000C6953D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t-EE"/>
        </a:p>
      </dgm:t>
    </dgm:pt>
    <dgm:pt modelId="{75372ACC-877B-4E5B-BEF7-7C1D84868807}">
      <dgm:prSet phldrT="[Text]"/>
      <dgm:spPr/>
      <dgm:t>
        <a:bodyPr/>
        <a:lstStyle/>
        <a:p>
          <a:r>
            <a:rPr lang="en-US" noProof="0" dirty="0">
              <a:latin typeface="+mj-lt"/>
            </a:rPr>
            <a:t>MEAC – Submitting notice of economic activity in a retail sector</a:t>
          </a:r>
        </a:p>
      </dgm:t>
    </dgm:pt>
    <dgm:pt modelId="{0ABFEC7E-0CC6-4C36-AFFC-A677BBAB63F8}" type="par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9FD3440-7782-40F0-98E5-EB2339EE31E4}" type="sib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1E25397B-ED51-46AB-8B37-D849983A464B}">
      <dgm:prSet phldrT="[Text]" custT="1"/>
      <dgm:spPr/>
      <dgm:t>
        <a:bodyPr/>
        <a:lstStyle/>
        <a:p>
          <a:pPr algn="l"/>
          <a:r>
            <a:rPr lang="en-US" sz="1600" b="1" noProof="0" dirty="0">
              <a:latin typeface="+mj-lt"/>
            </a:rPr>
            <a:t>Business Register Portal</a:t>
          </a:r>
        </a:p>
        <a:p>
          <a:pPr algn="l"/>
          <a:r>
            <a:rPr lang="en-US" sz="1200" noProof="0" dirty="0">
              <a:latin typeface="+mj-lt"/>
            </a:rPr>
            <a:t>+Proactive support for finding specific requirements on the basis of NACE</a:t>
          </a:r>
        </a:p>
        <a:p>
          <a:pPr algn="l"/>
          <a:r>
            <a:rPr lang="en-US" sz="1200" noProof="0" dirty="0">
              <a:latin typeface="+mj-lt"/>
            </a:rPr>
            <a:t>+ Venue info</a:t>
          </a:r>
        </a:p>
        <a:p>
          <a:pPr algn="l"/>
          <a:r>
            <a:rPr lang="en-US" sz="1200" noProof="0" dirty="0">
              <a:latin typeface="+mj-lt"/>
            </a:rPr>
            <a:t>+ Applying for operating permits and -notifications</a:t>
          </a:r>
        </a:p>
      </dgm:t>
    </dgm:pt>
    <dgm:pt modelId="{E10B8997-72A9-4C01-BAC8-6A440B1E4FB9}" type="par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B3CFEC6C-CB48-4762-B4E8-AB6F1043A4F8}" type="sib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B91937FF-17D5-4DE8-88EC-A27C27D6CA9C}" type="pres">
      <dgm:prSet presAssocID="{F1C3B356-D0A9-487F-8E37-184000C6953D}" presName="Name0" presStyleCnt="0">
        <dgm:presLayoutVars>
          <dgm:dir/>
          <dgm:animOne val="branch"/>
          <dgm:animLvl val="lvl"/>
        </dgm:presLayoutVars>
      </dgm:prSet>
      <dgm:spPr/>
    </dgm:pt>
    <dgm:pt modelId="{15A95FDF-D076-469D-BA53-D5D78F4CB853}" type="pres">
      <dgm:prSet presAssocID="{75372ACC-877B-4E5B-BEF7-7C1D84868807}" presName="chaos" presStyleCnt="0"/>
      <dgm:spPr/>
    </dgm:pt>
    <dgm:pt modelId="{7DD309D1-5ACA-4FA0-B459-2CE42FE8B2F6}" type="pres">
      <dgm:prSet presAssocID="{75372ACC-877B-4E5B-BEF7-7C1D84868807}" presName="parTx1" presStyleLbl="revTx" presStyleIdx="0" presStyleCnt="1"/>
      <dgm:spPr/>
    </dgm:pt>
    <dgm:pt modelId="{0C6D8F72-70C4-4D79-8F8C-8FAD98406B5E}" type="pres">
      <dgm:prSet presAssocID="{75372ACC-877B-4E5B-BEF7-7C1D84868807}" presName="c1" presStyleLbl="node1" presStyleIdx="0" presStyleCnt="19"/>
      <dgm:spPr/>
    </dgm:pt>
    <dgm:pt modelId="{7C37CC60-226F-48C7-8762-C83F16162A1C}" type="pres">
      <dgm:prSet presAssocID="{75372ACC-877B-4E5B-BEF7-7C1D84868807}" presName="c2" presStyleLbl="node1" presStyleIdx="1" presStyleCnt="19"/>
      <dgm:spPr/>
    </dgm:pt>
    <dgm:pt modelId="{2B528870-2BD7-4C31-B7B2-A675DB00F877}" type="pres">
      <dgm:prSet presAssocID="{75372ACC-877B-4E5B-BEF7-7C1D84868807}" presName="c3" presStyleLbl="node1" presStyleIdx="2" presStyleCnt="19"/>
      <dgm:spPr/>
    </dgm:pt>
    <dgm:pt modelId="{05AE43C9-48DB-4CE7-989F-C9BC1AEA8B97}" type="pres">
      <dgm:prSet presAssocID="{75372ACC-877B-4E5B-BEF7-7C1D84868807}" presName="c4" presStyleLbl="node1" presStyleIdx="3" presStyleCnt="19"/>
      <dgm:spPr/>
    </dgm:pt>
    <dgm:pt modelId="{5B0D76E2-56DF-49C1-A59D-342175AD268F}" type="pres">
      <dgm:prSet presAssocID="{75372ACC-877B-4E5B-BEF7-7C1D84868807}" presName="c5" presStyleLbl="node1" presStyleIdx="4" presStyleCnt="19"/>
      <dgm:spPr/>
    </dgm:pt>
    <dgm:pt modelId="{3E9D2BD5-FFC0-4581-ABA3-FFFF9A14907B}" type="pres">
      <dgm:prSet presAssocID="{75372ACC-877B-4E5B-BEF7-7C1D84868807}" presName="c6" presStyleLbl="node1" presStyleIdx="5" presStyleCnt="19"/>
      <dgm:spPr/>
    </dgm:pt>
    <dgm:pt modelId="{DE7A232B-4A3B-42D5-B605-E241C20E6A7E}" type="pres">
      <dgm:prSet presAssocID="{75372ACC-877B-4E5B-BEF7-7C1D84868807}" presName="c7" presStyleLbl="node1" presStyleIdx="6" presStyleCnt="19"/>
      <dgm:spPr/>
    </dgm:pt>
    <dgm:pt modelId="{9AEDF6C0-9DDA-4272-9C91-CE54123C7CDC}" type="pres">
      <dgm:prSet presAssocID="{75372ACC-877B-4E5B-BEF7-7C1D84868807}" presName="c8" presStyleLbl="node1" presStyleIdx="7" presStyleCnt="19"/>
      <dgm:spPr/>
    </dgm:pt>
    <dgm:pt modelId="{09D93B49-7F7C-47FB-ACF9-F6F6D481B94B}" type="pres">
      <dgm:prSet presAssocID="{75372ACC-877B-4E5B-BEF7-7C1D84868807}" presName="c9" presStyleLbl="node1" presStyleIdx="8" presStyleCnt="19"/>
      <dgm:spPr/>
    </dgm:pt>
    <dgm:pt modelId="{1B184B6D-FC95-4EB0-AF41-080CA5F3387B}" type="pres">
      <dgm:prSet presAssocID="{75372ACC-877B-4E5B-BEF7-7C1D84868807}" presName="c10" presStyleLbl="node1" presStyleIdx="9" presStyleCnt="19"/>
      <dgm:spPr/>
    </dgm:pt>
    <dgm:pt modelId="{C754FB72-384E-4C4C-ACB7-4109A8DD04DC}" type="pres">
      <dgm:prSet presAssocID="{75372ACC-877B-4E5B-BEF7-7C1D84868807}" presName="c11" presStyleLbl="node1" presStyleIdx="10" presStyleCnt="19"/>
      <dgm:spPr/>
    </dgm:pt>
    <dgm:pt modelId="{DEB9F3E1-580F-4849-B064-4D33C27D251D}" type="pres">
      <dgm:prSet presAssocID="{75372ACC-877B-4E5B-BEF7-7C1D84868807}" presName="c12" presStyleLbl="node1" presStyleIdx="11" presStyleCnt="19"/>
      <dgm:spPr/>
    </dgm:pt>
    <dgm:pt modelId="{9BDD5689-B90C-4B3C-8623-4E7A3D318010}" type="pres">
      <dgm:prSet presAssocID="{75372ACC-877B-4E5B-BEF7-7C1D84868807}" presName="c13" presStyleLbl="node1" presStyleIdx="12" presStyleCnt="19"/>
      <dgm:spPr/>
    </dgm:pt>
    <dgm:pt modelId="{936E9CE3-FECB-493F-8AC4-F35B17145D11}" type="pres">
      <dgm:prSet presAssocID="{75372ACC-877B-4E5B-BEF7-7C1D84868807}" presName="c14" presStyleLbl="node1" presStyleIdx="13" presStyleCnt="19"/>
      <dgm:spPr/>
    </dgm:pt>
    <dgm:pt modelId="{FFFE050E-D2F6-42A1-B67F-C17B7D022B69}" type="pres">
      <dgm:prSet presAssocID="{75372ACC-877B-4E5B-BEF7-7C1D84868807}" presName="c15" presStyleLbl="node1" presStyleIdx="14" presStyleCnt="19"/>
      <dgm:spPr/>
    </dgm:pt>
    <dgm:pt modelId="{DC34AEEE-42E7-4F88-9D99-4C49E9AA87D4}" type="pres">
      <dgm:prSet presAssocID="{75372ACC-877B-4E5B-BEF7-7C1D84868807}" presName="c16" presStyleLbl="node1" presStyleIdx="15" presStyleCnt="19"/>
      <dgm:spPr/>
    </dgm:pt>
    <dgm:pt modelId="{01AF75A0-490F-433F-A2F1-A824DCD9EE73}" type="pres">
      <dgm:prSet presAssocID="{75372ACC-877B-4E5B-BEF7-7C1D84868807}" presName="c17" presStyleLbl="node1" presStyleIdx="16" presStyleCnt="19"/>
      <dgm:spPr/>
    </dgm:pt>
    <dgm:pt modelId="{0B1C64A7-EAC8-4689-8BD8-BB227D76E1E7}" type="pres">
      <dgm:prSet presAssocID="{75372ACC-877B-4E5B-BEF7-7C1D84868807}" presName="c18" presStyleLbl="node1" presStyleIdx="17" presStyleCnt="19"/>
      <dgm:spPr/>
    </dgm:pt>
    <dgm:pt modelId="{9212AB8F-973D-4591-8DA4-C4CBE31565B9}" type="pres">
      <dgm:prSet presAssocID="{C9FD3440-7782-40F0-98E5-EB2339EE31E4}" presName="chevronComposite1" presStyleCnt="0"/>
      <dgm:spPr/>
    </dgm:pt>
    <dgm:pt modelId="{50BB3704-7CFE-432E-B8AF-B23DA5CAA714}" type="pres">
      <dgm:prSet presAssocID="{C9FD3440-7782-40F0-98E5-EB2339EE31E4}" presName="chevron1" presStyleLbl="sibTrans2D1" presStyleIdx="0" presStyleCnt="2"/>
      <dgm:spPr/>
    </dgm:pt>
    <dgm:pt modelId="{4403E8FE-2206-48FC-85F1-25D13028C053}" type="pres">
      <dgm:prSet presAssocID="{C9FD3440-7782-40F0-98E5-EB2339EE31E4}" presName="spChevron1" presStyleCnt="0"/>
      <dgm:spPr/>
    </dgm:pt>
    <dgm:pt modelId="{029F9FBC-DFFF-4FC6-A138-2B291D3433BA}" type="pres">
      <dgm:prSet presAssocID="{C9FD3440-7782-40F0-98E5-EB2339EE31E4}" presName="overlap" presStyleCnt="0"/>
      <dgm:spPr/>
    </dgm:pt>
    <dgm:pt modelId="{658737D8-C791-4200-9D0E-07FC90D59B14}" type="pres">
      <dgm:prSet presAssocID="{C9FD3440-7782-40F0-98E5-EB2339EE31E4}" presName="chevronComposite2" presStyleCnt="0"/>
      <dgm:spPr/>
    </dgm:pt>
    <dgm:pt modelId="{CA517CEA-69DB-4CB1-B7E3-13C1520ED742}" type="pres">
      <dgm:prSet presAssocID="{C9FD3440-7782-40F0-98E5-EB2339EE31E4}" presName="chevron2" presStyleLbl="sibTrans2D1" presStyleIdx="1" presStyleCnt="2"/>
      <dgm:spPr/>
    </dgm:pt>
    <dgm:pt modelId="{11728A03-A077-4D1E-B4AE-F067B8A1B119}" type="pres">
      <dgm:prSet presAssocID="{C9FD3440-7782-40F0-98E5-EB2339EE31E4}" presName="spChevron2" presStyleCnt="0"/>
      <dgm:spPr/>
    </dgm:pt>
    <dgm:pt modelId="{16671643-8D7B-495A-ADF1-4D6A67132B89}" type="pres">
      <dgm:prSet presAssocID="{1E25397B-ED51-46AB-8B37-D849983A464B}" presName="last" presStyleCnt="0"/>
      <dgm:spPr/>
    </dgm:pt>
    <dgm:pt modelId="{738347E3-AA3C-422E-9354-9D67714DF53F}" type="pres">
      <dgm:prSet presAssocID="{1E25397B-ED51-46AB-8B37-D849983A464B}" presName="circleTx" presStyleLbl="node1" presStyleIdx="18" presStyleCnt="19" custScaleX="108204" custScaleY="109918"/>
      <dgm:spPr/>
    </dgm:pt>
    <dgm:pt modelId="{338636BB-65DE-4846-81F3-8217B9C3B13F}" type="pres">
      <dgm:prSet presAssocID="{1E25397B-ED51-46AB-8B37-D849983A464B}" presName="spN" presStyleCnt="0"/>
      <dgm:spPr/>
    </dgm:pt>
  </dgm:ptLst>
  <dgm:cxnLst>
    <dgm:cxn modelId="{F29E6A2C-8DE3-4A6D-AED7-D7611FDB03AA}" type="presOf" srcId="{F1C3B356-D0A9-487F-8E37-184000C6953D}" destId="{B91937FF-17D5-4DE8-88EC-A27C27D6CA9C}" srcOrd="0" destOrd="0" presId="urn:microsoft.com/office/officeart/2009/3/layout/RandomtoResultProcess"/>
    <dgm:cxn modelId="{00C71970-5C19-4FE9-B506-6077F268FA48}" srcId="{F1C3B356-D0A9-487F-8E37-184000C6953D}" destId="{1E25397B-ED51-46AB-8B37-D849983A464B}" srcOrd="1" destOrd="0" parTransId="{E10B8997-72A9-4C01-BAC8-6A440B1E4FB9}" sibTransId="{B3CFEC6C-CB48-4762-B4E8-AB6F1043A4F8}"/>
    <dgm:cxn modelId="{EA26117E-04BE-40EA-B741-9CDF9CA84E4C}" type="presOf" srcId="{1E25397B-ED51-46AB-8B37-D849983A464B}" destId="{738347E3-AA3C-422E-9354-9D67714DF53F}" srcOrd="0" destOrd="0" presId="urn:microsoft.com/office/officeart/2009/3/layout/RandomtoResultProcess"/>
    <dgm:cxn modelId="{749302B3-86ED-49D9-965F-A994A3C85FCF}" type="presOf" srcId="{75372ACC-877B-4E5B-BEF7-7C1D84868807}" destId="{7DD309D1-5ACA-4FA0-B459-2CE42FE8B2F6}" srcOrd="0" destOrd="0" presId="urn:microsoft.com/office/officeart/2009/3/layout/RandomtoResultProcess"/>
    <dgm:cxn modelId="{B74AA9F9-11E3-4B57-82F5-7FB6D7086E4D}" srcId="{F1C3B356-D0A9-487F-8E37-184000C6953D}" destId="{75372ACC-877B-4E5B-BEF7-7C1D84868807}" srcOrd="0" destOrd="0" parTransId="{0ABFEC7E-0CC6-4C36-AFFC-A677BBAB63F8}" sibTransId="{C9FD3440-7782-40F0-98E5-EB2339EE31E4}"/>
    <dgm:cxn modelId="{93725BC4-5B00-4256-8173-066D446B13C4}" type="presParOf" srcId="{B91937FF-17D5-4DE8-88EC-A27C27D6CA9C}" destId="{15A95FDF-D076-469D-BA53-D5D78F4CB853}" srcOrd="0" destOrd="0" presId="urn:microsoft.com/office/officeart/2009/3/layout/RandomtoResultProcess"/>
    <dgm:cxn modelId="{B52AB049-DD63-4AA9-BF74-1F682D00ABFF}" type="presParOf" srcId="{15A95FDF-D076-469D-BA53-D5D78F4CB853}" destId="{7DD309D1-5ACA-4FA0-B459-2CE42FE8B2F6}" srcOrd="0" destOrd="0" presId="urn:microsoft.com/office/officeart/2009/3/layout/RandomtoResultProcess"/>
    <dgm:cxn modelId="{C20FDBB1-7254-4D4B-B987-6789DB516E91}" type="presParOf" srcId="{15A95FDF-D076-469D-BA53-D5D78F4CB853}" destId="{0C6D8F72-70C4-4D79-8F8C-8FAD98406B5E}" srcOrd="1" destOrd="0" presId="urn:microsoft.com/office/officeart/2009/3/layout/RandomtoResultProcess"/>
    <dgm:cxn modelId="{A394CDA5-160A-4299-AA84-15F3CCFE5282}" type="presParOf" srcId="{15A95FDF-D076-469D-BA53-D5D78F4CB853}" destId="{7C37CC60-226F-48C7-8762-C83F16162A1C}" srcOrd="2" destOrd="0" presId="urn:microsoft.com/office/officeart/2009/3/layout/RandomtoResultProcess"/>
    <dgm:cxn modelId="{C8961E64-EA58-485D-86D1-62C9D2BFD9F7}" type="presParOf" srcId="{15A95FDF-D076-469D-BA53-D5D78F4CB853}" destId="{2B528870-2BD7-4C31-B7B2-A675DB00F877}" srcOrd="3" destOrd="0" presId="urn:microsoft.com/office/officeart/2009/3/layout/RandomtoResultProcess"/>
    <dgm:cxn modelId="{05E3EA65-9FAD-4502-AFA2-1E4CDA9E40FA}" type="presParOf" srcId="{15A95FDF-D076-469D-BA53-D5D78F4CB853}" destId="{05AE43C9-48DB-4CE7-989F-C9BC1AEA8B97}" srcOrd="4" destOrd="0" presId="urn:microsoft.com/office/officeart/2009/3/layout/RandomtoResultProcess"/>
    <dgm:cxn modelId="{3AA512E5-FEBB-477D-B3EE-2D862A589552}" type="presParOf" srcId="{15A95FDF-D076-469D-BA53-D5D78F4CB853}" destId="{5B0D76E2-56DF-49C1-A59D-342175AD268F}" srcOrd="5" destOrd="0" presId="urn:microsoft.com/office/officeart/2009/3/layout/RandomtoResultProcess"/>
    <dgm:cxn modelId="{ED7218D2-FCDD-4294-9CAE-93999223A06A}" type="presParOf" srcId="{15A95FDF-D076-469D-BA53-D5D78F4CB853}" destId="{3E9D2BD5-FFC0-4581-ABA3-FFFF9A14907B}" srcOrd="6" destOrd="0" presId="urn:microsoft.com/office/officeart/2009/3/layout/RandomtoResultProcess"/>
    <dgm:cxn modelId="{E437ED83-468E-4F9A-A887-FF1E18C65DB3}" type="presParOf" srcId="{15A95FDF-D076-469D-BA53-D5D78F4CB853}" destId="{DE7A232B-4A3B-42D5-B605-E241C20E6A7E}" srcOrd="7" destOrd="0" presId="urn:microsoft.com/office/officeart/2009/3/layout/RandomtoResultProcess"/>
    <dgm:cxn modelId="{0227458F-A555-4840-92E9-98C78219DCE0}" type="presParOf" srcId="{15A95FDF-D076-469D-BA53-D5D78F4CB853}" destId="{9AEDF6C0-9DDA-4272-9C91-CE54123C7CDC}" srcOrd="8" destOrd="0" presId="urn:microsoft.com/office/officeart/2009/3/layout/RandomtoResultProcess"/>
    <dgm:cxn modelId="{E0B3B318-CEB9-4D85-A09C-E34C2FC50F5A}" type="presParOf" srcId="{15A95FDF-D076-469D-BA53-D5D78F4CB853}" destId="{09D93B49-7F7C-47FB-ACF9-F6F6D481B94B}" srcOrd="9" destOrd="0" presId="urn:microsoft.com/office/officeart/2009/3/layout/RandomtoResultProcess"/>
    <dgm:cxn modelId="{BC75963C-FD3C-4DA5-A8D9-2825D9DB1250}" type="presParOf" srcId="{15A95FDF-D076-469D-BA53-D5D78F4CB853}" destId="{1B184B6D-FC95-4EB0-AF41-080CA5F3387B}" srcOrd="10" destOrd="0" presId="urn:microsoft.com/office/officeart/2009/3/layout/RandomtoResultProcess"/>
    <dgm:cxn modelId="{2B05D79C-0A87-4BF0-B856-F10A2C994BE2}" type="presParOf" srcId="{15A95FDF-D076-469D-BA53-D5D78F4CB853}" destId="{C754FB72-384E-4C4C-ACB7-4109A8DD04DC}" srcOrd="11" destOrd="0" presId="urn:microsoft.com/office/officeart/2009/3/layout/RandomtoResultProcess"/>
    <dgm:cxn modelId="{1324DF9B-8CC2-42C7-A461-4BAB3CE4915F}" type="presParOf" srcId="{15A95FDF-D076-469D-BA53-D5D78F4CB853}" destId="{DEB9F3E1-580F-4849-B064-4D33C27D251D}" srcOrd="12" destOrd="0" presId="urn:microsoft.com/office/officeart/2009/3/layout/RandomtoResultProcess"/>
    <dgm:cxn modelId="{0DB651DD-7546-4E2E-A06C-CE315997A3E2}" type="presParOf" srcId="{15A95FDF-D076-469D-BA53-D5D78F4CB853}" destId="{9BDD5689-B90C-4B3C-8623-4E7A3D318010}" srcOrd="13" destOrd="0" presId="urn:microsoft.com/office/officeart/2009/3/layout/RandomtoResultProcess"/>
    <dgm:cxn modelId="{ABBA24B2-4216-41F9-B3B7-1B6D599F6D6A}" type="presParOf" srcId="{15A95FDF-D076-469D-BA53-D5D78F4CB853}" destId="{936E9CE3-FECB-493F-8AC4-F35B17145D11}" srcOrd="14" destOrd="0" presId="urn:microsoft.com/office/officeart/2009/3/layout/RandomtoResultProcess"/>
    <dgm:cxn modelId="{12615DEC-6DBB-48FA-B55F-A03E9775EADF}" type="presParOf" srcId="{15A95FDF-D076-469D-BA53-D5D78F4CB853}" destId="{FFFE050E-D2F6-42A1-B67F-C17B7D022B69}" srcOrd="15" destOrd="0" presId="urn:microsoft.com/office/officeart/2009/3/layout/RandomtoResultProcess"/>
    <dgm:cxn modelId="{23D01331-0FFB-4D2B-AE18-C9F5133C485D}" type="presParOf" srcId="{15A95FDF-D076-469D-BA53-D5D78F4CB853}" destId="{DC34AEEE-42E7-4F88-9D99-4C49E9AA87D4}" srcOrd="16" destOrd="0" presId="urn:microsoft.com/office/officeart/2009/3/layout/RandomtoResultProcess"/>
    <dgm:cxn modelId="{4E0904E0-1EEF-4A22-B8D8-D90FD2B40FE9}" type="presParOf" srcId="{15A95FDF-D076-469D-BA53-D5D78F4CB853}" destId="{01AF75A0-490F-433F-A2F1-A824DCD9EE73}" srcOrd="17" destOrd="0" presId="urn:microsoft.com/office/officeart/2009/3/layout/RandomtoResultProcess"/>
    <dgm:cxn modelId="{96FF08FB-FF6B-4F19-AEF6-437F4CBE1234}" type="presParOf" srcId="{15A95FDF-D076-469D-BA53-D5D78F4CB853}" destId="{0B1C64A7-EAC8-4689-8BD8-BB227D76E1E7}" srcOrd="18" destOrd="0" presId="urn:microsoft.com/office/officeart/2009/3/layout/RandomtoResultProcess"/>
    <dgm:cxn modelId="{2952E90F-79E4-4887-81FB-26220DEE1A59}" type="presParOf" srcId="{B91937FF-17D5-4DE8-88EC-A27C27D6CA9C}" destId="{9212AB8F-973D-4591-8DA4-C4CBE31565B9}" srcOrd="1" destOrd="0" presId="urn:microsoft.com/office/officeart/2009/3/layout/RandomtoResultProcess"/>
    <dgm:cxn modelId="{9161B5D4-B5AA-431A-9F85-F7D6C0F8498E}" type="presParOf" srcId="{9212AB8F-973D-4591-8DA4-C4CBE31565B9}" destId="{50BB3704-7CFE-432E-B8AF-B23DA5CAA714}" srcOrd="0" destOrd="0" presId="urn:microsoft.com/office/officeart/2009/3/layout/RandomtoResultProcess"/>
    <dgm:cxn modelId="{5273B67E-C50B-4C9C-B88F-D35975722F5C}" type="presParOf" srcId="{9212AB8F-973D-4591-8DA4-C4CBE31565B9}" destId="{4403E8FE-2206-48FC-85F1-25D13028C053}" srcOrd="1" destOrd="0" presId="urn:microsoft.com/office/officeart/2009/3/layout/RandomtoResultProcess"/>
    <dgm:cxn modelId="{F9032D50-5C3A-48D4-956A-1954E2BBF2AF}" type="presParOf" srcId="{B91937FF-17D5-4DE8-88EC-A27C27D6CA9C}" destId="{029F9FBC-DFFF-4FC6-A138-2B291D3433BA}" srcOrd="2" destOrd="0" presId="urn:microsoft.com/office/officeart/2009/3/layout/RandomtoResultProcess"/>
    <dgm:cxn modelId="{D2DC26C0-F99B-4472-AAAB-591DBCF9AEA2}" type="presParOf" srcId="{B91937FF-17D5-4DE8-88EC-A27C27D6CA9C}" destId="{658737D8-C791-4200-9D0E-07FC90D59B14}" srcOrd="3" destOrd="0" presId="urn:microsoft.com/office/officeart/2009/3/layout/RandomtoResultProcess"/>
    <dgm:cxn modelId="{C0B50807-3DE6-418B-9FDA-128E76573478}" type="presParOf" srcId="{658737D8-C791-4200-9D0E-07FC90D59B14}" destId="{CA517CEA-69DB-4CB1-B7E3-13C1520ED742}" srcOrd="0" destOrd="0" presId="urn:microsoft.com/office/officeart/2009/3/layout/RandomtoResultProcess"/>
    <dgm:cxn modelId="{79203E37-A378-490B-8C37-BABF902B0F1B}" type="presParOf" srcId="{658737D8-C791-4200-9D0E-07FC90D59B14}" destId="{11728A03-A077-4D1E-B4AE-F067B8A1B119}" srcOrd="1" destOrd="0" presId="urn:microsoft.com/office/officeart/2009/3/layout/RandomtoResultProcess"/>
    <dgm:cxn modelId="{77478EA2-A0E0-4A39-997E-3FE47F6ED33A}" type="presParOf" srcId="{B91937FF-17D5-4DE8-88EC-A27C27D6CA9C}" destId="{16671643-8D7B-495A-ADF1-4D6A67132B89}" srcOrd="4" destOrd="0" presId="urn:microsoft.com/office/officeart/2009/3/layout/RandomtoResultProcess"/>
    <dgm:cxn modelId="{30F5CD3D-321E-4E85-A3F8-45F9F6C2D98A}" type="presParOf" srcId="{16671643-8D7B-495A-ADF1-4D6A67132B89}" destId="{738347E3-AA3C-422E-9354-9D67714DF53F}" srcOrd="0" destOrd="0" presId="urn:microsoft.com/office/officeart/2009/3/layout/RandomtoResultProcess"/>
    <dgm:cxn modelId="{8DDC33EE-A3AF-4A0E-9B16-F1BE081EFB4D}" type="presParOf" srcId="{16671643-8D7B-495A-ADF1-4D6A67132B89}" destId="{338636BB-65DE-4846-81F3-8217B9C3B13F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C3B356-D0A9-487F-8E37-184000C6953D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t-EE"/>
        </a:p>
      </dgm:t>
    </dgm:pt>
    <dgm:pt modelId="{75372ACC-877B-4E5B-BEF7-7C1D84868807}">
      <dgm:prSet phldrT="[Text]" custT="1"/>
      <dgm:spPr/>
      <dgm:t>
        <a:bodyPr/>
        <a:lstStyle/>
        <a:p>
          <a:r>
            <a:rPr lang="en-US" sz="2000" dirty="0">
              <a:latin typeface="+mj-lt"/>
            </a:rPr>
            <a:t>Agricultural Board – </a:t>
          </a:r>
          <a:r>
            <a:rPr lang="en-US" sz="2000" noProof="0" dirty="0">
              <a:effectLst/>
              <a:latin typeface="+mj-lt"/>
            </a:rPr>
            <a:t>Recognition of company</a:t>
          </a:r>
          <a:r>
            <a:rPr lang="en-US" sz="2000" baseline="0" noProof="0" dirty="0">
              <a:effectLst/>
              <a:latin typeface="+mj-lt"/>
            </a:rPr>
            <a:t> operating in organic farming </a:t>
          </a:r>
          <a:endParaRPr lang="en-US" sz="2000" dirty="0">
            <a:latin typeface="+mj-lt"/>
          </a:endParaRPr>
        </a:p>
      </dgm:t>
    </dgm:pt>
    <dgm:pt modelId="{0ABFEC7E-0CC6-4C36-AFFC-A677BBAB63F8}" type="par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9FD3440-7782-40F0-98E5-EB2339EE31E4}" type="sib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1E25397B-ED51-46AB-8B37-D849983A464B}">
      <dgm:prSet phldrT="[Text]" custT="1"/>
      <dgm:spPr/>
      <dgm:t>
        <a:bodyPr/>
        <a:lstStyle/>
        <a:p>
          <a:r>
            <a:rPr lang="et-EE" sz="3600" b="1" dirty="0">
              <a:latin typeface="+mj-lt"/>
            </a:rPr>
            <a:t>e-PRIA</a:t>
          </a:r>
        </a:p>
        <a:p>
          <a:r>
            <a:rPr lang="en-US" sz="1600" b="0" noProof="0" dirty="0">
              <a:latin typeface="+mj-lt"/>
            </a:rPr>
            <a:t>Applying for organic farming support</a:t>
          </a:r>
        </a:p>
      </dgm:t>
    </dgm:pt>
    <dgm:pt modelId="{E10B8997-72A9-4C01-BAC8-6A440B1E4FB9}" type="par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B3CFEC6C-CB48-4762-B4E8-AB6F1043A4F8}" type="sib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B91937FF-17D5-4DE8-88EC-A27C27D6CA9C}" type="pres">
      <dgm:prSet presAssocID="{F1C3B356-D0A9-487F-8E37-184000C6953D}" presName="Name0" presStyleCnt="0">
        <dgm:presLayoutVars>
          <dgm:dir/>
          <dgm:animOne val="branch"/>
          <dgm:animLvl val="lvl"/>
        </dgm:presLayoutVars>
      </dgm:prSet>
      <dgm:spPr/>
    </dgm:pt>
    <dgm:pt modelId="{15A95FDF-D076-469D-BA53-D5D78F4CB853}" type="pres">
      <dgm:prSet presAssocID="{75372ACC-877B-4E5B-BEF7-7C1D84868807}" presName="chaos" presStyleCnt="0"/>
      <dgm:spPr/>
    </dgm:pt>
    <dgm:pt modelId="{7DD309D1-5ACA-4FA0-B459-2CE42FE8B2F6}" type="pres">
      <dgm:prSet presAssocID="{75372ACC-877B-4E5B-BEF7-7C1D84868807}" presName="parTx1" presStyleLbl="revTx" presStyleIdx="0" presStyleCnt="1"/>
      <dgm:spPr/>
    </dgm:pt>
    <dgm:pt modelId="{0C6D8F72-70C4-4D79-8F8C-8FAD98406B5E}" type="pres">
      <dgm:prSet presAssocID="{75372ACC-877B-4E5B-BEF7-7C1D84868807}" presName="c1" presStyleLbl="node1" presStyleIdx="0" presStyleCnt="19"/>
      <dgm:spPr/>
    </dgm:pt>
    <dgm:pt modelId="{7C37CC60-226F-48C7-8762-C83F16162A1C}" type="pres">
      <dgm:prSet presAssocID="{75372ACC-877B-4E5B-BEF7-7C1D84868807}" presName="c2" presStyleLbl="node1" presStyleIdx="1" presStyleCnt="19"/>
      <dgm:spPr/>
    </dgm:pt>
    <dgm:pt modelId="{2B528870-2BD7-4C31-B7B2-A675DB00F877}" type="pres">
      <dgm:prSet presAssocID="{75372ACC-877B-4E5B-BEF7-7C1D84868807}" presName="c3" presStyleLbl="node1" presStyleIdx="2" presStyleCnt="19"/>
      <dgm:spPr/>
    </dgm:pt>
    <dgm:pt modelId="{05AE43C9-48DB-4CE7-989F-C9BC1AEA8B97}" type="pres">
      <dgm:prSet presAssocID="{75372ACC-877B-4E5B-BEF7-7C1D84868807}" presName="c4" presStyleLbl="node1" presStyleIdx="3" presStyleCnt="19"/>
      <dgm:spPr/>
    </dgm:pt>
    <dgm:pt modelId="{5B0D76E2-56DF-49C1-A59D-342175AD268F}" type="pres">
      <dgm:prSet presAssocID="{75372ACC-877B-4E5B-BEF7-7C1D84868807}" presName="c5" presStyleLbl="node1" presStyleIdx="4" presStyleCnt="19"/>
      <dgm:spPr/>
    </dgm:pt>
    <dgm:pt modelId="{3E9D2BD5-FFC0-4581-ABA3-FFFF9A14907B}" type="pres">
      <dgm:prSet presAssocID="{75372ACC-877B-4E5B-BEF7-7C1D84868807}" presName="c6" presStyleLbl="node1" presStyleIdx="5" presStyleCnt="19"/>
      <dgm:spPr/>
    </dgm:pt>
    <dgm:pt modelId="{DE7A232B-4A3B-42D5-B605-E241C20E6A7E}" type="pres">
      <dgm:prSet presAssocID="{75372ACC-877B-4E5B-BEF7-7C1D84868807}" presName="c7" presStyleLbl="node1" presStyleIdx="6" presStyleCnt="19"/>
      <dgm:spPr/>
    </dgm:pt>
    <dgm:pt modelId="{9AEDF6C0-9DDA-4272-9C91-CE54123C7CDC}" type="pres">
      <dgm:prSet presAssocID="{75372ACC-877B-4E5B-BEF7-7C1D84868807}" presName="c8" presStyleLbl="node1" presStyleIdx="7" presStyleCnt="19"/>
      <dgm:spPr/>
    </dgm:pt>
    <dgm:pt modelId="{09D93B49-7F7C-47FB-ACF9-F6F6D481B94B}" type="pres">
      <dgm:prSet presAssocID="{75372ACC-877B-4E5B-BEF7-7C1D84868807}" presName="c9" presStyleLbl="node1" presStyleIdx="8" presStyleCnt="19"/>
      <dgm:spPr/>
    </dgm:pt>
    <dgm:pt modelId="{1B184B6D-FC95-4EB0-AF41-080CA5F3387B}" type="pres">
      <dgm:prSet presAssocID="{75372ACC-877B-4E5B-BEF7-7C1D84868807}" presName="c10" presStyleLbl="node1" presStyleIdx="9" presStyleCnt="19"/>
      <dgm:spPr/>
    </dgm:pt>
    <dgm:pt modelId="{C754FB72-384E-4C4C-ACB7-4109A8DD04DC}" type="pres">
      <dgm:prSet presAssocID="{75372ACC-877B-4E5B-BEF7-7C1D84868807}" presName="c11" presStyleLbl="node1" presStyleIdx="10" presStyleCnt="19"/>
      <dgm:spPr/>
    </dgm:pt>
    <dgm:pt modelId="{DEB9F3E1-580F-4849-B064-4D33C27D251D}" type="pres">
      <dgm:prSet presAssocID="{75372ACC-877B-4E5B-BEF7-7C1D84868807}" presName="c12" presStyleLbl="node1" presStyleIdx="11" presStyleCnt="19"/>
      <dgm:spPr/>
    </dgm:pt>
    <dgm:pt modelId="{9BDD5689-B90C-4B3C-8623-4E7A3D318010}" type="pres">
      <dgm:prSet presAssocID="{75372ACC-877B-4E5B-BEF7-7C1D84868807}" presName="c13" presStyleLbl="node1" presStyleIdx="12" presStyleCnt="19"/>
      <dgm:spPr/>
    </dgm:pt>
    <dgm:pt modelId="{936E9CE3-FECB-493F-8AC4-F35B17145D11}" type="pres">
      <dgm:prSet presAssocID="{75372ACC-877B-4E5B-BEF7-7C1D84868807}" presName="c14" presStyleLbl="node1" presStyleIdx="13" presStyleCnt="19"/>
      <dgm:spPr/>
    </dgm:pt>
    <dgm:pt modelId="{FFFE050E-D2F6-42A1-B67F-C17B7D022B69}" type="pres">
      <dgm:prSet presAssocID="{75372ACC-877B-4E5B-BEF7-7C1D84868807}" presName="c15" presStyleLbl="node1" presStyleIdx="14" presStyleCnt="19"/>
      <dgm:spPr/>
    </dgm:pt>
    <dgm:pt modelId="{DC34AEEE-42E7-4F88-9D99-4C49E9AA87D4}" type="pres">
      <dgm:prSet presAssocID="{75372ACC-877B-4E5B-BEF7-7C1D84868807}" presName="c16" presStyleLbl="node1" presStyleIdx="15" presStyleCnt="19"/>
      <dgm:spPr/>
    </dgm:pt>
    <dgm:pt modelId="{01AF75A0-490F-433F-A2F1-A824DCD9EE73}" type="pres">
      <dgm:prSet presAssocID="{75372ACC-877B-4E5B-BEF7-7C1D84868807}" presName="c17" presStyleLbl="node1" presStyleIdx="16" presStyleCnt="19"/>
      <dgm:spPr/>
    </dgm:pt>
    <dgm:pt modelId="{0B1C64A7-EAC8-4689-8BD8-BB227D76E1E7}" type="pres">
      <dgm:prSet presAssocID="{75372ACC-877B-4E5B-BEF7-7C1D84868807}" presName="c18" presStyleLbl="node1" presStyleIdx="17" presStyleCnt="19"/>
      <dgm:spPr/>
    </dgm:pt>
    <dgm:pt modelId="{9212AB8F-973D-4591-8DA4-C4CBE31565B9}" type="pres">
      <dgm:prSet presAssocID="{C9FD3440-7782-40F0-98E5-EB2339EE31E4}" presName="chevronComposite1" presStyleCnt="0"/>
      <dgm:spPr/>
    </dgm:pt>
    <dgm:pt modelId="{50BB3704-7CFE-432E-B8AF-B23DA5CAA714}" type="pres">
      <dgm:prSet presAssocID="{C9FD3440-7782-40F0-98E5-EB2339EE31E4}" presName="chevron1" presStyleLbl="sibTrans2D1" presStyleIdx="0" presStyleCnt="2"/>
      <dgm:spPr/>
    </dgm:pt>
    <dgm:pt modelId="{4403E8FE-2206-48FC-85F1-25D13028C053}" type="pres">
      <dgm:prSet presAssocID="{C9FD3440-7782-40F0-98E5-EB2339EE31E4}" presName="spChevron1" presStyleCnt="0"/>
      <dgm:spPr/>
    </dgm:pt>
    <dgm:pt modelId="{029F9FBC-DFFF-4FC6-A138-2B291D3433BA}" type="pres">
      <dgm:prSet presAssocID="{C9FD3440-7782-40F0-98E5-EB2339EE31E4}" presName="overlap" presStyleCnt="0"/>
      <dgm:spPr/>
    </dgm:pt>
    <dgm:pt modelId="{658737D8-C791-4200-9D0E-07FC90D59B14}" type="pres">
      <dgm:prSet presAssocID="{C9FD3440-7782-40F0-98E5-EB2339EE31E4}" presName="chevronComposite2" presStyleCnt="0"/>
      <dgm:spPr/>
    </dgm:pt>
    <dgm:pt modelId="{CA517CEA-69DB-4CB1-B7E3-13C1520ED742}" type="pres">
      <dgm:prSet presAssocID="{C9FD3440-7782-40F0-98E5-EB2339EE31E4}" presName="chevron2" presStyleLbl="sibTrans2D1" presStyleIdx="1" presStyleCnt="2"/>
      <dgm:spPr/>
    </dgm:pt>
    <dgm:pt modelId="{11728A03-A077-4D1E-B4AE-F067B8A1B119}" type="pres">
      <dgm:prSet presAssocID="{C9FD3440-7782-40F0-98E5-EB2339EE31E4}" presName="spChevron2" presStyleCnt="0"/>
      <dgm:spPr/>
    </dgm:pt>
    <dgm:pt modelId="{16671643-8D7B-495A-ADF1-4D6A67132B89}" type="pres">
      <dgm:prSet presAssocID="{1E25397B-ED51-46AB-8B37-D849983A464B}" presName="last" presStyleCnt="0"/>
      <dgm:spPr/>
    </dgm:pt>
    <dgm:pt modelId="{738347E3-AA3C-422E-9354-9D67714DF53F}" type="pres">
      <dgm:prSet presAssocID="{1E25397B-ED51-46AB-8B37-D849983A464B}" presName="circleTx" presStyleLbl="node1" presStyleIdx="18" presStyleCnt="19" custScaleX="108204" custScaleY="109918"/>
      <dgm:spPr/>
    </dgm:pt>
    <dgm:pt modelId="{338636BB-65DE-4846-81F3-8217B9C3B13F}" type="pres">
      <dgm:prSet presAssocID="{1E25397B-ED51-46AB-8B37-D849983A464B}" presName="spN" presStyleCnt="0"/>
      <dgm:spPr/>
    </dgm:pt>
  </dgm:ptLst>
  <dgm:cxnLst>
    <dgm:cxn modelId="{00C71970-5C19-4FE9-B506-6077F268FA48}" srcId="{F1C3B356-D0A9-487F-8E37-184000C6953D}" destId="{1E25397B-ED51-46AB-8B37-D849983A464B}" srcOrd="1" destOrd="0" parTransId="{E10B8997-72A9-4C01-BAC8-6A440B1E4FB9}" sibTransId="{B3CFEC6C-CB48-4762-B4E8-AB6F1043A4F8}"/>
    <dgm:cxn modelId="{CE74D6AD-D60C-421A-BB84-13BB3D3E3FFA}" type="presOf" srcId="{1E25397B-ED51-46AB-8B37-D849983A464B}" destId="{738347E3-AA3C-422E-9354-9D67714DF53F}" srcOrd="0" destOrd="0" presId="urn:microsoft.com/office/officeart/2009/3/layout/RandomtoResultProcess"/>
    <dgm:cxn modelId="{B16DE2BC-8979-44FC-8D2C-37A748424552}" type="presOf" srcId="{75372ACC-877B-4E5B-BEF7-7C1D84868807}" destId="{7DD309D1-5ACA-4FA0-B459-2CE42FE8B2F6}" srcOrd="0" destOrd="0" presId="urn:microsoft.com/office/officeart/2009/3/layout/RandomtoResultProcess"/>
    <dgm:cxn modelId="{3FB39EC6-2A4C-4FAA-9FE7-1535E159F11A}" type="presOf" srcId="{F1C3B356-D0A9-487F-8E37-184000C6953D}" destId="{B91937FF-17D5-4DE8-88EC-A27C27D6CA9C}" srcOrd="0" destOrd="0" presId="urn:microsoft.com/office/officeart/2009/3/layout/RandomtoResultProcess"/>
    <dgm:cxn modelId="{B74AA9F9-11E3-4B57-82F5-7FB6D7086E4D}" srcId="{F1C3B356-D0A9-487F-8E37-184000C6953D}" destId="{75372ACC-877B-4E5B-BEF7-7C1D84868807}" srcOrd="0" destOrd="0" parTransId="{0ABFEC7E-0CC6-4C36-AFFC-A677BBAB63F8}" sibTransId="{C9FD3440-7782-40F0-98E5-EB2339EE31E4}"/>
    <dgm:cxn modelId="{09CAB8A5-EF1C-4FF5-BE58-CAB27980BAAA}" type="presParOf" srcId="{B91937FF-17D5-4DE8-88EC-A27C27D6CA9C}" destId="{15A95FDF-D076-469D-BA53-D5D78F4CB853}" srcOrd="0" destOrd="0" presId="urn:microsoft.com/office/officeart/2009/3/layout/RandomtoResultProcess"/>
    <dgm:cxn modelId="{548D5AB0-72EA-4652-B808-CE9D73FBCDDF}" type="presParOf" srcId="{15A95FDF-D076-469D-BA53-D5D78F4CB853}" destId="{7DD309D1-5ACA-4FA0-B459-2CE42FE8B2F6}" srcOrd="0" destOrd="0" presId="urn:microsoft.com/office/officeart/2009/3/layout/RandomtoResultProcess"/>
    <dgm:cxn modelId="{B8DF7AA4-E957-4469-B99C-1EBDA92A1416}" type="presParOf" srcId="{15A95FDF-D076-469D-BA53-D5D78F4CB853}" destId="{0C6D8F72-70C4-4D79-8F8C-8FAD98406B5E}" srcOrd="1" destOrd="0" presId="urn:microsoft.com/office/officeart/2009/3/layout/RandomtoResultProcess"/>
    <dgm:cxn modelId="{93BD4AB8-36AC-4FBD-8258-48885B5A54BC}" type="presParOf" srcId="{15A95FDF-D076-469D-BA53-D5D78F4CB853}" destId="{7C37CC60-226F-48C7-8762-C83F16162A1C}" srcOrd="2" destOrd="0" presId="urn:microsoft.com/office/officeart/2009/3/layout/RandomtoResultProcess"/>
    <dgm:cxn modelId="{4D01F7E7-BAD3-4B47-9DF3-BC687BEBBF76}" type="presParOf" srcId="{15A95FDF-D076-469D-BA53-D5D78F4CB853}" destId="{2B528870-2BD7-4C31-B7B2-A675DB00F877}" srcOrd="3" destOrd="0" presId="urn:microsoft.com/office/officeart/2009/3/layout/RandomtoResultProcess"/>
    <dgm:cxn modelId="{3C364A83-94C9-4C53-BB2F-F6583AB0EE35}" type="presParOf" srcId="{15A95FDF-D076-469D-BA53-D5D78F4CB853}" destId="{05AE43C9-48DB-4CE7-989F-C9BC1AEA8B97}" srcOrd="4" destOrd="0" presId="urn:microsoft.com/office/officeart/2009/3/layout/RandomtoResultProcess"/>
    <dgm:cxn modelId="{ED68555A-3C4E-48A0-B947-F47F2396FDBE}" type="presParOf" srcId="{15A95FDF-D076-469D-BA53-D5D78F4CB853}" destId="{5B0D76E2-56DF-49C1-A59D-342175AD268F}" srcOrd="5" destOrd="0" presId="urn:microsoft.com/office/officeart/2009/3/layout/RandomtoResultProcess"/>
    <dgm:cxn modelId="{4DA718D4-9087-4463-AC90-F0968196FE81}" type="presParOf" srcId="{15A95FDF-D076-469D-BA53-D5D78F4CB853}" destId="{3E9D2BD5-FFC0-4581-ABA3-FFFF9A14907B}" srcOrd="6" destOrd="0" presId="urn:microsoft.com/office/officeart/2009/3/layout/RandomtoResultProcess"/>
    <dgm:cxn modelId="{89D9F865-CB1D-4FFE-B8EE-9E09CA83DEAC}" type="presParOf" srcId="{15A95FDF-D076-469D-BA53-D5D78F4CB853}" destId="{DE7A232B-4A3B-42D5-B605-E241C20E6A7E}" srcOrd="7" destOrd="0" presId="urn:microsoft.com/office/officeart/2009/3/layout/RandomtoResultProcess"/>
    <dgm:cxn modelId="{0E6D5C2A-5DCC-4C78-BA1B-CEB3F50B17DA}" type="presParOf" srcId="{15A95FDF-D076-469D-BA53-D5D78F4CB853}" destId="{9AEDF6C0-9DDA-4272-9C91-CE54123C7CDC}" srcOrd="8" destOrd="0" presId="urn:microsoft.com/office/officeart/2009/3/layout/RandomtoResultProcess"/>
    <dgm:cxn modelId="{44D4D938-F7CF-4729-80F8-33D33099663C}" type="presParOf" srcId="{15A95FDF-D076-469D-BA53-D5D78F4CB853}" destId="{09D93B49-7F7C-47FB-ACF9-F6F6D481B94B}" srcOrd="9" destOrd="0" presId="urn:microsoft.com/office/officeart/2009/3/layout/RandomtoResultProcess"/>
    <dgm:cxn modelId="{C3C60CDA-1CB2-425A-8EF1-19D43836793A}" type="presParOf" srcId="{15A95FDF-D076-469D-BA53-D5D78F4CB853}" destId="{1B184B6D-FC95-4EB0-AF41-080CA5F3387B}" srcOrd="10" destOrd="0" presId="urn:microsoft.com/office/officeart/2009/3/layout/RandomtoResultProcess"/>
    <dgm:cxn modelId="{B4842BE9-2AA0-458B-937C-C2020C91F275}" type="presParOf" srcId="{15A95FDF-D076-469D-BA53-D5D78F4CB853}" destId="{C754FB72-384E-4C4C-ACB7-4109A8DD04DC}" srcOrd="11" destOrd="0" presId="urn:microsoft.com/office/officeart/2009/3/layout/RandomtoResultProcess"/>
    <dgm:cxn modelId="{EAB2F879-B7AF-4806-9891-187DC7713033}" type="presParOf" srcId="{15A95FDF-D076-469D-BA53-D5D78F4CB853}" destId="{DEB9F3E1-580F-4849-B064-4D33C27D251D}" srcOrd="12" destOrd="0" presId="urn:microsoft.com/office/officeart/2009/3/layout/RandomtoResultProcess"/>
    <dgm:cxn modelId="{C78D2438-C101-46CF-AC92-61EA17A84070}" type="presParOf" srcId="{15A95FDF-D076-469D-BA53-D5D78F4CB853}" destId="{9BDD5689-B90C-4B3C-8623-4E7A3D318010}" srcOrd="13" destOrd="0" presId="urn:microsoft.com/office/officeart/2009/3/layout/RandomtoResultProcess"/>
    <dgm:cxn modelId="{E7974CEB-D83B-4DA3-A7A5-9E2D961556E9}" type="presParOf" srcId="{15A95FDF-D076-469D-BA53-D5D78F4CB853}" destId="{936E9CE3-FECB-493F-8AC4-F35B17145D11}" srcOrd="14" destOrd="0" presId="urn:microsoft.com/office/officeart/2009/3/layout/RandomtoResultProcess"/>
    <dgm:cxn modelId="{09469319-18E4-43D7-AF16-9A06484A8176}" type="presParOf" srcId="{15A95FDF-D076-469D-BA53-D5D78F4CB853}" destId="{FFFE050E-D2F6-42A1-B67F-C17B7D022B69}" srcOrd="15" destOrd="0" presId="urn:microsoft.com/office/officeart/2009/3/layout/RandomtoResultProcess"/>
    <dgm:cxn modelId="{8A7E1795-C085-403B-B9A8-57DB3C43FDBF}" type="presParOf" srcId="{15A95FDF-D076-469D-BA53-D5D78F4CB853}" destId="{DC34AEEE-42E7-4F88-9D99-4C49E9AA87D4}" srcOrd="16" destOrd="0" presId="urn:microsoft.com/office/officeart/2009/3/layout/RandomtoResultProcess"/>
    <dgm:cxn modelId="{E7DE16BB-369A-4CC5-912E-E5BB87BAF60F}" type="presParOf" srcId="{15A95FDF-D076-469D-BA53-D5D78F4CB853}" destId="{01AF75A0-490F-433F-A2F1-A824DCD9EE73}" srcOrd="17" destOrd="0" presId="urn:microsoft.com/office/officeart/2009/3/layout/RandomtoResultProcess"/>
    <dgm:cxn modelId="{50584A20-1785-47E8-88DA-D8AF69D4580C}" type="presParOf" srcId="{15A95FDF-D076-469D-BA53-D5D78F4CB853}" destId="{0B1C64A7-EAC8-4689-8BD8-BB227D76E1E7}" srcOrd="18" destOrd="0" presId="urn:microsoft.com/office/officeart/2009/3/layout/RandomtoResultProcess"/>
    <dgm:cxn modelId="{F3640827-E508-43A6-9ADE-A7B2636E8490}" type="presParOf" srcId="{B91937FF-17D5-4DE8-88EC-A27C27D6CA9C}" destId="{9212AB8F-973D-4591-8DA4-C4CBE31565B9}" srcOrd="1" destOrd="0" presId="urn:microsoft.com/office/officeart/2009/3/layout/RandomtoResultProcess"/>
    <dgm:cxn modelId="{8848D5AB-2945-4538-AF63-069C73536FBE}" type="presParOf" srcId="{9212AB8F-973D-4591-8DA4-C4CBE31565B9}" destId="{50BB3704-7CFE-432E-B8AF-B23DA5CAA714}" srcOrd="0" destOrd="0" presId="urn:microsoft.com/office/officeart/2009/3/layout/RandomtoResultProcess"/>
    <dgm:cxn modelId="{A91ECCF8-0395-42D6-815F-EC96447458FD}" type="presParOf" srcId="{9212AB8F-973D-4591-8DA4-C4CBE31565B9}" destId="{4403E8FE-2206-48FC-85F1-25D13028C053}" srcOrd="1" destOrd="0" presId="urn:microsoft.com/office/officeart/2009/3/layout/RandomtoResultProcess"/>
    <dgm:cxn modelId="{CAB28EE7-C78A-4FCD-BAFD-5D7E7DBA0D72}" type="presParOf" srcId="{B91937FF-17D5-4DE8-88EC-A27C27D6CA9C}" destId="{029F9FBC-DFFF-4FC6-A138-2B291D3433BA}" srcOrd="2" destOrd="0" presId="urn:microsoft.com/office/officeart/2009/3/layout/RandomtoResultProcess"/>
    <dgm:cxn modelId="{412E0BDC-25C5-4AF1-91DF-C96E460011C6}" type="presParOf" srcId="{B91937FF-17D5-4DE8-88EC-A27C27D6CA9C}" destId="{658737D8-C791-4200-9D0E-07FC90D59B14}" srcOrd="3" destOrd="0" presId="urn:microsoft.com/office/officeart/2009/3/layout/RandomtoResultProcess"/>
    <dgm:cxn modelId="{12875A9E-3C35-4EE6-837F-DBBFD4EED018}" type="presParOf" srcId="{658737D8-C791-4200-9D0E-07FC90D59B14}" destId="{CA517CEA-69DB-4CB1-B7E3-13C1520ED742}" srcOrd="0" destOrd="0" presId="urn:microsoft.com/office/officeart/2009/3/layout/RandomtoResultProcess"/>
    <dgm:cxn modelId="{E8ED6509-6FBC-41E0-BB11-91761C2EF6A9}" type="presParOf" srcId="{658737D8-C791-4200-9D0E-07FC90D59B14}" destId="{11728A03-A077-4D1E-B4AE-F067B8A1B119}" srcOrd="1" destOrd="0" presId="urn:microsoft.com/office/officeart/2009/3/layout/RandomtoResultProcess"/>
    <dgm:cxn modelId="{3456F2E7-080E-4490-8AA5-B6E6F068EB20}" type="presParOf" srcId="{B91937FF-17D5-4DE8-88EC-A27C27D6CA9C}" destId="{16671643-8D7B-495A-ADF1-4D6A67132B89}" srcOrd="4" destOrd="0" presId="urn:microsoft.com/office/officeart/2009/3/layout/RandomtoResultProcess"/>
    <dgm:cxn modelId="{E02E5987-3E49-44B2-BAEF-43B8CBFFA6BF}" type="presParOf" srcId="{16671643-8D7B-495A-ADF1-4D6A67132B89}" destId="{738347E3-AA3C-422E-9354-9D67714DF53F}" srcOrd="0" destOrd="0" presId="urn:microsoft.com/office/officeart/2009/3/layout/RandomtoResultProcess"/>
    <dgm:cxn modelId="{DBA8E0BB-19EB-42B9-BDE3-296419627560}" type="presParOf" srcId="{16671643-8D7B-495A-ADF1-4D6A67132B89}" destId="{338636BB-65DE-4846-81F3-8217B9C3B13F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C3B356-D0A9-487F-8E37-184000C6953D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t-EE"/>
        </a:p>
      </dgm:t>
    </dgm:pt>
    <dgm:pt modelId="{75372ACC-877B-4E5B-BEF7-7C1D84868807}">
      <dgm:prSet phldrT="[Text]" custT="1"/>
      <dgm:spPr/>
      <dgm:t>
        <a:bodyPr/>
        <a:lstStyle/>
        <a:p>
          <a:r>
            <a:rPr lang="en-US" sz="2000" noProof="0" dirty="0">
              <a:effectLst/>
              <a:latin typeface="+mj-lt"/>
            </a:rPr>
            <a:t>Road Administration</a:t>
          </a:r>
          <a:r>
            <a:rPr lang="en-US" sz="2000" dirty="0">
              <a:latin typeface="+mj-lt"/>
            </a:rPr>
            <a:t> – Setting limits</a:t>
          </a:r>
        </a:p>
      </dgm:t>
    </dgm:pt>
    <dgm:pt modelId="{0ABFEC7E-0CC6-4C36-AFFC-A677BBAB63F8}" type="par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C9FD3440-7782-40F0-98E5-EB2339EE31E4}" type="sibTrans" cxnId="{B74AA9F9-11E3-4B57-82F5-7FB6D7086E4D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1E25397B-ED51-46AB-8B37-D849983A464B}">
      <dgm:prSet phldrT="[Text]" custT="1"/>
      <dgm:spPr/>
      <dgm:t>
        <a:bodyPr/>
        <a:lstStyle/>
        <a:p>
          <a:r>
            <a:rPr lang="en-US" sz="4000" noProof="0" dirty="0">
              <a:latin typeface="+mj-lt"/>
            </a:rPr>
            <a:t>X-road service</a:t>
          </a:r>
        </a:p>
      </dgm:t>
    </dgm:pt>
    <dgm:pt modelId="{B3CFEC6C-CB48-4762-B4E8-AB6F1043A4F8}" type="sib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E10B8997-72A9-4C01-BAC8-6A440B1E4FB9}" type="parTrans" cxnId="{00C71970-5C19-4FE9-B506-6077F268FA48}">
      <dgm:prSet/>
      <dgm:spPr/>
      <dgm:t>
        <a:bodyPr/>
        <a:lstStyle/>
        <a:p>
          <a:endParaRPr lang="et-EE">
            <a:latin typeface="+mj-lt"/>
          </a:endParaRPr>
        </a:p>
      </dgm:t>
    </dgm:pt>
    <dgm:pt modelId="{B91937FF-17D5-4DE8-88EC-A27C27D6CA9C}" type="pres">
      <dgm:prSet presAssocID="{F1C3B356-D0A9-487F-8E37-184000C6953D}" presName="Name0" presStyleCnt="0">
        <dgm:presLayoutVars>
          <dgm:dir/>
          <dgm:animOne val="branch"/>
          <dgm:animLvl val="lvl"/>
        </dgm:presLayoutVars>
      </dgm:prSet>
      <dgm:spPr/>
    </dgm:pt>
    <dgm:pt modelId="{15A95FDF-D076-469D-BA53-D5D78F4CB853}" type="pres">
      <dgm:prSet presAssocID="{75372ACC-877B-4E5B-BEF7-7C1D84868807}" presName="chaos" presStyleCnt="0"/>
      <dgm:spPr/>
    </dgm:pt>
    <dgm:pt modelId="{7DD309D1-5ACA-4FA0-B459-2CE42FE8B2F6}" type="pres">
      <dgm:prSet presAssocID="{75372ACC-877B-4E5B-BEF7-7C1D84868807}" presName="parTx1" presStyleLbl="revTx" presStyleIdx="0" presStyleCnt="1"/>
      <dgm:spPr/>
    </dgm:pt>
    <dgm:pt modelId="{0C6D8F72-70C4-4D79-8F8C-8FAD98406B5E}" type="pres">
      <dgm:prSet presAssocID="{75372ACC-877B-4E5B-BEF7-7C1D84868807}" presName="c1" presStyleLbl="node1" presStyleIdx="0" presStyleCnt="19"/>
      <dgm:spPr/>
    </dgm:pt>
    <dgm:pt modelId="{7C37CC60-226F-48C7-8762-C83F16162A1C}" type="pres">
      <dgm:prSet presAssocID="{75372ACC-877B-4E5B-BEF7-7C1D84868807}" presName="c2" presStyleLbl="node1" presStyleIdx="1" presStyleCnt="19"/>
      <dgm:spPr/>
    </dgm:pt>
    <dgm:pt modelId="{2B528870-2BD7-4C31-B7B2-A675DB00F877}" type="pres">
      <dgm:prSet presAssocID="{75372ACC-877B-4E5B-BEF7-7C1D84868807}" presName="c3" presStyleLbl="node1" presStyleIdx="2" presStyleCnt="19"/>
      <dgm:spPr/>
    </dgm:pt>
    <dgm:pt modelId="{05AE43C9-48DB-4CE7-989F-C9BC1AEA8B97}" type="pres">
      <dgm:prSet presAssocID="{75372ACC-877B-4E5B-BEF7-7C1D84868807}" presName="c4" presStyleLbl="node1" presStyleIdx="3" presStyleCnt="19"/>
      <dgm:spPr/>
    </dgm:pt>
    <dgm:pt modelId="{5B0D76E2-56DF-49C1-A59D-342175AD268F}" type="pres">
      <dgm:prSet presAssocID="{75372ACC-877B-4E5B-BEF7-7C1D84868807}" presName="c5" presStyleLbl="node1" presStyleIdx="4" presStyleCnt="19"/>
      <dgm:spPr/>
    </dgm:pt>
    <dgm:pt modelId="{3E9D2BD5-FFC0-4581-ABA3-FFFF9A14907B}" type="pres">
      <dgm:prSet presAssocID="{75372ACC-877B-4E5B-BEF7-7C1D84868807}" presName="c6" presStyleLbl="node1" presStyleIdx="5" presStyleCnt="19"/>
      <dgm:spPr/>
    </dgm:pt>
    <dgm:pt modelId="{DE7A232B-4A3B-42D5-B605-E241C20E6A7E}" type="pres">
      <dgm:prSet presAssocID="{75372ACC-877B-4E5B-BEF7-7C1D84868807}" presName="c7" presStyleLbl="node1" presStyleIdx="6" presStyleCnt="19"/>
      <dgm:spPr/>
    </dgm:pt>
    <dgm:pt modelId="{9AEDF6C0-9DDA-4272-9C91-CE54123C7CDC}" type="pres">
      <dgm:prSet presAssocID="{75372ACC-877B-4E5B-BEF7-7C1D84868807}" presName="c8" presStyleLbl="node1" presStyleIdx="7" presStyleCnt="19"/>
      <dgm:spPr/>
    </dgm:pt>
    <dgm:pt modelId="{09D93B49-7F7C-47FB-ACF9-F6F6D481B94B}" type="pres">
      <dgm:prSet presAssocID="{75372ACC-877B-4E5B-BEF7-7C1D84868807}" presName="c9" presStyleLbl="node1" presStyleIdx="8" presStyleCnt="19"/>
      <dgm:spPr/>
    </dgm:pt>
    <dgm:pt modelId="{1B184B6D-FC95-4EB0-AF41-080CA5F3387B}" type="pres">
      <dgm:prSet presAssocID="{75372ACC-877B-4E5B-BEF7-7C1D84868807}" presName="c10" presStyleLbl="node1" presStyleIdx="9" presStyleCnt="19"/>
      <dgm:spPr/>
    </dgm:pt>
    <dgm:pt modelId="{C754FB72-384E-4C4C-ACB7-4109A8DD04DC}" type="pres">
      <dgm:prSet presAssocID="{75372ACC-877B-4E5B-BEF7-7C1D84868807}" presName="c11" presStyleLbl="node1" presStyleIdx="10" presStyleCnt="19"/>
      <dgm:spPr/>
    </dgm:pt>
    <dgm:pt modelId="{DEB9F3E1-580F-4849-B064-4D33C27D251D}" type="pres">
      <dgm:prSet presAssocID="{75372ACC-877B-4E5B-BEF7-7C1D84868807}" presName="c12" presStyleLbl="node1" presStyleIdx="11" presStyleCnt="19"/>
      <dgm:spPr/>
    </dgm:pt>
    <dgm:pt modelId="{9BDD5689-B90C-4B3C-8623-4E7A3D318010}" type="pres">
      <dgm:prSet presAssocID="{75372ACC-877B-4E5B-BEF7-7C1D84868807}" presName="c13" presStyleLbl="node1" presStyleIdx="12" presStyleCnt="19"/>
      <dgm:spPr/>
    </dgm:pt>
    <dgm:pt modelId="{936E9CE3-FECB-493F-8AC4-F35B17145D11}" type="pres">
      <dgm:prSet presAssocID="{75372ACC-877B-4E5B-BEF7-7C1D84868807}" presName="c14" presStyleLbl="node1" presStyleIdx="13" presStyleCnt="19"/>
      <dgm:spPr/>
    </dgm:pt>
    <dgm:pt modelId="{FFFE050E-D2F6-42A1-B67F-C17B7D022B69}" type="pres">
      <dgm:prSet presAssocID="{75372ACC-877B-4E5B-BEF7-7C1D84868807}" presName="c15" presStyleLbl="node1" presStyleIdx="14" presStyleCnt="19"/>
      <dgm:spPr/>
    </dgm:pt>
    <dgm:pt modelId="{DC34AEEE-42E7-4F88-9D99-4C49E9AA87D4}" type="pres">
      <dgm:prSet presAssocID="{75372ACC-877B-4E5B-BEF7-7C1D84868807}" presName="c16" presStyleLbl="node1" presStyleIdx="15" presStyleCnt="19"/>
      <dgm:spPr/>
    </dgm:pt>
    <dgm:pt modelId="{01AF75A0-490F-433F-A2F1-A824DCD9EE73}" type="pres">
      <dgm:prSet presAssocID="{75372ACC-877B-4E5B-BEF7-7C1D84868807}" presName="c17" presStyleLbl="node1" presStyleIdx="16" presStyleCnt="19"/>
      <dgm:spPr/>
    </dgm:pt>
    <dgm:pt modelId="{0B1C64A7-EAC8-4689-8BD8-BB227D76E1E7}" type="pres">
      <dgm:prSet presAssocID="{75372ACC-877B-4E5B-BEF7-7C1D84868807}" presName="c18" presStyleLbl="node1" presStyleIdx="17" presStyleCnt="19"/>
      <dgm:spPr/>
    </dgm:pt>
    <dgm:pt modelId="{9212AB8F-973D-4591-8DA4-C4CBE31565B9}" type="pres">
      <dgm:prSet presAssocID="{C9FD3440-7782-40F0-98E5-EB2339EE31E4}" presName="chevronComposite1" presStyleCnt="0"/>
      <dgm:spPr/>
    </dgm:pt>
    <dgm:pt modelId="{50BB3704-7CFE-432E-B8AF-B23DA5CAA714}" type="pres">
      <dgm:prSet presAssocID="{C9FD3440-7782-40F0-98E5-EB2339EE31E4}" presName="chevron1" presStyleLbl="sibTrans2D1" presStyleIdx="0" presStyleCnt="2"/>
      <dgm:spPr/>
    </dgm:pt>
    <dgm:pt modelId="{4403E8FE-2206-48FC-85F1-25D13028C053}" type="pres">
      <dgm:prSet presAssocID="{C9FD3440-7782-40F0-98E5-EB2339EE31E4}" presName="spChevron1" presStyleCnt="0"/>
      <dgm:spPr/>
    </dgm:pt>
    <dgm:pt modelId="{029F9FBC-DFFF-4FC6-A138-2B291D3433BA}" type="pres">
      <dgm:prSet presAssocID="{C9FD3440-7782-40F0-98E5-EB2339EE31E4}" presName="overlap" presStyleCnt="0"/>
      <dgm:spPr/>
    </dgm:pt>
    <dgm:pt modelId="{658737D8-C791-4200-9D0E-07FC90D59B14}" type="pres">
      <dgm:prSet presAssocID="{C9FD3440-7782-40F0-98E5-EB2339EE31E4}" presName="chevronComposite2" presStyleCnt="0"/>
      <dgm:spPr/>
    </dgm:pt>
    <dgm:pt modelId="{CA517CEA-69DB-4CB1-B7E3-13C1520ED742}" type="pres">
      <dgm:prSet presAssocID="{C9FD3440-7782-40F0-98E5-EB2339EE31E4}" presName="chevron2" presStyleLbl="sibTrans2D1" presStyleIdx="1" presStyleCnt="2"/>
      <dgm:spPr/>
    </dgm:pt>
    <dgm:pt modelId="{11728A03-A077-4D1E-B4AE-F067B8A1B119}" type="pres">
      <dgm:prSet presAssocID="{C9FD3440-7782-40F0-98E5-EB2339EE31E4}" presName="spChevron2" presStyleCnt="0"/>
      <dgm:spPr/>
    </dgm:pt>
    <dgm:pt modelId="{16671643-8D7B-495A-ADF1-4D6A67132B89}" type="pres">
      <dgm:prSet presAssocID="{1E25397B-ED51-46AB-8B37-D849983A464B}" presName="last" presStyleCnt="0"/>
      <dgm:spPr/>
    </dgm:pt>
    <dgm:pt modelId="{738347E3-AA3C-422E-9354-9D67714DF53F}" type="pres">
      <dgm:prSet presAssocID="{1E25397B-ED51-46AB-8B37-D849983A464B}" presName="circleTx" presStyleLbl="node1" presStyleIdx="18" presStyleCnt="19" custScaleX="108204" custScaleY="109918"/>
      <dgm:spPr/>
    </dgm:pt>
    <dgm:pt modelId="{338636BB-65DE-4846-81F3-8217B9C3B13F}" type="pres">
      <dgm:prSet presAssocID="{1E25397B-ED51-46AB-8B37-D849983A464B}" presName="spN" presStyleCnt="0"/>
      <dgm:spPr/>
    </dgm:pt>
  </dgm:ptLst>
  <dgm:cxnLst>
    <dgm:cxn modelId="{00C71970-5C19-4FE9-B506-6077F268FA48}" srcId="{F1C3B356-D0A9-487F-8E37-184000C6953D}" destId="{1E25397B-ED51-46AB-8B37-D849983A464B}" srcOrd="1" destOrd="0" parTransId="{E10B8997-72A9-4C01-BAC8-6A440B1E4FB9}" sibTransId="{B3CFEC6C-CB48-4762-B4E8-AB6F1043A4F8}"/>
    <dgm:cxn modelId="{EB7A3D72-86F5-46B3-A324-CD3CC6DC9186}" type="presOf" srcId="{1E25397B-ED51-46AB-8B37-D849983A464B}" destId="{738347E3-AA3C-422E-9354-9D67714DF53F}" srcOrd="0" destOrd="0" presId="urn:microsoft.com/office/officeart/2009/3/layout/RandomtoResultProcess"/>
    <dgm:cxn modelId="{0C67BA91-B34E-464E-A079-8DAF12DF91FF}" type="presOf" srcId="{75372ACC-877B-4E5B-BEF7-7C1D84868807}" destId="{7DD309D1-5ACA-4FA0-B459-2CE42FE8B2F6}" srcOrd="0" destOrd="0" presId="urn:microsoft.com/office/officeart/2009/3/layout/RandomtoResultProcess"/>
    <dgm:cxn modelId="{979663F4-9960-4B9B-9A65-A745CD355672}" type="presOf" srcId="{F1C3B356-D0A9-487F-8E37-184000C6953D}" destId="{B91937FF-17D5-4DE8-88EC-A27C27D6CA9C}" srcOrd="0" destOrd="0" presId="urn:microsoft.com/office/officeart/2009/3/layout/RandomtoResultProcess"/>
    <dgm:cxn modelId="{B74AA9F9-11E3-4B57-82F5-7FB6D7086E4D}" srcId="{F1C3B356-D0A9-487F-8E37-184000C6953D}" destId="{75372ACC-877B-4E5B-BEF7-7C1D84868807}" srcOrd="0" destOrd="0" parTransId="{0ABFEC7E-0CC6-4C36-AFFC-A677BBAB63F8}" sibTransId="{C9FD3440-7782-40F0-98E5-EB2339EE31E4}"/>
    <dgm:cxn modelId="{21D6C7E9-FAB7-4531-9D6A-548FC56F6EC9}" type="presParOf" srcId="{B91937FF-17D5-4DE8-88EC-A27C27D6CA9C}" destId="{15A95FDF-D076-469D-BA53-D5D78F4CB853}" srcOrd="0" destOrd="0" presId="urn:microsoft.com/office/officeart/2009/3/layout/RandomtoResultProcess"/>
    <dgm:cxn modelId="{FAAE8AF3-8F9B-43CF-A9D3-AE45E08E9D85}" type="presParOf" srcId="{15A95FDF-D076-469D-BA53-D5D78F4CB853}" destId="{7DD309D1-5ACA-4FA0-B459-2CE42FE8B2F6}" srcOrd="0" destOrd="0" presId="urn:microsoft.com/office/officeart/2009/3/layout/RandomtoResultProcess"/>
    <dgm:cxn modelId="{7621F3E9-8FFE-48DE-92FE-9049CA2E7FF3}" type="presParOf" srcId="{15A95FDF-D076-469D-BA53-D5D78F4CB853}" destId="{0C6D8F72-70C4-4D79-8F8C-8FAD98406B5E}" srcOrd="1" destOrd="0" presId="urn:microsoft.com/office/officeart/2009/3/layout/RandomtoResultProcess"/>
    <dgm:cxn modelId="{2D2348E5-8493-4C72-BDE0-F45F51164C1B}" type="presParOf" srcId="{15A95FDF-D076-469D-BA53-D5D78F4CB853}" destId="{7C37CC60-226F-48C7-8762-C83F16162A1C}" srcOrd="2" destOrd="0" presId="urn:microsoft.com/office/officeart/2009/3/layout/RandomtoResultProcess"/>
    <dgm:cxn modelId="{00C8E957-35C8-4388-9FF9-F015F815D74B}" type="presParOf" srcId="{15A95FDF-D076-469D-BA53-D5D78F4CB853}" destId="{2B528870-2BD7-4C31-B7B2-A675DB00F877}" srcOrd="3" destOrd="0" presId="urn:microsoft.com/office/officeart/2009/3/layout/RandomtoResultProcess"/>
    <dgm:cxn modelId="{C7A8A687-7310-439F-8C58-2533C6AB27F5}" type="presParOf" srcId="{15A95FDF-D076-469D-BA53-D5D78F4CB853}" destId="{05AE43C9-48DB-4CE7-989F-C9BC1AEA8B97}" srcOrd="4" destOrd="0" presId="urn:microsoft.com/office/officeart/2009/3/layout/RandomtoResultProcess"/>
    <dgm:cxn modelId="{258F4FAD-29D0-4542-B571-EADEDE019302}" type="presParOf" srcId="{15A95FDF-D076-469D-BA53-D5D78F4CB853}" destId="{5B0D76E2-56DF-49C1-A59D-342175AD268F}" srcOrd="5" destOrd="0" presId="urn:microsoft.com/office/officeart/2009/3/layout/RandomtoResultProcess"/>
    <dgm:cxn modelId="{9D39D64A-CD9A-4EA1-8BF7-F44FC95547D9}" type="presParOf" srcId="{15A95FDF-D076-469D-BA53-D5D78F4CB853}" destId="{3E9D2BD5-FFC0-4581-ABA3-FFFF9A14907B}" srcOrd="6" destOrd="0" presId="urn:microsoft.com/office/officeart/2009/3/layout/RandomtoResultProcess"/>
    <dgm:cxn modelId="{76F74B8B-86BF-44C0-8DC6-E918D17658E4}" type="presParOf" srcId="{15A95FDF-D076-469D-BA53-D5D78F4CB853}" destId="{DE7A232B-4A3B-42D5-B605-E241C20E6A7E}" srcOrd="7" destOrd="0" presId="urn:microsoft.com/office/officeart/2009/3/layout/RandomtoResultProcess"/>
    <dgm:cxn modelId="{01C6A1F9-6BF4-493D-AEFA-95753EC9ED5B}" type="presParOf" srcId="{15A95FDF-D076-469D-BA53-D5D78F4CB853}" destId="{9AEDF6C0-9DDA-4272-9C91-CE54123C7CDC}" srcOrd="8" destOrd="0" presId="urn:microsoft.com/office/officeart/2009/3/layout/RandomtoResultProcess"/>
    <dgm:cxn modelId="{BF5A47EB-AC39-4C5B-A039-62F5D11D7835}" type="presParOf" srcId="{15A95FDF-D076-469D-BA53-D5D78F4CB853}" destId="{09D93B49-7F7C-47FB-ACF9-F6F6D481B94B}" srcOrd="9" destOrd="0" presId="urn:microsoft.com/office/officeart/2009/3/layout/RandomtoResultProcess"/>
    <dgm:cxn modelId="{827074B5-C758-4F51-8F1D-164A92736B53}" type="presParOf" srcId="{15A95FDF-D076-469D-BA53-D5D78F4CB853}" destId="{1B184B6D-FC95-4EB0-AF41-080CA5F3387B}" srcOrd="10" destOrd="0" presId="urn:microsoft.com/office/officeart/2009/3/layout/RandomtoResultProcess"/>
    <dgm:cxn modelId="{37242B74-D62C-48D4-92C2-727FE4430820}" type="presParOf" srcId="{15A95FDF-D076-469D-BA53-D5D78F4CB853}" destId="{C754FB72-384E-4C4C-ACB7-4109A8DD04DC}" srcOrd="11" destOrd="0" presId="urn:microsoft.com/office/officeart/2009/3/layout/RandomtoResultProcess"/>
    <dgm:cxn modelId="{EE7D4574-F430-4E48-81C7-5259F23837C1}" type="presParOf" srcId="{15A95FDF-D076-469D-BA53-D5D78F4CB853}" destId="{DEB9F3E1-580F-4849-B064-4D33C27D251D}" srcOrd="12" destOrd="0" presId="urn:microsoft.com/office/officeart/2009/3/layout/RandomtoResultProcess"/>
    <dgm:cxn modelId="{B6827A3D-D777-473D-9FB4-C7715F406EBE}" type="presParOf" srcId="{15A95FDF-D076-469D-BA53-D5D78F4CB853}" destId="{9BDD5689-B90C-4B3C-8623-4E7A3D318010}" srcOrd="13" destOrd="0" presId="urn:microsoft.com/office/officeart/2009/3/layout/RandomtoResultProcess"/>
    <dgm:cxn modelId="{BE446043-7523-4936-8878-FE1025C37878}" type="presParOf" srcId="{15A95FDF-D076-469D-BA53-D5D78F4CB853}" destId="{936E9CE3-FECB-493F-8AC4-F35B17145D11}" srcOrd="14" destOrd="0" presId="urn:microsoft.com/office/officeart/2009/3/layout/RandomtoResultProcess"/>
    <dgm:cxn modelId="{24118F4A-D98A-4AF8-BDFE-1EB5635A40E3}" type="presParOf" srcId="{15A95FDF-D076-469D-BA53-D5D78F4CB853}" destId="{FFFE050E-D2F6-42A1-B67F-C17B7D022B69}" srcOrd="15" destOrd="0" presId="urn:microsoft.com/office/officeart/2009/3/layout/RandomtoResultProcess"/>
    <dgm:cxn modelId="{289692B2-4DC4-4736-B9BF-FD07839436F7}" type="presParOf" srcId="{15A95FDF-D076-469D-BA53-D5D78F4CB853}" destId="{DC34AEEE-42E7-4F88-9D99-4C49E9AA87D4}" srcOrd="16" destOrd="0" presId="urn:microsoft.com/office/officeart/2009/3/layout/RandomtoResultProcess"/>
    <dgm:cxn modelId="{F46AB481-1F9E-4957-9D70-0BA9A797E433}" type="presParOf" srcId="{15A95FDF-D076-469D-BA53-D5D78F4CB853}" destId="{01AF75A0-490F-433F-A2F1-A824DCD9EE73}" srcOrd="17" destOrd="0" presId="urn:microsoft.com/office/officeart/2009/3/layout/RandomtoResultProcess"/>
    <dgm:cxn modelId="{FC106B5E-4CF9-45EE-9957-E780C816117D}" type="presParOf" srcId="{15A95FDF-D076-469D-BA53-D5D78F4CB853}" destId="{0B1C64A7-EAC8-4689-8BD8-BB227D76E1E7}" srcOrd="18" destOrd="0" presId="urn:microsoft.com/office/officeart/2009/3/layout/RandomtoResultProcess"/>
    <dgm:cxn modelId="{2E384103-BF4B-4DCD-B5D3-3894D5BF96CD}" type="presParOf" srcId="{B91937FF-17D5-4DE8-88EC-A27C27D6CA9C}" destId="{9212AB8F-973D-4591-8DA4-C4CBE31565B9}" srcOrd="1" destOrd="0" presId="urn:microsoft.com/office/officeart/2009/3/layout/RandomtoResultProcess"/>
    <dgm:cxn modelId="{06CA7884-0355-447C-87C0-E62C404838E3}" type="presParOf" srcId="{9212AB8F-973D-4591-8DA4-C4CBE31565B9}" destId="{50BB3704-7CFE-432E-B8AF-B23DA5CAA714}" srcOrd="0" destOrd="0" presId="urn:microsoft.com/office/officeart/2009/3/layout/RandomtoResultProcess"/>
    <dgm:cxn modelId="{E6939DF5-EA03-4F9F-9D86-A3C5C6C1EF32}" type="presParOf" srcId="{9212AB8F-973D-4591-8DA4-C4CBE31565B9}" destId="{4403E8FE-2206-48FC-85F1-25D13028C053}" srcOrd="1" destOrd="0" presId="urn:microsoft.com/office/officeart/2009/3/layout/RandomtoResultProcess"/>
    <dgm:cxn modelId="{429178DE-E7F2-471A-82E3-1BD14DC48D3A}" type="presParOf" srcId="{B91937FF-17D5-4DE8-88EC-A27C27D6CA9C}" destId="{029F9FBC-DFFF-4FC6-A138-2B291D3433BA}" srcOrd="2" destOrd="0" presId="urn:microsoft.com/office/officeart/2009/3/layout/RandomtoResultProcess"/>
    <dgm:cxn modelId="{721D386E-9A69-4D2E-B2D0-16AE130F130A}" type="presParOf" srcId="{B91937FF-17D5-4DE8-88EC-A27C27D6CA9C}" destId="{658737D8-C791-4200-9D0E-07FC90D59B14}" srcOrd="3" destOrd="0" presId="urn:microsoft.com/office/officeart/2009/3/layout/RandomtoResultProcess"/>
    <dgm:cxn modelId="{678943F4-265E-4E11-AFF2-5EF4A83A42B0}" type="presParOf" srcId="{658737D8-C791-4200-9D0E-07FC90D59B14}" destId="{CA517CEA-69DB-4CB1-B7E3-13C1520ED742}" srcOrd="0" destOrd="0" presId="urn:microsoft.com/office/officeart/2009/3/layout/RandomtoResultProcess"/>
    <dgm:cxn modelId="{255AC5E1-C500-46BB-9970-FA6DA1EAA0BF}" type="presParOf" srcId="{658737D8-C791-4200-9D0E-07FC90D59B14}" destId="{11728A03-A077-4D1E-B4AE-F067B8A1B119}" srcOrd="1" destOrd="0" presId="urn:microsoft.com/office/officeart/2009/3/layout/RandomtoResultProcess"/>
    <dgm:cxn modelId="{978400CC-C4E4-4593-AC29-4BF30B03D52A}" type="presParOf" srcId="{B91937FF-17D5-4DE8-88EC-A27C27D6CA9C}" destId="{16671643-8D7B-495A-ADF1-4D6A67132B89}" srcOrd="4" destOrd="0" presId="urn:microsoft.com/office/officeart/2009/3/layout/RandomtoResultProcess"/>
    <dgm:cxn modelId="{57C8B91C-2F44-4346-B541-F53BBA8FDFB4}" type="presParOf" srcId="{16671643-8D7B-495A-ADF1-4D6A67132B89}" destId="{738347E3-AA3C-422E-9354-9D67714DF53F}" srcOrd="0" destOrd="0" presId="urn:microsoft.com/office/officeart/2009/3/layout/RandomtoResultProcess"/>
    <dgm:cxn modelId="{E06B21DE-2AD4-4134-9231-139055BA0FB8}" type="presParOf" srcId="{16671643-8D7B-495A-ADF1-4D6A67132B89}" destId="{338636BB-65DE-4846-81F3-8217B9C3B13F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6A305-FEC5-4AD8-BBD8-DE8942D249AB}">
      <dsp:nvSpPr>
        <dsp:cNvPr id="0" name=""/>
        <dsp:cNvSpPr/>
      </dsp:nvSpPr>
      <dsp:spPr>
        <a:xfrm>
          <a:off x="3737" y="154915"/>
          <a:ext cx="2570488" cy="25704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effectLst/>
              <a:latin typeface="+mj-lt"/>
            </a:rPr>
            <a:t>Civil Aviation Administration</a:t>
          </a:r>
          <a:r>
            <a:rPr lang="et-EE" sz="1800" kern="1200" dirty="0">
              <a:latin typeface="+mj-lt"/>
            </a:rPr>
            <a:t> – </a:t>
          </a:r>
          <a:br>
            <a:rPr lang="et-EE" sz="1800" kern="1200" dirty="0">
              <a:latin typeface="+mj-lt"/>
            </a:rPr>
          </a:br>
          <a:r>
            <a:rPr lang="en-US" sz="1800" kern="1200" noProof="0" dirty="0">
              <a:effectLst/>
              <a:latin typeface="+mj-lt"/>
            </a:rPr>
            <a:t>Application for Part-66 aero technical employee license </a:t>
          </a:r>
          <a:endParaRPr lang="et-EE" sz="1800" kern="1200" dirty="0"/>
        </a:p>
      </dsp:txBody>
      <dsp:txXfrm>
        <a:off x="380176" y="531354"/>
        <a:ext cx="1817610" cy="1817610"/>
      </dsp:txXfrm>
    </dsp:sp>
    <dsp:sp modelId="{0E4D174D-3633-4313-B173-654A66FB22BD}">
      <dsp:nvSpPr>
        <dsp:cNvPr id="0" name=""/>
        <dsp:cNvSpPr/>
      </dsp:nvSpPr>
      <dsp:spPr>
        <a:xfrm>
          <a:off x="2782950" y="694718"/>
          <a:ext cx="1490883" cy="1490883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1400" kern="1200"/>
        </a:p>
      </dsp:txBody>
      <dsp:txXfrm>
        <a:off x="2980567" y="1001840"/>
        <a:ext cx="1095649" cy="876639"/>
      </dsp:txXfrm>
    </dsp:sp>
    <dsp:sp modelId="{1C86DCDA-175E-46DA-B893-5BFB37942F36}">
      <dsp:nvSpPr>
        <dsp:cNvPr id="0" name=""/>
        <dsp:cNvSpPr/>
      </dsp:nvSpPr>
      <dsp:spPr>
        <a:xfrm>
          <a:off x="4482557" y="154915"/>
          <a:ext cx="2570488" cy="25704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>
              <a:effectLst/>
              <a:latin typeface="+mj-lt"/>
            </a:rPr>
            <a:t>Maritime Administration </a:t>
          </a:r>
          <a:r>
            <a:rPr lang="et-EE" sz="1800" kern="1200" noProof="0" dirty="0">
              <a:effectLst/>
              <a:latin typeface="+mj-lt"/>
            </a:rPr>
            <a:t>- </a:t>
          </a:r>
          <a:r>
            <a:rPr lang="en-US" sz="1800" kern="1200" noProof="0" dirty="0">
              <a:effectLst/>
              <a:latin typeface="+mj-lt"/>
            </a:rPr>
            <a:t>Issue of documents  for working at</a:t>
          </a:r>
          <a:r>
            <a:rPr lang="en-US" sz="1800" kern="1200" baseline="0" noProof="0" dirty="0">
              <a:effectLst/>
              <a:latin typeface="+mj-lt"/>
            </a:rPr>
            <a:t> </a:t>
          </a:r>
          <a:r>
            <a:rPr lang="en-US" sz="1800" kern="1200" noProof="0" dirty="0">
              <a:effectLst/>
              <a:latin typeface="+mj-lt"/>
            </a:rPr>
            <a:t>sea </a:t>
          </a:r>
          <a:endParaRPr lang="et-EE" sz="1800" kern="1200" dirty="0"/>
        </a:p>
      </dsp:txBody>
      <dsp:txXfrm>
        <a:off x="4858996" y="531354"/>
        <a:ext cx="1817610" cy="1817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1BD20-1490-45C1-AD00-706A226E80BE}">
      <dsp:nvSpPr>
        <dsp:cNvPr id="0" name=""/>
        <dsp:cNvSpPr/>
      </dsp:nvSpPr>
      <dsp:spPr>
        <a:xfrm>
          <a:off x="5374947" y="0"/>
          <a:ext cx="2013748" cy="27363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+mj-lt"/>
            </a:rPr>
            <a:t>Getting approvals</a:t>
          </a:r>
        </a:p>
      </dsp:txBody>
      <dsp:txXfrm>
        <a:off x="5374947" y="0"/>
        <a:ext cx="2013748" cy="820891"/>
      </dsp:txXfrm>
    </dsp:sp>
    <dsp:sp modelId="{E9DE7B27-53D4-4E18-9A77-C9642DFC1338}">
      <dsp:nvSpPr>
        <dsp:cNvPr id="0" name=""/>
        <dsp:cNvSpPr/>
      </dsp:nvSpPr>
      <dsp:spPr>
        <a:xfrm>
          <a:off x="3025573" y="0"/>
          <a:ext cx="2013748" cy="27363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+mj-lt"/>
            </a:rPr>
            <a:t>Processing of building permit</a:t>
          </a:r>
        </a:p>
      </dsp:txBody>
      <dsp:txXfrm>
        <a:off x="3025573" y="0"/>
        <a:ext cx="2013748" cy="820891"/>
      </dsp:txXfrm>
    </dsp:sp>
    <dsp:sp modelId="{C9BCB440-70A5-4FC7-81C9-4F86FA78908A}">
      <dsp:nvSpPr>
        <dsp:cNvPr id="0" name=""/>
        <dsp:cNvSpPr/>
      </dsp:nvSpPr>
      <dsp:spPr>
        <a:xfrm>
          <a:off x="676200" y="0"/>
          <a:ext cx="2013748" cy="27363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latin typeface="+mj-lt"/>
            </a:rPr>
            <a:t>Proceeding applications for terms of engineering</a:t>
          </a:r>
        </a:p>
      </dsp:txBody>
      <dsp:txXfrm>
        <a:off x="676200" y="0"/>
        <a:ext cx="2013748" cy="820891"/>
      </dsp:txXfrm>
    </dsp:sp>
    <dsp:sp modelId="{C074B886-508C-46D0-A38F-AEB52C55BAD8}">
      <dsp:nvSpPr>
        <dsp:cNvPr id="0" name=""/>
        <dsp:cNvSpPr/>
      </dsp:nvSpPr>
      <dsp:spPr>
        <a:xfrm>
          <a:off x="844012" y="1304340"/>
          <a:ext cx="1678123" cy="839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100" kern="1200" dirty="0">
              <a:latin typeface="+mj-lt"/>
            </a:rPr>
            <a:t>MEAC – </a:t>
          </a:r>
          <a:r>
            <a:rPr lang="en-US" sz="1100" kern="1200" noProof="0" dirty="0">
              <a:effectLst/>
              <a:latin typeface="+mj-lt"/>
            </a:rPr>
            <a:t>Proceeding application</a:t>
          </a:r>
          <a:r>
            <a:rPr lang="en-US" sz="1100" kern="1200" baseline="0" noProof="0" dirty="0">
              <a:effectLst/>
              <a:latin typeface="+mj-lt"/>
            </a:rPr>
            <a:t> for terms of </a:t>
          </a:r>
          <a:r>
            <a:rPr lang="en-US" sz="1100" kern="1200" noProof="0" dirty="0">
              <a:effectLst/>
              <a:latin typeface="+mj-lt"/>
            </a:rPr>
            <a:t>engineering</a:t>
          </a:r>
          <a:endParaRPr lang="et-EE" sz="1100" kern="1200" dirty="0">
            <a:latin typeface="+mj-lt"/>
          </a:endParaRPr>
        </a:p>
      </dsp:txBody>
      <dsp:txXfrm>
        <a:off x="868587" y="1328915"/>
        <a:ext cx="1628973" cy="789911"/>
      </dsp:txXfrm>
    </dsp:sp>
    <dsp:sp modelId="{CC9E49C8-F007-47DB-8252-F389874F39E5}">
      <dsp:nvSpPr>
        <dsp:cNvPr id="0" name=""/>
        <dsp:cNvSpPr/>
      </dsp:nvSpPr>
      <dsp:spPr>
        <a:xfrm rot="19457599">
          <a:off x="2444438" y="1455043"/>
          <a:ext cx="826646" cy="55195"/>
        </a:xfrm>
        <a:custGeom>
          <a:avLst/>
          <a:gdLst/>
          <a:ahLst/>
          <a:cxnLst/>
          <a:rect l="0" t="0" r="0" b="0"/>
          <a:pathLst>
            <a:path>
              <a:moveTo>
                <a:pt x="0" y="27597"/>
              </a:moveTo>
              <a:lnTo>
                <a:pt x="826646" y="2759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500" kern="1200">
            <a:latin typeface="+mj-lt"/>
          </a:endParaRPr>
        </a:p>
      </dsp:txBody>
      <dsp:txXfrm>
        <a:off x="2837095" y="1461975"/>
        <a:ext cx="41332" cy="41332"/>
      </dsp:txXfrm>
    </dsp:sp>
    <dsp:sp modelId="{F7521363-6324-4695-99FA-1E3F1C837834}">
      <dsp:nvSpPr>
        <dsp:cNvPr id="0" name=""/>
        <dsp:cNvSpPr/>
      </dsp:nvSpPr>
      <dsp:spPr>
        <a:xfrm>
          <a:off x="3193386" y="821879"/>
          <a:ext cx="1678123" cy="839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100" kern="1200" dirty="0">
              <a:latin typeface="+mj-lt"/>
            </a:rPr>
            <a:t>MEAC – </a:t>
          </a:r>
          <a:r>
            <a:rPr lang="en-US" sz="1100" kern="1200" noProof="0" dirty="0">
              <a:effectLst/>
              <a:latin typeface="+mj-lt"/>
            </a:rPr>
            <a:t>Proceeding  application for </a:t>
          </a:r>
          <a:r>
            <a:rPr lang="en-US" sz="1100" kern="1200" baseline="0" noProof="0" dirty="0">
              <a:effectLst/>
              <a:latin typeface="+mj-lt"/>
            </a:rPr>
            <a:t> building permit </a:t>
          </a:r>
          <a:endParaRPr lang="et-EE" sz="1100" kern="1200" dirty="0">
            <a:latin typeface="+mj-lt"/>
          </a:endParaRPr>
        </a:p>
      </dsp:txBody>
      <dsp:txXfrm>
        <a:off x="3217961" y="846454"/>
        <a:ext cx="1628973" cy="789911"/>
      </dsp:txXfrm>
    </dsp:sp>
    <dsp:sp modelId="{0F6261C1-1AE4-4231-822C-0EF9FCF68D72}">
      <dsp:nvSpPr>
        <dsp:cNvPr id="0" name=""/>
        <dsp:cNvSpPr/>
      </dsp:nvSpPr>
      <dsp:spPr>
        <a:xfrm>
          <a:off x="4871509" y="1213813"/>
          <a:ext cx="671249" cy="55195"/>
        </a:xfrm>
        <a:custGeom>
          <a:avLst/>
          <a:gdLst/>
          <a:ahLst/>
          <a:cxnLst/>
          <a:rect l="0" t="0" r="0" b="0"/>
          <a:pathLst>
            <a:path>
              <a:moveTo>
                <a:pt x="0" y="27597"/>
              </a:moveTo>
              <a:lnTo>
                <a:pt x="671249" y="275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500" kern="1200">
            <a:latin typeface="+mj-lt"/>
          </a:endParaRPr>
        </a:p>
      </dsp:txBody>
      <dsp:txXfrm>
        <a:off x="5190353" y="1224629"/>
        <a:ext cx="33562" cy="33562"/>
      </dsp:txXfrm>
    </dsp:sp>
    <dsp:sp modelId="{775CC0C0-A833-4DA7-AA14-E20B3D031384}">
      <dsp:nvSpPr>
        <dsp:cNvPr id="0" name=""/>
        <dsp:cNvSpPr/>
      </dsp:nvSpPr>
      <dsp:spPr>
        <a:xfrm>
          <a:off x="5542759" y="821879"/>
          <a:ext cx="1678123" cy="839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effectLst/>
              <a:latin typeface="+mj-lt"/>
            </a:rPr>
            <a:t>Civil Aviation Administration</a:t>
          </a:r>
          <a:r>
            <a:rPr lang="et-EE" sz="1100" kern="1200" dirty="0">
              <a:latin typeface="+mj-lt"/>
            </a:rPr>
            <a:t> – </a:t>
          </a:r>
          <a:r>
            <a:rPr lang="en-US" sz="1100" kern="1200" noProof="0" dirty="0">
              <a:effectLst/>
              <a:latin typeface="+mj-lt"/>
            </a:rPr>
            <a:t>Coordination of high-rise buildings and -facilities</a:t>
          </a:r>
          <a:endParaRPr lang="et-EE" sz="1100" kern="1200" dirty="0">
            <a:latin typeface="+mj-lt"/>
          </a:endParaRPr>
        </a:p>
      </dsp:txBody>
      <dsp:txXfrm>
        <a:off x="5567334" y="846454"/>
        <a:ext cx="1628973" cy="789911"/>
      </dsp:txXfrm>
    </dsp:sp>
    <dsp:sp modelId="{4D13912C-021B-468E-8FAD-38B85F346098}">
      <dsp:nvSpPr>
        <dsp:cNvPr id="0" name=""/>
        <dsp:cNvSpPr/>
      </dsp:nvSpPr>
      <dsp:spPr>
        <a:xfrm rot="2142401">
          <a:off x="2444438" y="1937504"/>
          <a:ext cx="826646" cy="55195"/>
        </a:xfrm>
        <a:custGeom>
          <a:avLst/>
          <a:gdLst/>
          <a:ahLst/>
          <a:cxnLst/>
          <a:rect l="0" t="0" r="0" b="0"/>
          <a:pathLst>
            <a:path>
              <a:moveTo>
                <a:pt x="0" y="27597"/>
              </a:moveTo>
              <a:lnTo>
                <a:pt x="826646" y="27597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500" kern="1200"/>
        </a:p>
      </dsp:txBody>
      <dsp:txXfrm>
        <a:off x="2837095" y="1944435"/>
        <a:ext cx="41332" cy="41332"/>
      </dsp:txXfrm>
    </dsp:sp>
    <dsp:sp modelId="{346676D7-2FD0-402E-A92D-0606EED93F5E}">
      <dsp:nvSpPr>
        <dsp:cNvPr id="0" name=""/>
        <dsp:cNvSpPr/>
      </dsp:nvSpPr>
      <dsp:spPr>
        <a:xfrm>
          <a:off x="3193386" y="1786801"/>
          <a:ext cx="1678123" cy="839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1100" kern="1200" dirty="0">
              <a:latin typeface="+mj-lt"/>
            </a:rPr>
            <a:t>TSA – </a:t>
          </a:r>
          <a:r>
            <a:rPr lang="en-US" sz="1100" kern="1200" noProof="0" dirty="0">
              <a:effectLst/>
              <a:latin typeface="+mj-lt"/>
            </a:rPr>
            <a:t>Proceeding building</a:t>
          </a:r>
          <a:r>
            <a:rPr lang="en-US" sz="1100" kern="1200" baseline="0" noProof="0" dirty="0">
              <a:effectLst/>
              <a:latin typeface="+mj-lt"/>
            </a:rPr>
            <a:t> permits </a:t>
          </a:r>
          <a:r>
            <a:rPr lang="et-EE" sz="1100" kern="1200" baseline="0" noProof="0" dirty="0">
              <a:effectLst/>
              <a:latin typeface="+mj-lt"/>
            </a:rPr>
            <a:t>(</a:t>
          </a:r>
          <a:r>
            <a:rPr lang="en-US" sz="1100" kern="1200" baseline="0" noProof="0" dirty="0">
              <a:effectLst/>
              <a:latin typeface="+mj-lt"/>
            </a:rPr>
            <a:t>railway facilities</a:t>
          </a:r>
          <a:r>
            <a:rPr lang="et-EE" sz="1100" kern="1200" baseline="0" noProof="0" dirty="0">
              <a:effectLst/>
              <a:latin typeface="+mj-lt"/>
            </a:rPr>
            <a:t>, </a:t>
          </a:r>
          <a:r>
            <a:rPr lang="en-US" sz="1100" kern="1200" baseline="0" noProof="0" dirty="0">
              <a:effectLst/>
              <a:latin typeface="+mj-lt"/>
            </a:rPr>
            <a:t>building into water</a:t>
          </a:r>
          <a:r>
            <a:rPr lang="et-EE" sz="1100" kern="1200" dirty="0">
              <a:latin typeface="+mj-lt"/>
            </a:rPr>
            <a:t>)</a:t>
          </a:r>
        </a:p>
      </dsp:txBody>
      <dsp:txXfrm>
        <a:off x="3217961" y="1811376"/>
        <a:ext cx="1628973" cy="789911"/>
      </dsp:txXfrm>
    </dsp:sp>
    <dsp:sp modelId="{62050C2A-6424-4B60-ADE1-11E809F740D2}">
      <dsp:nvSpPr>
        <dsp:cNvPr id="0" name=""/>
        <dsp:cNvSpPr/>
      </dsp:nvSpPr>
      <dsp:spPr>
        <a:xfrm>
          <a:off x="4871509" y="2178734"/>
          <a:ext cx="671249" cy="55195"/>
        </a:xfrm>
        <a:custGeom>
          <a:avLst/>
          <a:gdLst/>
          <a:ahLst/>
          <a:cxnLst/>
          <a:rect l="0" t="0" r="0" b="0"/>
          <a:pathLst>
            <a:path>
              <a:moveTo>
                <a:pt x="0" y="27597"/>
              </a:moveTo>
              <a:lnTo>
                <a:pt x="671249" y="27597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500" kern="1200"/>
        </a:p>
      </dsp:txBody>
      <dsp:txXfrm>
        <a:off x="5190353" y="2189550"/>
        <a:ext cx="33562" cy="33562"/>
      </dsp:txXfrm>
    </dsp:sp>
    <dsp:sp modelId="{8EC7B702-57F1-47C2-BA55-66F27A8FBF18}">
      <dsp:nvSpPr>
        <dsp:cNvPr id="0" name=""/>
        <dsp:cNvSpPr/>
      </dsp:nvSpPr>
      <dsp:spPr>
        <a:xfrm>
          <a:off x="5542759" y="1786801"/>
          <a:ext cx="1678123" cy="8390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effectLst/>
              <a:latin typeface="+mj-lt"/>
            </a:rPr>
            <a:t>Agricultural Board </a:t>
          </a:r>
          <a:r>
            <a:rPr lang="et-EE" sz="1100" kern="1200" dirty="0">
              <a:latin typeface="+mj-lt"/>
            </a:rPr>
            <a:t> – </a:t>
          </a:r>
          <a:r>
            <a:rPr lang="en-US" sz="1100" kern="1200" noProof="0" dirty="0">
              <a:effectLst/>
              <a:latin typeface="+mj-lt"/>
            </a:rPr>
            <a:t>Coordination </a:t>
          </a:r>
          <a:r>
            <a:rPr lang="et-EE" sz="1100" kern="1200" noProof="0" dirty="0" err="1">
              <a:effectLst/>
              <a:latin typeface="+mj-lt"/>
            </a:rPr>
            <a:t>with</a:t>
          </a:r>
          <a:r>
            <a:rPr lang="et-EE" sz="1100" kern="1200" baseline="0" noProof="0" dirty="0">
              <a:effectLst/>
              <a:latin typeface="+mj-lt"/>
            </a:rPr>
            <a:t> </a:t>
          </a:r>
          <a:r>
            <a:rPr lang="en-US" sz="1100" kern="1200" noProof="0" dirty="0">
              <a:effectLst/>
              <a:latin typeface="+mj-lt"/>
            </a:rPr>
            <a:t> other  building  (land improvement)</a:t>
          </a:r>
          <a:endParaRPr lang="et-EE" sz="1100" kern="1200" dirty="0">
            <a:latin typeface="+mj-lt"/>
          </a:endParaRPr>
        </a:p>
      </dsp:txBody>
      <dsp:txXfrm>
        <a:off x="5567334" y="1811376"/>
        <a:ext cx="1628973" cy="7899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36BA3-41D9-4D95-A247-0FEF3E3B4E4B}">
      <dsp:nvSpPr>
        <dsp:cNvPr id="0" name=""/>
        <dsp:cNvSpPr/>
      </dsp:nvSpPr>
      <dsp:spPr>
        <a:xfrm>
          <a:off x="1557583" y="584"/>
          <a:ext cx="1685370" cy="4120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Public service A</a:t>
          </a:r>
        </a:p>
      </dsp:txBody>
      <dsp:txXfrm>
        <a:off x="1569652" y="12653"/>
        <a:ext cx="1661232" cy="387943"/>
      </dsp:txXfrm>
    </dsp:sp>
    <dsp:sp modelId="{14437B45-B64E-4064-8A4F-E8F4EE1CD2DD}">
      <dsp:nvSpPr>
        <dsp:cNvPr id="0" name=""/>
        <dsp:cNvSpPr/>
      </dsp:nvSpPr>
      <dsp:spPr>
        <a:xfrm rot="21595875">
          <a:off x="3242953" y="180073"/>
          <a:ext cx="674148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674148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>
            <a:latin typeface="+mj-lt"/>
          </a:endParaRPr>
        </a:p>
      </dsp:txBody>
      <dsp:txXfrm>
        <a:off x="3563173" y="189366"/>
        <a:ext cx="33707" cy="33707"/>
      </dsp:txXfrm>
    </dsp:sp>
    <dsp:sp modelId="{2A694B05-FB1A-4BE2-ACA1-F126D95DA0B2}">
      <dsp:nvSpPr>
        <dsp:cNvPr id="0" name=""/>
        <dsp:cNvSpPr/>
      </dsp:nvSpPr>
      <dsp:spPr>
        <a:xfrm>
          <a:off x="3917101" y="56976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noProof="0" dirty="0">
              <a:latin typeface="+mj-lt"/>
            </a:rPr>
            <a:t>There are no E-services</a:t>
          </a:r>
        </a:p>
      </dsp:txBody>
      <dsp:txXfrm>
        <a:off x="3925820" y="65695"/>
        <a:ext cx="2578925" cy="280240"/>
      </dsp:txXfrm>
    </dsp:sp>
    <dsp:sp modelId="{EF15D57F-8817-487D-8F26-D3A21B8C9085}">
      <dsp:nvSpPr>
        <dsp:cNvPr id="0" name=""/>
        <dsp:cNvSpPr/>
      </dsp:nvSpPr>
      <dsp:spPr>
        <a:xfrm>
          <a:off x="1557583" y="848746"/>
          <a:ext cx="1685370" cy="4120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Public service B</a:t>
          </a:r>
        </a:p>
      </dsp:txBody>
      <dsp:txXfrm>
        <a:off x="1569652" y="860815"/>
        <a:ext cx="1661232" cy="387943"/>
      </dsp:txXfrm>
    </dsp:sp>
    <dsp:sp modelId="{B00AED10-9DC3-4A5C-B19A-E02C4DC603D3}">
      <dsp:nvSpPr>
        <dsp:cNvPr id="0" name=""/>
        <dsp:cNvSpPr/>
      </dsp:nvSpPr>
      <dsp:spPr>
        <a:xfrm rot="19669652">
          <a:off x="3181806" y="816599"/>
          <a:ext cx="796442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796442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>
            <a:latin typeface="+mj-lt"/>
          </a:endParaRPr>
        </a:p>
      </dsp:txBody>
      <dsp:txXfrm>
        <a:off x="3560116" y="822835"/>
        <a:ext cx="39822" cy="39822"/>
      </dsp:txXfrm>
    </dsp:sp>
    <dsp:sp modelId="{B8A54E46-45E5-4217-B2D1-7AE0C1882A29}">
      <dsp:nvSpPr>
        <dsp:cNvPr id="0" name=""/>
        <dsp:cNvSpPr/>
      </dsp:nvSpPr>
      <dsp:spPr>
        <a:xfrm>
          <a:off x="3917101" y="481867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E-form</a:t>
          </a:r>
        </a:p>
      </dsp:txBody>
      <dsp:txXfrm>
        <a:off x="3925820" y="490586"/>
        <a:ext cx="2578925" cy="280240"/>
      </dsp:txXfrm>
    </dsp:sp>
    <dsp:sp modelId="{8B6785E9-E202-4385-B8CF-728342E9A47F}">
      <dsp:nvSpPr>
        <dsp:cNvPr id="0" name=""/>
        <dsp:cNvSpPr/>
      </dsp:nvSpPr>
      <dsp:spPr>
        <a:xfrm>
          <a:off x="3242953" y="1028640"/>
          <a:ext cx="674148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674148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>
            <a:latin typeface="+mj-lt"/>
          </a:endParaRPr>
        </a:p>
      </dsp:txBody>
      <dsp:txXfrm>
        <a:off x="3563173" y="1037933"/>
        <a:ext cx="33707" cy="33707"/>
      </dsp:txXfrm>
    </dsp:sp>
    <dsp:sp modelId="{26D270DF-409B-4DEF-8790-FE3DCED4A078}">
      <dsp:nvSpPr>
        <dsp:cNvPr id="0" name=""/>
        <dsp:cNvSpPr/>
      </dsp:nvSpPr>
      <dsp:spPr>
        <a:xfrm>
          <a:off x="3917101" y="905948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X-Road service (PEPE)</a:t>
          </a:r>
        </a:p>
      </dsp:txBody>
      <dsp:txXfrm>
        <a:off x="3925820" y="914667"/>
        <a:ext cx="2578925" cy="280240"/>
      </dsp:txXfrm>
    </dsp:sp>
    <dsp:sp modelId="{DBD6B8F2-70C0-4BE5-933A-FF53CAAC3A0F}">
      <dsp:nvSpPr>
        <dsp:cNvPr id="0" name=""/>
        <dsp:cNvSpPr/>
      </dsp:nvSpPr>
      <dsp:spPr>
        <a:xfrm rot="1930348">
          <a:off x="3181806" y="1240680"/>
          <a:ext cx="796442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796442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/>
        </a:p>
      </dsp:txBody>
      <dsp:txXfrm>
        <a:off x="3560116" y="1246917"/>
        <a:ext cx="39822" cy="39822"/>
      </dsp:txXfrm>
    </dsp:sp>
    <dsp:sp modelId="{F253A54D-FA98-40A3-9A46-9743C93FB979}">
      <dsp:nvSpPr>
        <dsp:cNvPr id="0" name=""/>
        <dsp:cNvSpPr/>
      </dsp:nvSpPr>
      <dsp:spPr>
        <a:xfrm>
          <a:off x="3917101" y="1330029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Notification service</a:t>
          </a:r>
        </a:p>
      </dsp:txBody>
      <dsp:txXfrm>
        <a:off x="3925820" y="1338748"/>
        <a:ext cx="2578925" cy="280240"/>
      </dsp:txXfrm>
    </dsp:sp>
    <dsp:sp modelId="{285630DD-9BA8-4714-A12D-53E4C5471719}">
      <dsp:nvSpPr>
        <dsp:cNvPr id="0" name=""/>
        <dsp:cNvSpPr/>
      </dsp:nvSpPr>
      <dsp:spPr>
        <a:xfrm>
          <a:off x="1557583" y="1696909"/>
          <a:ext cx="1685370" cy="4120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Public service C</a:t>
          </a:r>
        </a:p>
      </dsp:txBody>
      <dsp:txXfrm>
        <a:off x="1569652" y="1708978"/>
        <a:ext cx="1661232" cy="387943"/>
      </dsp:txXfrm>
    </dsp:sp>
    <dsp:sp modelId="{16CF2EA2-F510-4849-881D-D0924DFA8C4C}">
      <dsp:nvSpPr>
        <dsp:cNvPr id="0" name=""/>
        <dsp:cNvSpPr/>
      </dsp:nvSpPr>
      <dsp:spPr>
        <a:xfrm>
          <a:off x="3242953" y="1876802"/>
          <a:ext cx="674148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674148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>
            <a:latin typeface="+mj-lt"/>
          </a:endParaRPr>
        </a:p>
      </dsp:txBody>
      <dsp:txXfrm>
        <a:off x="3563173" y="1886096"/>
        <a:ext cx="33707" cy="33707"/>
      </dsp:txXfrm>
    </dsp:sp>
    <dsp:sp modelId="{DB2E55C6-8A7D-4BCF-8240-C7E9DB2FD7AD}">
      <dsp:nvSpPr>
        <dsp:cNvPr id="0" name=""/>
        <dsp:cNvSpPr/>
      </dsp:nvSpPr>
      <dsp:spPr>
        <a:xfrm>
          <a:off x="3917101" y="1754110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Notification service</a:t>
          </a:r>
        </a:p>
      </dsp:txBody>
      <dsp:txXfrm>
        <a:off x="3925820" y="1762829"/>
        <a:ext cx="2578925" cy="280240"/>
      </dsp:txXfrm>
    </dsp:sp>
    <dsp:sp modelId="{DEC01DA2-E513-40A0-A064-657043075E34}">
      <dsp:nvSpPr>
        <dsp:cNvPr id="0" name=""/>
        <dsp:cNvSpPr/>
      </dsp:nvSpPr>
      <dsp:spPr>
        <a:xfrm>
          <a:off x="1557583" y="2333031"/>
          <a:ext cx="1685370" cy="4120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Public service  D</a:t>
          </a:r>
        </a:p>
      </dsp:txBody>
      <dsp:txXfrm>
        <a:off x="1569652" y="2345100"/>
        <a:ext cx="1661232" cy="387943"/>
      </dsp:txXfrm>
    </dsp:sp>
    <dsp:sp modelId="{207D4018-DC35-40C7-BEDB-3BEC59BCCF69}">
      <dsp:nvSpPr>
        <dsp:cNvPr id="0" name=""/>
        <dsp:cNvSpPr/>
      </dsp:nvSpPr>
      <dsp:spPr>
        <a:xfrm rot="20552401">
          <a:off x="3226673" y="2406904"/>
          <a:ext cx="706708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706708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/>
        </a:p>
      </dsp:txBody>
      <dsp:txXfrm>
        <a:off x="3562359" y="2415383"/>
        <a:ext cx="35335" cy="35335"/>
      </dsp:txXfrm>
    </dsp:sp>
    <dsp:sp modelId="{04FE3C46-E012-4079-AD89-329615ADB540}">
      <dsp:nvSpPr>
        <dsp:cNvPr id="0" name=""/>
        <dsp:cNvSpPr/>
      </dsp:nvSpPr>
      <dsp:spPr>
        <a:xfrm>
          <a:off x="3917101" y="2178191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E-form A</a:t>
          </a:r>
        </a:p>
      </dsp:txBody>
      <dsp:txXfrm>
        <a:off x="3925820" y="2186910"/>
        <a:ext cx="2578925" cy="280240"/>
      </dsp:txXfrm>
    </dsp:sp>
    <dsp:sp modelId="{FC45BBB0-5256-4806-9084-77FB9B432661}">
      <dsp:nvSpPr>
        <dsp:cNvPr id="0" name=""/>
        <dsp:cNvSpPr/>
      </dsp:nvSpPr>
      <dsp:spPr>
        <a:xfrm rot="1047599">
          <a:off x="3226673" y="2618944"/>
          <a:ext cx="706708" cy="52294"/>
        </a:xfrm>
        <a:custGeom>
          <a:avLst/>
          <a:gdLst/>
          <a:ahLst/>
          <a:cxnLst/>
          <a:rect l="0" t="0" r="0" b="0"/>
          <a:pathLst>
            <a:path>
              <a:moveTo>
                <a:pt x="0" y="26147"/>
              </a:moveTo>
              <a:lnTo>
                <a:pt x="706708" y="2614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t-EE" sz="2800" kern="1200"/>
        </a:p>
      </dsp:txBody>
      <dsp:txXfrm>
        <a:off x="3562359" y="2627424"/>
        <a:ext cx="35335" cy="35335"/>
      </dsp:txXfrm>
    </dsp:sp>
    <dsp:sp modelId="{B7F21BA4-290D-4457-BB4B-3B26FA9D7AAC}">
      <dsp:nvSpPr>
        <dsp:cNvPr id="0" name=""/>
        <dsp:cNvSpPr/>
      </dsp:nvSpPr>
      <dsp:spPr>
        <a:xfrm>
          <a:off x="3917101" y="2602273"/>
          <a:ext cx="2596363" cy="29767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noProof="0" dirty="0">
              <a:latin typeface="+mj-lt"/>
            </a:rPr>
            <a:t>E-form B</a:t>
          </a:r>
        </a:p>
      </dsp:txBody>
      <dsp:txXfrm>
        <a:off x="3925820" y="2610992"/>
        <a:ext cx="2578925" cy="2802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309D1-5ACA-4FA0-B459-2CE42FE8B2F6}">
      <dsp:nvSpPr>
        <dsp:cNvPr id="0" name=""/>
        <dsp:cNvSpPr/>
      </dsp:nvSpPr>
      <dsp:spPr>
        <a:xfrm>
          <a:off x="399578" y="1028378"/>
          <a:ext cx="2845397" cy="9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+mj-lt"/>
            </a:rPr>
            <a:t>MEAC – Submitting notice of economic activity in a retail sector</a:t>
          </a:r>
        </a:p>
      </dsp:txBody>
      <dsp:txXfrm>
        <a:off x="399578" y="1028378"/>
        <a:ext cx="2845397" cy="937687"/>
      </dsp:txXfrm>
    </dsp:sp>
    <dsp:sp modelId="{0C6D8F72-70C4-4D79-8F8C-8FAD98406B5E}">
      <dsp:nvSpPr>
        <dsp:cNvPr id="0" name=""/>
        <dsp:cNvSpPr/>
      </dsp:nvSpPr>
      <dsp:spPr>
        <a:xfrm>
          <a:off x="396345" y="743192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7CC60-226F-48C7-8762-C83F16162A1C}">
      <dsp:nvSpPr>
        <dsp:cNvPr id="0" name=""/>
        <dsp:cNvSpPr/>
      </dsp:nvSpPr>
      <dsp:spPr>
        <a:xfrm>
          <a:off x="554782" y="426318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28870-2BD7-4C31-B7B2-A675DB00F877}">
      <dsp:nvSpPr>
        <dsp:cNvPr id="0" name=""/>
        <dsp:cNvSpPr/>
      </dsp:nvSpPr>
      <dsp:spPr>
        <a:xfrm>
          <a:off x="935030" y="489692"/>
          <a:ext cx="355674" cy="3556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E43C9-48DB-4CE7-989F-C9BC1AEA8B97}">
      <dsp:nvSpPr>
        <dsp:cNvPr id="0" name=""/>
        <dsp:cNvSpPr/>
      </dsp:nvSpPr>
      <dsp:spPr>
        <a:xfrm>
          <a:off x="1251904" y="141131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D76E2-56DF-49C1-A59D-342175AD268F}">
      <dsp:nvSpPr>
        <dsp:cNvPr id="0" name=""/>
        <dsp:cNvSpPr/>
      </dsp:nvSpPr>
      <dsp:spPr>
        <a:xfrm>
          <a:off x="1663840" y="14382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D2BD5-FFC0-4581-ABA3-FFFF9A14907B}">
      <dsp:nvSpPr>
        <dsp:cNvPr id="0" name=""/>
        <dsp:cNvSpPr/>
      </dsp:nvSpPr>
      <dsp:spPr>
        <a:xfrm>
          <a:off x="2170838" y="236193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A232B-4A3B-42D5-B605-E241C20E6A7E}">
      <dsp:nvSpPr>
        <dsp:cNvPr id="0" name=""/>
        <dsp:cNvSpPr/>
      </dsp:nvSpPr>
      <dsp:spPr>
        <a:xfrm>
          <a:off x="2487712" y="394630"/>
          <a:ext cx="355674" cy="3556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DF6C0-9DDA-4272-9C91-CE54123C7CDC}">
      <dsp:nvSpPr>
        <dsp:cNvPr id="0" name=""/>
        <dsp:cNvSpPr/>
      </dsp:nvSpPr>
      <dsp:spPr>
        <a:xfrm>
          <a:off x="2931335" y="743192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93B49-7F7C-47FB-ACF9-F6F6D481B94B}">
      <dsp:nvSpPr>
        <dsp:cNvPr id="0" name=""/>
        <dsp:cNvSpPr/>
      </dsp:nvSpPr>
      <dsp:spPr>
        <a:xfrm>
          <a:off x="3121460" y="1091753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84B6D-FC95-4EB0-AF41-080CA5F3387B}">
      <dsp:nvSpPr>
        <dsp:cNvPr id="0" name=""/>
        <dsp:cNvSpPr/>
      </dsp:nvSpPr>
      <dsp:spPr>
        <a:xfrm>
          <a:off x="1473716" y="426318"/>
          <a:ext cx="582013" cy="5820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4FB72-384E-4C4C-ACB7-4109A8DD04DC}">
      <dsp:nvSpPr>
        <dsp:cNvPr id="0" name=""/>
        <dsp:cNvSpPr/>
      </dsp:nvSpPr>
      <dsp:spPr>
        <a:xfrm>
          <a:off x="237908" y="1630438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9F3E1-580F-4849-B064-4D33C27D251D}">
      <dsp:nvSpPr>
        <dsp:cNvPr id="0" name=""/>
        <dsp:cNvSpPr/>
      </dsp:nvSpPr>
      <dsp:spPr>
        <a:xfrm>
          <a:off x="428032" y="1915625"/>
          <a:ext cx="355674" cy="3556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D5689-B90C-4B3C-8623-4E7A3D318010}">
      <dsp:nvSpPr>
        <dsp:cNvPr id="0" name=""/>
        <dsp:cNvSpPr/>
      </dsp:nvSpPr>
      <dsp:spPr>
        <a:xfrm>
          <a:off x="903343" y="2169124"/>
          <a:ext cx="517345" cy="51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E9CE3-FECB-493F-8AC4-F35B17145D11}">
      <dsp:nvSpPr>
        <dsp:cNvPr id="0" name=""/>
        <dsp:cNvSpPr/>
      </dsp:nvSpPr>
      <dsp:spPr>
        <a:xfrm>
          <a:off x="1568778" y="2581060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E050E-D2F6-42A1-B67F-C17B7D022B69}">
      <dsp:nvSpPr>
        <dsp:cNvPr id="0" name=""/>
        <dsp:cNvSpPr/>
      </dsp:nvSpPr>
      <dsp:spPr>
        <a:xfrm>
          <a:off x="1695527" y="2169124"/>
          <a:ext cx="355674" cy="3556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4AEEE-42E7-4F88-9D99-4C49E9AA87D4}">
      <dsp:nvSpPr>
        <dsp:cNvPr id="0" name=""/>
        <dsp:cNvSpPr/>
      </dsp:nvSpPr>
      <dsp:spPr>
        <a:xfrm>
          <a:off x="2012401" y="2612747"/>
          <a:ext cx="226338" cy="2263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F75A0-490F-433F-A2F1-A824DCD9EE73}">
      <dsp:nvSpPr>
        <dsp:cNvPr id="0" name=""/>
        <dsp:cNvSpPr/>
      </dsp:nvSpPr>
      <dsp:spPr>
        <a:xfrm>
          <a:off x="2297588" y="2105749"/>
          <a:ext cx="517345" cy="5173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C64A7-EAC8-4689-8BD8-BB227D76E1E7}">
      <dsp:nvSpPr>
        <dsp:cNvPr id="0" name=""/>
        <dsp:cNvSpPr/>
      </dsp:nvSpPr>
      <dsp:spPr>
        <a:xfrm>
          <a:off x="2994710" y="1979000"/>
          <a:ext cx="355674" cy="3556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B3704-7CFE-432E-B8AF-B23DA5CAA714}">
      <dsp:nvSpPr>
        <dsp:cNvPr id="0" name=""/>
        <dsp:cNvSpPr/>
      </dsp:nvSpPr>
      <dsp:spPr>
        <a:xfrm>
          <a:off x="3350385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7CEA-69DB-4CB1-B7E3-13C1520ED742}">
      <dsp:nvSpPr>
        <dsp:cNvPr id="0" name=""/>
        <dsp:cNvSpPr/>
      </dsp:nvSpPr>
      <dsp:spPr>
        <a:xfrm>
          <a:off x="4205030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347E3-AA3C-422E-9354-9D67714DF53F}">
      <dsp:nvSpPr>
        <dsp:cNvPr id="0" name=""/>
        <dsp:cNvSpPr/>
      </dsp:nvSpPr>
      <dsp:spPr>
        <a:xfrm>
          <a:off x="5264219" y="204280"/>
          <a:ext cx="2620153" cy="26616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latin typeface="+mj-lt"/>
            </a:rPr>
            <a:t>Business Register Portal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>
              <a:latin typeface="+mj-lt"/>
            </a:rPr>
            <a:t>+Proactive support for finding specific requirements on the basis of NACE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>
              <a:latin typeface="+mj-lt"/>
            </a:rPr>
            <a:t>+ Venue info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>
              <a:latin typeface="+mj-lt"/>
            </a:rPr>
            <a:t>+ Applying for operating permits and -notifications</a:t>
          </a:r>
        </a:p>
      </dsp:txBody>
      <dsp:txXfrm>
        <a:off x="5647932" y="594071"/>
        <a:ext cx="1852727" cy="18820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309D1-5ACA-4FA0-B459-2CE42FE8B2F6}">
      <dsp:nvSpPr>
        <dsp:cNvPr id="0" name=""/>
        <dsp:cNvSpPr/>
      </dsp:nvSpPr>
      <dsp:spPr>
        <a:xfrm>
          <a:off x="399578" y="1028378"/>
          <a:ext cx="2845397" cy="9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j-lt"/>
            </a:rPr>
            <a:t>Agricultural Board – </a:t>
          </a:r>
          <a:r>
            <a:rPr lang="en-US" sz="2000" kern="1200" noProof="0" dirty="0">
              <a:effectLst/>
              <a:latin typeface="+mj-lt"/>
            </a:rPr>
            <a:t>Recognition of company</a:t>
          </a:r>
          <a:r>
            <a:rPr lang="en-US" sz="2000" kern="1200" baseline="0" noProof="0" dirty="0">
              <a:effectLst/>
              <a:latin typeface="+mj-lt"/>
            </a:rPr>
            <a:t> operating in organic farming </a:t>
          </a:r>
          <a:endParaRPr lang="en-US" sz="2000" kern="1200" dirty="0">
            <a:latin typeface="+mj-lt"/>
          </a:endParaRPr>
        </a:p>
      </dsp:txBody>
      <dsp:txXfrm>
        <a:off x="399578" y="1028378"/>
        <a:ext cx="2845397" cy="937687"/>
      </dsp:txXfrm>
    </dsp:sp>
    <dsp:sp modelId="{0C6D8F72-70C4-4D79-8F8C-8FAD98406B5E}">
      <dsp:nvSpPr>
        <dsp:cNvPr id="0" name=""/>
        <dsp:cNvSpPr/>
      </dsp:nvSpPr>
      <dsp:spPr>
        <a:xfrm>
          <a:off x="396345" y="743192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7CC60-226F-48C7-8762-C83F16162A1C}">
      <dsp:nvSpPr>
        <dsp:cNvPr id="0" name=""/>
        <dsp:cNvSpPr/>
      </dsp:nvSpPr>
      <dsp:spPr>
        <a:xfrm>
          <a:off x="554782" y="426318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28870-2BD7-4C31-B7B2-A675DB00F877}">
      <dsp:nvSpPr>
        <dsp:cNvPr id="0" name=""/>
        <dsp:cNvSpPr/>
      </dsp:nvSpPr>
      <dsp:spPr>
        <a:xfrm>
          <a:off x="935030" y="489692"/>
          <a:ext cx="355674" cy="355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E43C9-48DB-4CE7-989F-C9BC1AEA8B97}">
      <dsp:nvSpPr>
        <dsp:cNvPr id="0" name=""/>
        <dsp:cNvSpPr/>
      </dsp:nvSpPr>
      <dsp:spPr>
        <a:xfrm>
          <a:off x="1251904" y="141131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D76E2-56DF-49C1-A59D-342175AD268F}">
      <dsp:nvSpPr>
        <dsp:cNvPr id="0" name=""/>
        <dsp:cNvSpPr/>
      </dsp:nvSpPr>
      <dsp:spPr>
        <a:xfrm>
          <a:off x="1663840" y="14382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D2BD5-FFC0-4581-ABA3-FFFF9A14907B}">
      <dsp:nvSpPr>
        <dsp:cNvPr id="0" name=""/>
        <dsp:cNvSpPr/>
      </dsp:nvSpPr>
      <dsp:spPr>
        <a:xfrm>
          <a:off x="2170838" y="236193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A232B-4A3B-42D5-B605-E241C20E6A7E}">
      <dsp:nvSpPr>
        <dsp:cNvPr id="0" name=""/>
        <dsp:cNvSpPr/>
      </dsp:nvSpPr>
      <dsp:spPr>
        <a:xfrm>
          <a:off x="2487712" y="394630"/>
          <a:ext cx="355674" cy="355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DF6C0-9DDA-4272-9C91-CE54123C7CDC}">
      <dsp:nvSpPr>
        <dsp:cNvPr id="0" name=""/>
        <dsp:cNvSpPr/>
      </dsp:nvSpPr>
      <dsp:spPr>
        <a:xfrm>
          <a:off x="2931335" y="743192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93B49-7F7C-47FB-ACF9-F6F6D481B94B}">
      <dsp:nvSpPr>
        <dsp:cNvPr id="0" name=""/>
        <dsp:cNvSpPr/>
      </dsp:nvSpPr>
      <dsp:spPr>
        <a:xfrm>
          <a:off x="3121460" y="1091753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84B6D-FC95-4EB0-AF41-080CA5F3387B}">
      <dsp:nvSpPr>
        <dsp:cNvPr id="0" name=""/>
        <dsp:cNvSpPr/>
      </dsp:nvSpPr>
      <dsp:spPr>
        <a:xfrm>
          <a:off x="1473716" y="426318"/>
          <a:ext cx="582013" cy="5820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4FB72-384E-4C4C-ACB7-4109A8DD04DC}">
      <dsp:nvSpPr>
        <dsp:cNvPr id="0" name=""/>
        <dsp:cNvSpPr/>
      </dsp:nvSpPr>
      <dsp:spPr>
        <a:xfrm>
          <a:off x="237908" y="1630438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9F3E1-580F-4849-B064-4D33C27D251D}">
      <dsp:nvSpPr>
        <dsp:cNvPr id="0" name=""/>
        <dsp:cNvSpPr/>
      </dsp:nvSpPr>
      <dsp:spPr>
        <a:xfrm>
          <a:off x="428032" y="1915625"/>
          <a:ext cx="355674" cy="355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D5689-B90C-4B3C-8623-4E7A3D318010}">
      <dsp:nvSpPr>
        <dsp:cNvPr id="0" name=""/>
        <dsp:cNvSpPr/>
      </dsp:nvSpPr>
      <dsp:spPr>
        <a:xfrm>
          <a:off x="903343" y="2169124"/>
          <a:ext cx="517345" cy="5173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E9CE3-FECB-493F-8AC4-F35B17145D11}">
      <dsp:nvSpPr>
        <dsp:cNvPr id="0" name=""/>
        <dsp:cNvSpPr/>
      </dsp:nvSpPr>
      <dsp:spPr>
        <a:xfrm>
          <a:off x="1568778" y="2581060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E050E-D2F6-42A1-B67F-C17B7D022B69}">
      <dsp:nvSpPr>
        <dsp:cNvPr id="0" name=""/>
        <dsp:cNvSpPr/>
      </dsp:nvSpPr>
      <dsp:spPr>
        <a:xfrm>
          <a:off x="1695527" y="2169124"/>
          <a:ext cx="355674" cy="355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4AEEE-42E7-4F88-9D99-4C49E9AA87D4}">
      <dsp:nvSpPr>
        <dsp:cNvPr id="0" name=""/>
        <dsp:cNvSpPr/>
      </dsp:nvSpPr>
      <dsp:spPr>
        <a:xfrm>
          <a:off x="2012401" y="2612747"/>
          <a:ext cx="226338" cy="22633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F75A0-490F-433F-A2F1-A824DCD9EE73}">
      <dsp:nvSpPr>
        <dsp:cNvPr id="0" name=""/>
        <dsp:cNvSpPr/>
      </dsp:nvSpPr>
      <dsp:spPr>
        <a:xfrm>
          <a:off x="2297588" y="2105749"/>
          <a:ext cx="517345" cy="5173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C64A7-EAC8-4689-8BD8-BB227D76E1E7}">
      <dsp:nvSpPr>
        <dsp:cNvPr id="0" name=""/>
        <dsp:cNvSpPr/>
      </dsp:nvSpPr>
      <dsp:spPr>
        <a:xfrm>
          <a:off x="2994710" y="1979000"/>
          <a:ext cx="355674" cy="355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B3704-7CFE-432E-B8AF-B23DA5CAA714}">
      <dsp:nvSpPr>
        <dsp:cNvPr id="0" name=""/>
        <dsp:cNvSpPr/>
      </dsp:nvSpPr>
      <dsp:spPr>
        <a:xfrm>
          <a:off x="3350385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7CEA-69DB-4CB1-B7E3-13C1520ED742}">
      <dsp:nvSpPr>
        <dsp:cNvPr id="0" name=""/>
        <dsp:cNvSpPr/>
      </dsp:nvSpPr>
      <dsp:spPr>
        <a:xfrm>
          <a:off x="4205030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347E3-AA3C-422E-9354-9D67714DF53F}">
      <dsp:nvSpPr>
        <dsp:cNvPr id="0" name=""/>
        <dsp:cNvSpPr/>
      </dsp:nvSpPr>
      <dsp:spPr>
        <a:xfrm>
          <a:off x="5264219" y="204280"/>
          <a:ext cx="2620153" cy="266165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t-EE" sz="3600" b="1" kern="1200" dirty="0">
              <a:latin typeface="+mj-lt"/>
            </a:rPr>
            <a:t>e-PRIA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noProof="0" dirty="0">
              <a:latin typeface="+mj-lt"/>
            </a:rPr>
            <a:t>Applying for organic farming support</a:t>
          </a:r>
        </a:p>
      </dsp:txBody>
      <dsp:txXfrm>
        <a:off x="5647932" y="594071"/>
        <a:ext cx="1852727" cy="18820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309D1-5ACA-4FA0-B459-2CE42FE8B2F6}">
      <dsp:nvSpPr>
        <dsp:cNvPr id="0" name=""/>
        <dsp:cNvSpPr/>
      </dsp:nvSpPr>
      <dsp:spPr>
        <a:xfrm>
          <a:off x="399578" y="1028378"/>
          <a:ext cx="2845397" cy="937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effectLst/>
              <a:latin typeface="+mj-lt"/>
            </a:rPr>
            <a:t>Road Administration</a:t>
          </a:r>
          <a:r>
            <a:rPr lang="en-US" sz="2000" kern="1200" dirty="0">
              <a:latin typeface="+mj-lt"/>
            </a:rPr>
            <a:t> – Setting limits</a:t>
          </a:r>
        </a:p>
      </dsp:txBody>
      <dsp:txXfrm>
        <a:off x="399578" y="1028378"/>
        <a:ext cx="2845397" cy="937687"/>
      </dsp:txXfrm>
    </dsp:sp>
    <dsp:sp modelId="{0C6D8F72-70C4-4D79-8F8C-8FAD98406B5E}">
      <dsp:nvSpPr>
        <dsp:cNvPr id="0" name=""/>
        <dsp:cNvSpPr/>
      </dsp:nvSpPr>
      <dsp:spPr>
        <a:xfrm>
          <a:off x="396345" y="743192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7CC60-226F-48C7-8762-C83F16162A1C}">
      <dsp:nvSpPr>
        <dsp:cNvPr id="0" name=""/>
        <dsp:cNvSpPr/>
      </dsp:nvSpPr>
      <dsp:spPr>
        <a:xfrm>
          <a:off x="554782" y="426318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222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28870-2BD7-4C31-B7B2-A675DB00F877}">
      <dsp:nvSpPr>
        <dsp:cNvPr id="0" name=""/>
        <dsp:cNvSpPr/>
      </dsp:nvSpPr>
      <dsp:spPr>
        <a:xfrm>
          <a:off x="935030" y="489692"/>
          <a:ext cx="355674" cy="355674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444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E43C9-48DB-4CE7-989F-C9BC1AEA8B97}">
      <dsp:nvSpPr>
        <dsp:cNvPr id="0" name=""/>
        <dsp:cNvSpPr/>
      </dsp:nvSpPr>
      <dsp:spPr>
        <a:xfrm>
          <a:off x="1251904" y="141131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D76E2-56DF-49C1-A59D-342175AD268F}">
      <dsp:nvSpPr>
        <dsp:cNvPr id="0" name=""/>
        <dsp:cNvSpPr/>
      </dsp:nvSpPr>
      <dsp:spPr>
        <a:xfrm>
          <a:off x="1663840" y="14382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888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D2BD5-FFC0-4581-ABA3-FFFF9A14907B}">
      <dsp:nvSpPr>
        <dsp:cNvPr id="0" name=""/>
        <dsp:cNvSpPr/>
      </dsp:nvSpPr>
      <dsp:spPr>
        <a:xfrm>
          <a:off x="2170838" y="236193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1111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A232B-4A3B-42D5-B605-E241C20E6A7E}">
      <dsp:nvSpPr>
        <dsp:cNvPr id="0" name=""/>
        <dsp:cNvSpPr/>
      </dsp:nvSpPr>
      <dsp:spPr>
        <a:xfrm>
          <a:off x="2487712" y="394630"/>
          <a:ext cx="355674" cy="355674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DF6C0-9DDA-4272-9C91-CE54123C7CDC}">
      <dsp:nvSpPr>
        <dsp:cNvPr id="0" name=""/>
        <dsp:cNvSpPr/>
      </dsp:nvSpPr>
      <dsp:spPr>
        <a:xfrm>
          <a:off x="2931335" y="743192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5556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93B49-7F7C-47FB-ACF9-F6F6D481B94B}">
      <dsp:nvSpPr>
        <dsp:cNvPr id="0" name=""/>
        <dsp:cNvSpPr/>
      </dsp:nvSpPr>
      <dsp:spPr>
        <a:xfrm>
          <a:off x="3121460" y="1091753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7778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84B6D-FC95-4EB0-AF41-080CA5F3387B}">
      <dsp:nvSpPr>
        <dsp:cNvPr id="0" name=""/>
        <dsp:cNvSpPr/>
      </dsp:nvSpPr>
      <dsp:spPr>
        <a:xfrm>
          <a:off x="1473716" y="426318"/>
          <a:ext cx="582013" cy="582013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4FB72-384E-4C4C-ACB7-4109A8DD04DC}">
      <dsp:nvSpPr>
        <dsp:cNvPr id="0" name=""/>
        <dsp:cNvSpPr/>
      </dsp:nvSpPr>
      <dsp:spPr>
        <a:xfrm>
          <a:off x="237908" y="1630438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2222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9F3E1-580F-4849-B064-4D33C27D251D}">
      <dsp:nvSpPr>
        <dsp:cNvPr id="0" name=""/>
        <dsp:cNvSpPr/>
      </dsp:nvSpPr>
      <dsp:spPr>
        <a:xfrm>
          <a:off x="428032" y="1915625"/>
          <a:ext cx="355674" cy="355674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444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D5689-B90C-4B3C-8623-4E7A3D318010}">
      <dsp:nvSpPr>
        <dsp:cNvPr id="0" name=""/>
        <dsp:cNvSpPr/>
      </dsp:nvSpPr>
      <dsp:spPr>
        <a:xfrm>
          <a:off x="903343" y="2169124"/>
          <a:ext cx="517345" cy="517345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E9CE3-FECB-493F-8AC4-F35B17145D11}">
      <dsp:nvSpPr>
        <dsp:cNvPr id="0" name=""/>
        <dsp:cNvSpPr/>
      </dsp:nvSpPr>
      <dsp:spPr>
        <a:xfrm>
          <a:off x="1568778" y="2581060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888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FE050E-D2F6-42A1-B67F-C17B7D022B69}">
      <dsp:nvSpPr>
        <dsp:cNvPr id="0" name=""/>
        <dsp:cNvSpPr/>
      </dsp:nvSpPr>
      <dsp:spPr>
        <a:xfrm>
          <a:off x="1695527" y="2169124"/>
          <a:ext cx="355674" cy="355674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31111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4AEEE-42E7-4F88-9D99-4C49E9AA87D4}">
      <dsp:nvSpPr>
        <dsp:cNvPr id="0" name=""/>
        <dsp:cNvSpPr/>
      </dsp:nvSpPr>
      <dsp:spPr>
        <a:xfrm>
          <a:off x="2012401" y="2612747"/>
          <a:ext cx="226338" cy="226338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F75A0-490F-433F-A2F1-A824DCD9EE73}">
      <dsp:nvSpPr>
        <dsp:cNvPr id="0" name=""/>
        <dsp:cNvSpPr/>
      </dsp:nvSpPr>
      <dsp:spPr>
        <a:xfrm>
          <a:off x="2297588" y="2105749"/>
          <a:ext cx="517345" cy="517345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35556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C64A7-EAC8-4689-8BD8-BB227D76E1E7}">
      <dsp:nvSpPr>
        <dsp:cNvPr id="0" name=""/>
        <dsp:cNvSpPr/>
      </dsp:nvSpPr>
      <dsp:spPr>
        <a:xfrm>
          <a:off x="2994710" y="1979000"/>
          <a:ext cx="355674" cy="355674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37778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B3704-7CFE-432E-B8AF-B23DA5CAA714}">
      <dsp:nvSpPr>
        <dsp:cNvPr id="0" name=""/>
        <dsp:cNvSpPr/>
      </dsp:nvSpPr>
      <dsp:spPr>
        <a:xfrm>
          <a:off x="3350385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517CEA-69DB-4CB1-B7E3-13C1520ED742}">
      <dsp:nvSpPr>
        <dsp:cNvPr id="0" name=""/>
        <dsp:cNvSpPr/>
      </dsp:nvSpPr>
      <dsp:spPr>
        <a:xfrm>
          <a:off x="4205030" y="489165"/>
          <a:ext cx="1044566" cy="1994190"/>
        </a:xfrm>
        <a:prstGeom prst="chevron">
          <a:avLst>
            <a:gd name="adj" fmla="val 62310"/>
          </a:avLst>
        </a:prstGeom>
        <a:solidFill>
          <a:schemeClr val="accent3">
            <a:shade val="90000"/>
            <a:hueOff val="-83773"/>
            <a:satOff val="-43815"/>
            <a:lumOff val="518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347E3-AA3C-422E-9354-9D67714DF53F}">
      <dsp:nvSpPr>
        <dsp:cNvPr id="0" name=""/>
        <dsp:cNvSpPr/>
      </dsp:nvSpPr>
      <dsp:spPr>
        <a:xfrm>
          <a:off x="5264219" y="204280"/>
          <a:ext cx="2620153" cy="2661657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noProof="0" dirty="0">
              <a:latin typeface="+mj-lt"/>
            </a:rPr>
            <a:t>X-road service</a:t>
          </a:r>
        </a:p>
      </dsp:txBody>
      <dsp:txXfrm>
        <a:off x="5647932" y="594071"/>
        <a:ext cx="1852727" cy="18820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0.00458</cdr:y>
    </cdr:from>
    <cdr:to>
      <cdr:x>0.39325</cdr:x>
      <cdr:y>0.96656</cdr:y>
    </cdr:to>
    <cdr:sp macro="" textlink="">
      <cdr:nvSpPr>
        <cdr:cNvPr id="2" name="Rectangle 1"/>
        <cdr:cNvSpPr/>
      </cdr:nvSpPr>
      <cdr:spPr bwMode="ltGray">
        <a:xfrm xmlns:a="http://schemas.openxmlformats.org/drawingml/2006/main">
          <a:off x="0" y="20216"/>
          <a:ext cx="3177552" cy="424847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3175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rtlCol="0" anchor="ctr"/>
        <a:lstStyle xmlns:a="http://schemas.openxmlformats.org/drawingml/2006/main"/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Actual demand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Technological maturity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Service objectives in accordance with organizational goals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Number of reasoned complaints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Average time spent on the case of service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Staff costs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Number of users in a target groups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Time spend on administration services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The number of documents exchanged with other agencies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Simplicity of using service</a:t>
          </a:r>
        </a:p>
        <a:p xmlns:a="http://schemas.openxmlformats.org/drawingml/2006/main">
          <a:pPr algn="r">
            <a:lnSpc>
              <a:spcPct val="2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The rate of achieving the objectives</a:t>
          </a:r>
        </a:p>
        <a:p xmlns:a="http://schemas.openxmlformats.org/drawingml/2006/main">
          <a:endParaRPr lang="et-EE" sz="900" dirty="0">
            <a:solidFill>
              <a:schemeClr val="tx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0.48608</cdr:x>
      <cdr:y>0.93985</cdr:y>
    </cdr:to>
    <cdr:sp macro="" textlink="">
      <cdr:nvSpPr>
        <cdr:cNvPr id="2" name="Rectangle 1"/>
        <cdr:cNvSpPr/>
      </cdr:nvSpPr>
      <cdr:spPr bwMode="ltGray">
        <a:xfrm xmlns:a="http://schemas.openxmlformats.org/drawingml/2006/main">
          <a:off x="0" y="0"/>
          <a:ext cx="2529480" cy="4608512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3175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rtlCol="0" anchor="ctr"/>
        <a:lstStyle xmlns:a="http://schemas.openxmlformats.org/drawingml/2006/main"/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Proceeding application for  terms of </a:t>
          </a:r>
          <a:r>
            <a:rPr lang="en-US" sz="900" dirty="0" err="1">
              <a:solidFill>
                <a:schemeClr val="tx1"/>
              </a:solidFill>
              <a:latin typeface="+mj-lt"/>
            </a:rPr>
            <a:t>engi</a:t>
          </a:r>
          <a:r>
            <a:rPr lang="en-US" sz="900" dirty="0">
              <a:solidFill>
                <a:schemeClr val="tx1"/>
              </a:solidFill>
              <a:latin typeface="+mj-lt"/>
            </a:rPr>
            <a:t>.</a:t>
          </a:r>
          <a:r>
            <a:rPr lang="et-EE" sz="900" dirty="0">
              <a:solidFill>
                <a:schemeClr val="tx1"/>
              </a:solidFill>
              <a:latin typeface="+mj-lt"/>
            </a:rPr>
            <a:t>.</a:t>
          </a:r>
          <a:r>
            <a:rPr lang="en-US" sz="900" dirty="0">
              <a:solidFill>
                <a:schemeClr val="tx1"/>
              </a:solidFill>
              <a:latin typeface="+mj-lt"/>
            </a:rPr>
            <a:t>.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Registration of the ship  passengers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Issue of documents  for working at sea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Proceeding building permits for rail…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Chemicals – fact sheets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Temporary license plate logbook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Coordination of high-rise buildings…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Coordination of the price formula 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Proceeding  application for  building ...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Booking times for an examination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Application for Part-66 aero tech…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Coordination with  other  building 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Submission of business notice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Scheduling  of overdue tax liabilities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Pre-processing vehicle registration 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Setting limits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Ordering and storing  license plates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Recognition of company …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Submission of income tax return</a:t>
          </a:r>
        </a:p>
        <a:p xmlns:a="http://schemas.openxmlformats.org/drawingml/2006/main">
          <a:pPr algn="r"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+mj-lt"/>
            </a:rPr>
            <a:t>Opening service for agencies</a:t>
          </a:r>
        </a:p>
        <a:p xmlns:a="http://schemas.openxmlformats.org/drawingml/2006/main">
          <a:endParaRPr lang="et-EE" sz="1000" dirty="0">
            <a:solidFill>
              <a:schemeClr val="tx1"/>
            </a:solidFill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0.0062</cdr:y>
    </cdr:from>
    <cdr:to>
      <cdr:x>0.328</cdr:x>
      <cdr:y>0.98997</cdr:y>
    </cdr:to>
    <cdr:sp macro="" textlink="">
      <cdr:nvSpPr>
        <cdr:cNvPr id="2" name="Rectangle 1"/>
        <cdr:cNvSpPr/>
      </cdr:nvSpPr>
      <cdr:spPr bwMode="ltGray">
        <a:xfrm xmlns:a="http://schemas.openxmlformats.org/drawingml/2006/main">
          <a:off x="0" y="28600"/>
          <a:ext cx="2086348" cy="453650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3175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rtlCol="0" anchor="ctr"/>
        <a:lstStyle xmlns:a="http://schemas.openxmlformats.org/drawingml/2006/main"/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insufficient funding</a:t>
          </a:r>
          <a:endParaRPr lang="et-EE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accepting the restrictions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availability of information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Performance indicators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Key personnel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IT environment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Political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Juridical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Team building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Customer satisfaction risk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change management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developing one-time service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domain management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excessive information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Service design competencies</a:t>
          </a:r>
          <a:r>
            <a:rPr lang="et-EE" sz="900" dirty="0">
              <a:solidFill>
                <a:schemeClr val="tx1"/>
              </a:solidFill>
              <a:latin typeface="Georgia" pitchFamily="18" charset="0"/>
            </a:rPr>
            <a:t> risk</a:t>
          </a:r>
          <a:endParaRPr lang="en-US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the complexity of processes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job loss</a:t>
          </a: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too open access to info</a:t>
          </a:r>
          <a:endParaRPr lang="et-EE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pPr>
            <a:lnSpc>
              <a:spcPct val="150000"/>
            </a:lnSpc>
          </a:pPr>
          <a:r>
            <a:rPr lang="en-US" sz="900" dirty="0">
              <a:solidFill>
                <a:schemeClr val="tx1"/>
              </a:solidFill>
              <a:latin typeface="Georgia" pitchFamily="18" charset="0"/>
            </a:rPr>
            <a:t>Risk of lack of access to information</a:t>
          </a:r>
        </a:p>
        <a:p xmlns:a="http://schemas.openxmlformats.org/drawingml/2006/main">
          <a:pPr>
            <a:lnSpc>
              <a:spcPct val="150000"/>
            </a:lnSpc>
          </a:pPr>
          <a:endParaRPr lang="en-US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endParaRPr lang="et-EE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endParaRPr lang="et-EE" sz="900" dirty="0">
            <a:solidFill>
              <a:schemeClr val="tx1"/>
            </a:solidFill>
            <a:latin typeface="Georgia" pitchFamily="18" charset="0"/>
          </a:endParaRPr>
        </a:p>
        <a:p xmlns:a="http://schemas.openxmlformats.org/drawingml/2006/main">
          <a:endParaRPr lang="en-US" sz="900" dirty="0">
            <a:solidFill>
              <a:schemeClr val="tx1"/>
            </a:solidFill>
            <a:latin typeface="Georgia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B8DA3-BCA9-4B7D-B50D-14F47506B614}" type="datetimeFigureOut">
              <a:rPr lang="en-GB" smtClean="0"/>
              <a:pPr/>
              <a:t>08/10/2021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B8F03-BC93-4120-96CA-A36DF640BE2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91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85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504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 err="1"/>
              <a:t>Central</a:t>
            </a:r>
            <a:r>
              <a:rPr lang="et-EE" dirty="0"/>
              <a:t> </a:t>
            </a:r>
            <a:r>
              <a:rPr lang="et-EE" dirty="0" err="1"/>
              <a:t>solutions</a:t>
            </a:r>
            <a:r>
              <a:rPr lang="et-EE" dirty="0"/>
              <a:t> </a:t>
            </a:r>
            <a:r>
              <a:rPr lang="et-EE" dirty="0" err="1"/>
              <a:t>for</a:t>
            </a:r>
            <a:r>
              <a:rPr lang="et-EE" dirty="0"/>
              <a:t> </a:t>
            </a:r>
            <a:r>
              <a:rPr lang="et-EE" dirty="0" err="1"/>
              <a:t>information</a:t>
            </a:r>
            <a:r>
              <a:rPr lang="et-EE" baseline="0" dirty="0"/>
              <a:t> </a:t>
            </a:r>
            <a:r>
              <a:rPr lang="et-EE" baseline="0" dirty="0" err="1"/>
              <a:t>systems</a:t>
            </a:r>
            <a:r>
              <a:rPr lang="et-EE" dirty="0"/>
              <a:t> </a:t>
            </a:r>
            <a:r>
              <a:rPr lang="et-EE" dirty="0" err="1"/>
              <a:t>that</a:t>
            </a:r>
            <a:r>
              <a:rPr lang="et-EE" dirty="0"/>
              <a:t> </a:t>
            </a:r>
            <a:r>
              <a:rPr lang="et-EE" dirty="0" err="1"/>
              <a:t>have</a:t>
            </a:r>
            <a:r>
              <a:rPr lang="et-EE" dirty="0"/>
              <a:t> </a:t>
            </a:r>
            <a:r>
              <a:rPr lang="et-EE" dirty="0" err="1"/>
              <a:t>similar</a:t>
            </a:r>
            <a:r>
              <a:rPr lang="et-EE" baseline="0" dirty="0"/>
              <a:t> </a:t>
            </a:r>
            <a:r>
              <a:rPr lang="et-EE" baseline="0" dirty="0" err="1"/>
              <a:t>functions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606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 bwMode="gray">
          <a:xfrm>
            <a:off x="1752601" y="1"/>
            <a:ext cx="7391400" cy="6176009"/>
            <a:chOff x="19140488" y="13674"/>
            <a:chExt cx="7443798" cy="6145827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5" y="838200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16" name="Group 32"/>
          <p:cNvGrpSpPr/>
          <p:nvPr userDrawn="1"/>
        </p:nvGrpSpPr>
        <p:grpSpPr>
          <a:xfrm>
            <a:off x="968592" y="6170991"/>
            <a:ext cx="914400" cy="533479"/>
            <a:chOff x="518032" y="978681"/>
            <a:chExt cx="4572000" cy="2667393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52600"/>
            <a:ext cx="80772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52601"/>
            <a:ext cx="39624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201" y="1752600"/>
            <a:ext cx="3962399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FCE05E5-583E-4C64-86E0-473FE772FE61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1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533400" y="1752601"/>
            <a:ext cx="25908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276601" y="1752601"/>
            <a:ext cx="2590799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1752601"/>
            <a:ext cx="25908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6E28777-DD03-4D38-9810-EB2757F35ED6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3352800"/>
            <a:ext cx="3962400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199" y="3352800"/>
            <a:ext cx="3962401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52600"/>
            <a:ext cx="8077200" cy="14478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9BC5977-5B10-4115-9466-ED8B4C54333B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6019800" y="1752600"/>
            <a:ext cx="25908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4038600"/>
            <a:ext cx="25908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52600"/>
            <a:ext cx="5334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75A44C6-BDE0-4D90-87C4-F525779D08C7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52600"/>
            <a:ext cx="25908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4038600"/>
            <a:ext cx="25908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76600" y="1752600"/>
            <a:ext cx="5334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B236EC1-640A-4022-B460-C939C69C57E7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685800"/>
            <a:ext cx="53340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GB" noProof="1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276600" y="1752600"/>
            <a:ext cx="53340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GB" noProof="1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533400" y="1752600"/>
            <a:ext cx="2590800" cy="2130552"/>
          </a:xfrm>
        </p:spPr>
        <p:txBody>
          <a:bodyPr/>
          <a:lstStyle>
            <a:lvl1pPr>
              <a:defRPr sz="24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5791201" y="-2057400"/>
            <a:ext cx="152399" cy="54864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7EABBA6-F457-4313-8A63-4913C232688C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E1033-5D66-445C-B6F8-CA7D606840B0}" type="slidenum">
              <a:rPr lang="et-EE" smtClean="0"/>
              <a:t>‹#›</a:t>
            </a:fld>
            <a:endParaRPr lang="et-EE"/>
          </a:p>
        </p:txBody>
      </p:sp>
      <p:sp>
        <p:nvSpPr>
          <p:cNvPr id="11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FCEC7-957D-442D-8EDB-E13E22371F68}" type="slidenum">
              <a:rPr lang="et-EE" smtClean="0"/>
              <a:t>‹#›</a:t>
            </a:fld>
            <a:endParaRPr lang="et-EE"/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52600"/>
            <a:ext cx="8077200" cy="4419600"/>
          </a:xfrm>
        </p:spPr>
        <p:txBody>
          <a:bodyPr/>
          <a:lstStyle>
            <a:lvl1pPr>
              <a:defRPr sz="32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2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2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2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2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200">
                <a:solidFill>
                  <a:schemeClr val="tx2"/>
                </a:solidFill>
              </a:defRPr>
            </a:lvl8pPr>
            <a:lvl9pPr>
              <a:defRPr sz="32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88E3A7E-BC51-4A43-B79C-744505DE8870}" type="slidenum">
              <a:rPr lang="et-EE" smtClean="0"/>
              <a:t>‹#›</a:t>
            </a:fld>
            <a:endParaRPr lang="et-EE"/>
          </a:p>
        </p:txBody>
      </p:sp>
      <p:sp>
        <p:nvSpPr>
          <p:cNvPr id="10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077200" cy="4419600"/>
          </a:xfr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</a:defRPr>
            </a:lvl1pPr>
            <a:lvl2pPr marL="444500" indent="-263525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714375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984250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341438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16.09.2014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10F143AA-7690-43F7-94F4-2E8276EA98AE}" type="slidenum">
              <a:rPr lang="et-EE" smtClean="0"/>
              <a:pPr/>
              <a:t>‹#›</a:t>
            </a:fld>
            <a:endParaRPr lang="et-EE"/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solidFill>
                  <a:schemeClr val="lt1"/>
                </a:solidFill>
                <a:latin typeface="Arial"/>
              </a:rPr>
              <a:t>Trinidad Consulting | PwC</a:t>
            </a:r>
            <a:endParaRPr kumimoji="0" lang="et-EE" sz="1000" b="0" i="0" u="none" baseline="0" dirty="0" err="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85801"/>
            <a:ext cx="8077200" cy="10667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905001"/>
            <a:ext cx="8077200" cy="13715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/>
              <a:t>16.09.2014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E22-6045-4A5F-A055-E8E47D9CAFB5}" type="slidenum">
              <a:rPr lang="et-EE" smtClean="0"/>
              <a:t>‹#›</a:t>
            </a:fld>
            <a:endParaRPr lang="et-EE"/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latin typeface="Arial"/>
              </a:rPr>
              <a:t>Trinidad Consulting | PwC</a:t>
            </a:r>
            <a:endParaRPr kumimoji="0" lang="et-EE" sz="1000" b="0" i="0" u="none" baseline="0" dirty="0" err="1"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85800"/>
            <a:ext cx="80772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905000"/>
            <a:ext cx="8077200" cy="13716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16.09.2014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6F2CF683-FF92-48D6-BC80-96D7DDCB2685}" type="slidenum">
              <a:rPr lang="et-EE" smtClean="0"/>
              <a:pPr/>
              <a:t>‹#›</a:t>
            </a:fld>
            <a:endParaRPr lang="et-EE"/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solidFill>
                  <a:schemeClr val="lt1"/>
                </a:solidFill>
                <a:latin typeface="Arial"/>
              </a:rPr>
              <a:t>Trinidad Consulting | PwC</a:t>
            </a:r>
            <a:endParaRPr kumimoji="0" lang="et-EE" sz="1000" b="0" i="0" u="none" baseline="0" dirty="0" err="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85800"/>
            <a:ext cx="80772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533401" y="2819400"/>
            <a:ext cx="3962399" cy="3352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905001"/>
            <a:ext cx="8077200" cy="7620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16.09.2014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4B56A36F-10BB-4B5B-A09E-9A493F0F7AB8}" type="slidenum">
              <a:rPr lang="et-EE" smtClean="0"/>
              <a:pPr/>
              <a:t>‹#›</a:t>
            </a:fld>
            <a:endParaRPr lang="et-EE"/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t-EE" sz="1000" b="0" i="0" u="none" baseline="0">
                <a:solidFill>
                  <a:schemeClr val="lt1"/>
                </a:solidFill>
                <a:latin typeface="Arial"/>
              </a:rPr>
              <a:t>Trinidad Consulting | PwC</a:t>
            </a:r>
            <a:endParaRPr kumimoji="0" lang="et-EE" sz="1000" b="0" i="0" u="none" baseline="0" dirty="0" err="1">
              <a:solidFill>
                <a:schemeClr val="lt1"/>
              </a:solidFill>
              <a:latin typeface="Arial"/>
            </a:endParaRPr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5096257" y="-2734056"/>
            <a:ext cx="152399" cy="683971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895475" y="838200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102" name="Group 101"/>
          <p:cNvGrpSpPr>
            <a:grpSpLocks noChangeAspect="1"/>
          </p:cNvGrpSpPr>
          <p:nvPr userDrawn="1"/>
        </p:nvGrpSpPr>
        <p:grpSpPr>
          <a:xfrm>
            <a:off x="968592" y="5768681"/>
            <a:ext cx="1232283" cy="935789"/>
            <a:chOff x="518032" y="-1032869"/>
            <a:chExt cx="6161413" cy="4678943"/>
          </a:xfrm>
        </p:grpSpPr>
        <p:grpSp>
          <p:nvGrpSpPr>
            <p:cNvPr id="103" name="Group 73"/>
            <p:cNvGrpSpPr>
              <a:grpSpLocks noChangeAspect="1"/>
            </p:cNvGrpSpPr>
            <p:nvPr/>
          </p:nvGrpSpPr>
          <p:grpSpPr>
            <a:xfrm>
              <a:off x="4438637" y="-1032863"/>
              <a:ext cx="2240792" cy="2011550"/>
              <a:chOff x="1905000" y="5715000"/>
              <a:chExt cx="445770" cy="381000"/>
            </a:xfrm>
          </p:grpSpPr>
          <p:sp>
            <p:nvSpPr>
              <p:cNvPr id="107" name="Rectangle 25"/>
              <p:cNvSpPr>
                <a:spLocks noChangeArrowheads="1"/>
              </p:cNvSpPr>
              <p:nvPr userDrawn="1"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08" name="Rectangle 26"/>
              <p:cNvSpPr>
                <a:spLocks noChangeArrowheads="1"/>
              </p:cNvSpPr>
              <p:nvPr userDrawn="1"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09" name="Rectangle 27"/>
              <p:cNvSpPr>
                <a:spLocks noChangeArrowheads="1"/>
              </p:cNvSpPr>
              <p:nvPr userDrawn="1"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0" name="Rectangle 28"/>
              <p:cNvSpPr>
                <a:spLocks noChangeArrowheads="1"/>
              </p:cNvSpPr>
              <p:nvPr userDrawn="1"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1" name="Rectangle 29"/>
              <p:cNvSpPr>
                <a:spLocks noChangeArrowheads="1"/>
              </p:cNvSpPr>
              <p:nvPr userDrawn="1"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2" name="Rectangle 30"/>
              <p:cNvSpPr>
                <a:spLocks noChangeArrowheads="1"/>
              </p:cNvSpPr>
              <p:nvPr userDrawn="1"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3" name="Rectangle 31"/>
              <p:cNvSpPr>
                <a:spLocks noChangeArrowheads="1"/>
              </p:cNvSpPr>
              <p:nvPr userDrawn="1"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4" name="Rectangle 32"/>
              <p:cNvSpPr>
                <a:spLocks noChangeArrowheads="1"/>
              </p:cNvSpPr>
              <p:nvPr userDrawn="1"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5" name="Freeform 33"/>
              <p:cNvSpPr>
                <a:spLocks/>
              </p:cNvSpPr>
              <p:nvPr userDrawn="1"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6" name="Rectangle 34"/>
              <p:cNvSpPr>
                <a:spLocks noChangeArrowheads="1"/>
              </p:cNvSpPr>
              <p:nvPr userDrawn="1"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7" name="Rectangle 35"/>
              <p:cNvSpPr>
                <a:spLocks noChangeArrowheads="1"/>
              </p:cNvSpPr>
              <p:nvPr userDrawn="1"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8" name="Rectangle 36"/>
              <p:cNvSpPr>
                <a:spLocks noChangeArrowheads="1"/>
              </p:cNvSpPr>
              <p:nvPr userDrawn="1"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19" name="Rectangle 25"/>
              <p:cNvSpPr>
                <a:spLocks noChangeArrowheads="1"/>
              </p:cNvSpPr>
              <p:nvPr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0" name="Rectangle 26"/>
              <p:cNvSpPr>
                <a:spLocks noChangeArrowheads="1"/>
              </p:cNvSpPr>
              <p:nvPr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1" name="Rectangle 27"/>
              <p:cNvSpPr>
                <a:spLocks noChangeArrowheads="1"/>
              </p:cNvSpPr>
              <p:nvPr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2" name="Rectangle 28"/>
              <p:cNvSpPr>
                <a:spLocks noChangeArrowheads="1"/>
              </p:cNvSpPr>
              <p:nvPr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3" name="Rectangle 29"/>
              <p:cNvSpPr>
                <a:spLocks noChangeArrowheads="1"/>
              </p:cNvSpPr>
              <p:nvPr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4" name="Rectangle 30"/>
              <p:cNvSpPr>
                <a:spLocks noChangeArrowheads="1"/>
              </p:cNvSpPr>
              <p:nvPr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5" name="Rectangle 31"/>
              <p:cNvSpPr>
                <a:spLocks noChangeArrowheads="1"/>
              </p:cNvSpPr>
              <p:nvPr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6" name="Rectangle 32"/>
              <p:cNvSpPr>
                <a:spLocks noChangeArrowheads="1"/>
              </p:cNvSpPr>
              <p:nvPr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7" name="Freeform 33"/>
              <p:cNvSpPr>
                <a:spLocks/>
              </p:cNvSpPr>
              <p:nvPr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8" name="Rectangle 34"/>
              <p:cNvSpPr>
                <a:spLocks noChangeArrowheads="1"/>
              </p:cNvSpPr>
              <p:nvPr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29" name="Rectangle 35"/>
              <p:cNvSpPr>
                <a:spLocks noChangeArrowheads="1"/>
              </p:cNvSpPr>
              <p:nvPr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30" name="Rectangle 36"/>
              <p:cNvSpPr>
                <a:spLocks noChangeArrowheads="1"/>
              </p:cNvSpPr>
              <p:nvPr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</p:grpSp>
        <p:grpSp>
          <p:nvGrpSpPr>
            <p:cNvPr id="104" name="Group 32"/>
            <p:cNvGrpSpPr/>
            <p:nvPr/>
          </p:nvGrpSpPr>
          <p:grpSpPr>
            <a:xfrm>
              <a:off x="518032" y="978681"/>
              <a:ext cx="4572000" cy="2667393"/>
              <a:chOff x="518032" y="978681"/>
              <a:chExt cx="4572000" cy="2667393"/>
            </a:xfrm>
          </p:grpSpPr>
          <p:sp>
            <p:nvSpPr>
              <p:cNvPr id="105" name="Rectangle 37"/>
              <p:cNvSpPr>
                <a:spLocks noChangeArrowheads="1"/>
              </p:cNvSpPr>
              <p:nvPr userDrawn="1"/>
            </p:nvSpPr>
            <p:spPr bwMode="black">
              <a:xfrm>
                <a:off x="3295650" y="978681"/>
                <a:ext cx="1143000" cy="263229"/>
              </a:xfrm>
              <a:prstGeom prst="rect">
                <a:avLst/>
              </a:prstGeom>
              <a:solidFill>
                <a:srgbClr val="A1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  <p:sp>
            <p:nvSpPr>
              <p:cNvPr id="106" name="Freeform 7"/>
              <p:cNvSpPr>
                <a:spLocks noEditPoints="1"/>
              </p:cNvSpPr>
              <p:nvPr userDrawn="1"/>
            </p:nvSpPr>
            <p:spPr bwMode="black">
              <a:xfrm>
                <a:off x="518032" y="1922794"/>
                <a:ext cx="4572000" cy="1723280"/>
              </a:xfrm>
              <a:custGeom>
                <a:avLst/>
                <a:gdLst/>
                <a:ahLst/>
                <a:cxnLst>
                  <a:cxn ang="0">
                    <a:pos x="581" y="233"/>
                  </a:cxn>
                  <a:cxn ang="0">
                    <a:pos x="538" y="949"/>
                  </a:cxn>
                  <a:cxn ang="0">
                    <a:pos x="630" y="946"/>
                  </a:cxn>
                  <a:cxn ang="0">
                    <a:pos x="793" y="880"/>
                  </a:cxn>
                  <a:cxn ang="0">
                    <a:pos x="886" y="728"/>
                  </a:cxn>
                  <a:cxn ang="0">
                    <a:pos x="905" y="505"/>
                  </a:cxn>
                  <a:cxn ang="0">
                    <a:pos x="850" y="329"/>
                  </a:cxn>
                  <a:cxn ang="0">
                    <a:pos x="727" y="241"/>
                  </a:cxn>
                  <a:cxn ang="0">
                    <a:pos x="521" y="3"/>
                  </a:cxn>
                  <a:cxn ang="0">
                    <a:pos x="643" y="74"/>
                  </a:cxn>
                  <a:cxn ang="0">
                    <a:pos x="761" y="24"/>
                  </a:cxn>
                  <a:cxn ang="0">
                    <a:pos x="855" y="9"/>
                  </a:cxn>
                  <a:cxn ang="0">
                    <a:pos x="1026" y="40"/>
                  </a:cxn>
                  <a:cxn ang="0">
                    <a:pos x="1180" y="172"/>
                  </a:cxn>
                  <a:cxn ang="0">
                    <a:pos x="1265" y="383"/>
                  </a:cxn>
                  <a:cxn ang="0">
                    <a:pos x="1265" y="641"/>
                  </a:cxn>
                  <a:cxn ang="0">
                    <a:pos x="1175" y="857"/>
                  </a:cxn>
                  <a:cxn ang="0">
                    <a:pos x="1005" y="1006"/>
                  </a:cxn>
                  <a:cxn ang="0">
                    <a:pos x="766" y="1074"/>
                  </a:cxn>
                  <a:cxn ang="0">
                    <a:pos x="601" y="1074"/>
                  </a:cxn>
                  <a:cxn ang="0">
                    <a:pos x="692" y="1447"/>
                  </a:cxn>
                  <a:cxn ang="0">
                    <a:pos x="171" y="1408"/>
                  </a:cxn>
                  <a:cxn ang="0">
                    <a:pos x="413" y="3"/>
                  </a:cxn>
                  <a:cxn ang="0">
                    <a:pos x="3876" y="20"/>
                  </a:cxn>
                  <a:cxn ang="0">
                    <a:pos x="4036" y="100"/>
                  </a:cxn>
                  <a:cxn ang="0">
                    <a:pos x="4113" y="232"/>
                  </a:cxn>
                  <a:cxn ang="0">
                    <a:pos x="4091" y="362"/>
                  </a:cxn>
                  <a:cxn ang="0">
                    <a:pos x="3995" y="436"/>
                  </a:cxn>
                  <a:cxn ang="0">
                    <a:pos x="3859" y="438"/>
                  </a:cxn>
                  <a:cxn ang="0">
                    <a:pos x="3757" y="114"/>
                  </a:cxn>
                  <a:cxn ang="0">
                    <a:pos x="3597" y="187"/>
                  </a:cxn>
                  <a:cxn ang="0">
                    <a:pos x="3508" y="339"/>
                  </a:cxn>
                  <a:cxn ang="0">
                    <a:pos x="3489" y="565"/>
                  </a:cxn>
                  <a:cxn ang="0">
                    <a:pos x="3547" y="753"/>
                  </a:cxn>
                  <a:cxn ang="0">
                    <a:pos x="3668" y="869"/>
                  </a:cxn>
                  <a:cxn ang="0">
                    <a:pos x="3821" y="896"/>
                  </a:cxn>
                  <a:cxn ang="0">
                    <a:pos x="3931" y="872"/>
                  </a:cxn>
                  <a:cxn ang="0">
                    <a:pos x="4079" y="810"/>
                  </a:cxn>
                  <a:cxn ang="0">
                    <a:pos x="4016" y="1024"/>
                  </a:cxn>
                  <a:cxn ang="0">
                    <a:pos x="3830" y="1080"/>
                  </a:cxn>
                  <a:cxn ang="0">
                    <a:pos x="3651" y="1095"/>
                  </a:cxn>
                  <a:cxn ang="0">
                    <a:pos x="3426" y="1060"/>
                  </a:cxn>
                  <a:cxn ang="0">
                    <a:pos x="3255" y="947"/>
                  </a:cxn>
                  <a:cxn ang="0">
                    <a:pos x="3140" y="772"/>
                  </a:cxn>
                  <a:cxn ang="0">
                    <a:pos x="3101" y="561"/>
                  </a:cxn>
                  <a:cxn ang="0">
                    <a:pos x="3153" y="318"/>
                  </a:cxn>
                  <a:cxn ang="0">
                    <a:pos x="3293" y="135"/>
                  </a:cxn>
                  <a:cxn ang="0">
                    <a:pos x="3508" y="27"/>
                  </a:cxn>
                  <a:cxn ang="0">
                    <a:pos x="2910" y="0"/>
                  </a:cxn>
                  <a:cxn ang="0">
                    <a:pos x="3040" y="52"/>
                  </a:cxn>
                  <a:cxn ang="0">
                    <a:pos x="3093" y="178"/>
                  </a:cxn>
                  <a:cxn ang="0">
                    <a:pos x="3071" y="277"/>
                  </a:cxn>
                  <a:cxn ang="0">
                    <a:pos x="3004" y="393"/>
                  </a:cxn>
                  <a:cxn ang="0">
                    <a:pos x="2876" y="561"/>
                  </a:cxn>
                  <a:cxn ang="0">
                    <a:pos x="1784" y="1078"/>
                  </a:cxn>
                  <a:cxn ang="0">
                    <a:pos x="1313" y="118"/>
                  </a:cxn>
                  <a:cxn ang="0">
                    <a:pos x="2247" y="25"/>
                  </a:cxn>
                  <a:cxn ang="0">
                    <a:pos x="2759" y="62"/>
                  </a:cxn>
                  <a:cxn ang="0">
                    <a:pos x="2872" y="4"/>
                  </a:cxn>
                </a:cxnLst>
                <a:rect l="0" t="0" r="r" b="b"/>
                <a:pathLst>
                  <a:path w="4127" h="1544">
                    <a:moveTo>
                      <a:pt x="640" y="229"/>
                    </a:moveTo>
                    <a:lnTo>
                      <a:pt x="622" y="229"/>
                    </a:lnTo>
                    <a:lnTo>
                      <a:pt x="603" y="230"/>
                    </a:lnTo>
                    <a:lnTo>
                      <a:pt x="581" y="233"/>
                    </a:lnTo>
                    <a:lnTo>
                      <a:pt x="553" y="235"/>
                    </a:lnTo>
                    <a:lnTo>
                      <a:pt x="521" y="241"/>
                    </a:lnTo>
                    <a:lnTo>
                      <a:pt x="521" y="947"/>
                    </a:lnTo>
                    <a:lnTo>
                      <a:pt x="538" y="949"/>
                    </a:lnTo>
                    <a:lnTo>
                      <a:pt x="553" y="949"/>
                    </a:lnTo>
                    <a:lnTo>
                      <a:pt x="566" y="949"/>
                    </a:lnTo>
                    <a:lnTo>
                      <a:pt x="578" y="949"/>
                    </a:lnTo>
                    <a:lnTo>
                      <a:pt x="630" y="946"/>
                    </a:lnTo>
                    <a:lnTo>
                      <a:pt x="677" y="937"/>
                    </a:lnTo>
                    <a:lnTo>
                      <a:pt x="720" y="924"/>
                    </a:lnTo>
                    <a:lnTo>
                      <a:pt x="758" y="905"/>
                    </a:lnTo>
                    <a:lnTo>
                      <a:pt x="793" y="880"/>
                    </a:lnTo>
                    <a:lnTo>
                      <a:pt x="824" y="850"/>
                    </a:lnTo>
                    <a:lnTo>
                      <a:pt x="849" y="815"/>
                    </a:lnTo>
                    <a:lnTo>
                      <a:pt x="870" y="775"/>
                    </a:lnTo>
                    <a:lnTo>
                      <a:pt x="886" y="728"/>
                    </a:lnTo>
                    <a:lnTo>
                      <a:pt x="897" y="678"/>
                    </a:lnTo>
                    <a:lnTo>
                      <a:pt x="905" y="622"/>
                    </a:lnTo>
                    <a:lnTo>
                      <a:pt x="907" y="561"/>
                    </a:lnTo>
                    <a:lnTo>
                      <a:pt x="905" y="505"/>
                    </a:lnTo>
                    <a:lnTo>
                      <a:pt x="897" y="452"/>
                    </a:lnTo>
                    <a:lnTo>
                      <a:pt x="886" y="407"/>
                    </a:lnTo>
                    <a:lnTo>
                      <a:pt x="870" y="366"/>
                    </a:lnTo>
                    <a:lnTo>
                      <a:pt x="850" y="329"/>
                    </a:lnTo>
                    <a:lnTo>
                      <a:pt x="826" y="299"/>
                    </a:lnTo>
                    <a:lnTo>
                      <a:pt x="797" y="274"/>
                    </a:lnTo>
                    <a:lnTo>
                      <a:pt x="763" y="254"/>
                    </a:lnTo>
                    <a:lnTo>
                      <a:pt x="727" y="241"/>
                    </a:lnTo>
                    <a:lnTo>
                      <a:pt x="686" y="232"/>
                    </a:lnTo>
                    <a:lnTo>
                      <a:pt x="640" y="229"/>
                    </a:lnTo>
                    <a:close/>
                    <a:moveTo>
                      <a:pt x="413" y="3"/>
                    </a:moveTo>
                    <a:lnTo>
                      <a:pt x="521" y="3"/>
                    </a:lnTo>
                    <a:lnTo>
                      <a:pt x="521" y="143"/>
                    </a:lnTo>
                    <a:lnTo>
                      <a:pt x="566" y="117"/>
                    </a:lnTo>
                    <a:lnTo>
                      <a:pt x="607" y="93"/>
                    </a:lnTo>
                    <a:lnTo>
                      <a:pt x="643" y="74"/>
                    </a:lnTo>
                    <a:lnTo>
                      <a:pt x="677" y="57"/>
                    </a:lnTo>
                    <a:lnTo>
                      <a:pt x="707" y="44"/>
                    </a:lnTo>
                    <a:lnTo>
                      <a:pt x="735" y="33"/>
                    </a:lnTo>
                    <a:lnTo>
                      <a:pt x="761" y="24"/>
                    </a:lnTo>
                    <a:lnTo>
                      <a:pt x="785" y="18"/>
                    </a:lnTo>
                    <a:lnTo>
                      <a:pt x="809" y="13"/>
                    </a:lnTo>
                    <a:lnTo>
                      <a:pt x="831" y="10"/>
                    </a:lnTo>
                    <a:lnTo>
                      <a:pt x="855" y="9"/>
                    </a:lnTo>
                    <a:lnTo>
                      <a:pt x="879" y="8"/>
                    </a:lnTo>
                    <a:lnTo>
                      <a:pt x="931" y="12"/>
                    </a:lnTo>
                    <a:lnTo>
                      <a:pt x="980" y="23"/>
                    </a:lnTo>
                    <a:lnTo>
                      <a:pt x="1026" y="40"/>
                    </a:lnTo>
                    <a:lnTo>
                      <a:pt x="1070" y="64"/>
                    </a:lnTo>
                    <a:lnTo>
                      <a:pt x="1110" y="94"/>
                    </a:lnTo>
                    <a:lnTo>
                      <a:pt x="1148" y="130"/>
                    </a:lnTo>
                    <a:lnTo>
                      <a:pt x="1180" y="172"/>
                    </a:lnTo>
                    <a:lnTo>
                      <a:pt x="1209" y="218"/>
                    </a:lnTo>
                    <a:lnTo>
                      <a:pt x="1233" y="268"/>
                    </a:lnTo>
                    <a:lnTo>
                      <a:pt x="1252" y="324"/>
                    </a:lnTo>
                    <a:lnTo>
                      <a:pt x="1265" y="383"/>
                    </a:lnTo>
                    <a:lnTo>
                      <a:pt x="1274" y="446"/>
                    </a:lnTo>
                    <a:lnTo>
                      <a:pt x="1278" y="512"/>
                    </a:lnTo>
                    <a:lnTo>
                      <a:pt x="1274" y="578"/>
                    </a:lnTo>
                    <a:lnTo>
                      <a:pt x="1265" y="641"/>
                    </a:lnTo>
                    <a:lnTo>
                      <a:pt x="1252" y="701"/>
                    </a:lnTo>
                    <a:lnTo>
                      <a:pt x="1232" y="756"/>
                    </a:lnTo>
                    <a:lnTo>
                      <a:pt x="1205" y="809"/>
                    </a:lnTo>
                    <a:lnTo>
                      <a:pt x="1175" y="857"/>
                    </a:lnTo>
                    <a:lnTo>
                      <a:pt x="1140" y="901"/>
                    </a:lnTo>
                    <a:lnTo>
                      <a:pt x="1099" y="941"/>
                    </a:lnTo>
                    <a:lnTo>
                      <a:pt x="1054" y="976"/>
                    </a:lnTo>
                    <a:lnTo>
                      <a:pt x="1005" y="1006"/>
                    </a:lnTo>
                    <a:lnTo>
                      <a:pt x="951" y="1031"/>
                    </a:lnTo>
                    <a:lnTo>
                      <a:pt x="894" y="1051"/>
                    </a:lnTo>
                    <a:lnTo>
                      <a:pt x="831" y="1065"/>
                    </a:lnTo>
                    <a:lnTo>
                      <a:pt x="766" y="1074"/>
                    </a:lnTo>
                    <a:lnTo>
                      <a:pt x="696" y="1078"/>
                    </a:lnTo>
                    <a:lnTo>
                      <a:pt x="670" y="1078"/>
                    </a:lnTo>
                    <a:lnTo>
                      <a:pt x="637" y="1076"/>
                    </a:lnTo>
                    <a:lnTo>
                      <a:pt x="601" y="1074"/>
                    </a:lnTo>
                    <a:lnTo>
                      <a:pt x="561" y="1071"/>
                    </a:lnTo>
                    <a:lnTo>
                      <a:pt x="521" y="1068"/>
                    </a:lnTo>
                    <a:lnTo>
                      <a:pt x="521" y="1408"/>
                    </a:lnTo>
                    <a:lnTo>
                      <a:pt x="692" y="1447"/>
                    </a:lnTo>
                    <a:lnTo>
                      <a:pt x="692" y="1544"/>
                    </a:lnTo>
                    <a:lnTo>
                      <a:pt x="18" y="1544"/>
                    </a:lnTo>
                    <a:lnTo>
                      <a:pt x="18" y="1447"/>
                    </a:lnTo>
                    <a:lnTo>
                      <a:pt x="171" y="1408"/>
                    </a:lnTo>
                    <a:lnTo>
                      <a:pt x="171" y="229"/>
                    </a:lnTo>
                    <a:lnTo>
                      <a:pt x="0" y="229"/>
                    </a:lnTo>
                    <a:lnTo>
                      <a:pt x="0" y="128"/>
                    </a:lnTo>
                    <a:lnTo>
                      <a:pt x="413" y="3"/>
                    </a:lnTo>
                    <a:close/>
                    <a:moveTo>
                      <a:pt x="3711" y="0"/>
                    </a:moveTo>
                    <a:lnTo>
                      <a:pt x="3770" y="3"/>
                    </a:lnTo>
                    <a:lnTo>
                      <a:pt x="3825" y="9"/>
                    </a:lnTo>
                    <a:lnTo>
                      <a:pt x="3876" y="20"/>
                    </a:lnTo>
                    <a:lnTo>
                      <a:pt x="3923" y="34"/>
                    </a:lnTo>
                    <a:lnTo>
                      <a:pt x="3965" y="53"/>
                    </a:lnTo>
                    <a:lnTo>
                      <a:pt x="4004" y="75"/>
                    </a:lnTo>
                    <a:lnTo>
                      <a:pt x="4036" y="100"/>
                    </a:lnTo>
                    <a:lnTo>
                      <a:pt x="4064" y="129"/>
                    </a:lnTo>
                    <a:lnTo>
                      <a:pt x="4086" y="160"/>
                    </a:lnTo>
                    <a:lnTo>
                      <a:pt x="4103" y="194"/>
                    </a:lnTo>
                    <a:lnTo>
                      <a:pt x="4113" y="232"/>
                    </a:lnTo>
                    <a:lnTo>
                      <a:pt x="4117" y="271"/>
                    </a:lnTo>
                    <a:lnTo>
                      <a:pt x="4114" y="304"/>
                    </a:lnTo>
                    <a:lnTo>
                      <a:pt x="4105" y="334"/>
                    </a:lnTo>
                    <a:lnTo>
                      <a:pt x="4091" y="362"/>
                    </a:lnTo>
                    <a:lnTo>
                      <a:pt x="4074" y="387"/>
                    </a:lnTo>
                    <a:lnTo>
                      <a:pt x="4051" y="407"/>
                    </a:lnTo>
                    <a:lnTo>
                      <a:pt x="4025" y="423"/>
                    </a:lnTo>
                    <a:lnTo>
                      <a:pt x="3995" y="436"/>
                    </a:lnTo>
                    <a:lnTo>
                      <a:pt x="3961" y="443"/>
                    </a:lnTo>
                    <a:lnTo>
                      <a:pt x="3925" y="446"/>
                    </a:lnTo>
                    <a:lnTo>
                      <a:pt x="3891" y="444"/>
                    </a:lnTo>
                    <a:lnTo>
                      <a:pt x="3859" y="438"/>
                    </a:lnTo>
                    <a:lnTo>
                      <a:pt x="3826" y="428"/>
                    </a:lnTo>
                    <a:lnTo>
                      <a:pt x="3792" y="413"/>
                    </a:lnTo>
                    <a:lnTo>
                      <a:pt x="3757" y="394"/>
                    </a:lnTo>
                    <a:lnTo>
                      <a:pt x="3757" y="114"/>
                    </a:lnTo>
                    <a:lnTo>
                      <a:pt x="3711" y="125"/>
                    </a:lnTo>
                    <a:lnTo>
                      <a:pt x="3668" y="140"/>
                    </a:lnTo>
                    <a:lnTo>
                      <a:pt x="3631" y="162"/>
                    </a:lnTo>
                    <a:lnTo>
                      <a:pt x="3597" y="187"/>
                    </a:lnTo>
                    <a:lnTo>
                      <a:pt x="3568" y="218"/>
                    </a:lnTo>
                    <a:lnTo>
                      <a:pt x="3543" y="253"/>
                    </a:lnTo>
                    <a:lnTo>
                      <a:pt x="3523" y="294"/>
                    </a:lnTo>
                    <a:lnTo>
                      <a:pt x="3508" y="339"/>
                    </a:lnTo>
                    <a:lnTo>
                      <a:pt x="3497" y="391"/>
                    </a:lnTo>
                    <a:lnTo>
                      <a:pt x="3489" y="447"/>
                    </a:lnTo>
                    <a:lnTo>
                      <a:pt x="3487" y="507"/>
                    </a:lnTo>
                    <a:lnTo>
                      <a:pt x="3489" y="565"/>
                    </a:lnTo>
                    <a:lnTo>
                      <a:pt x="3497" y="617"/>
                    </a:lnTo>
                    <a:lnTo>
                      <a:pt x="3509" y="667"/>
                    </a:lnTo>
                    <a:lnTo>
                      <a:pt x="3526" y="712"/>
                    </a:lnTo>
                    <a:lnTo>
                      <a:pt x="3547" y="753"/>
                    </a:lnTo>
                    <a:lnTo>
                      <a:pt x="3571" y="790"/>
                    </a:lnTo>
                    <a:lnTo>
                      <a:pt x="3600" y="821"/>
                    </a:lnTo>
                    <a:lnTo>
                      <a:pt x="3632" y="847"/>
                    </a:lnTo>
                    <a:lnTo>
                      <a:pt x="3668" y="869"/>
                    </a:lnTo>
                    <a:lnTo>
                      <a:pt x="3707" y="885"/>
                    </a:lnTo>
                    <a:lnTo>
                      <a:pt x="3750" y="894"/>
                    </a:lnTo>
                    <a:lnTo>
                      <a:pt x="3795" y="897"/>
                    </a:lnTo>
                    <a:lnTo>
                      <a:pt x="3821" y="896"/>
                    </a:lnTo>
                    <a:lnTo>
                      <a:pt x="3847" y="894"/>
                    </a:lnTo>
                    <a:lnTo>
                      <a:pt x="3874" y="889"/>
                    </a:lnTo>
                    <a:lnTo>
                      <a:pt x="3901" y="881"/>
                    </a:lnTo>
                    <a:lnTo>
                      <a:pt x="3931" y="872"/>
                    </a:lnTo>
                    <a:lnTo>
                      <a:pt x="3964" y="861"/>
                    </a:lnTo>
                    <a:lnTo>
                      <a:pt x="3999" y="846"/>
                    </a:lnTo>
                    <a:lnTo>
                      <a:pt x="4036" y="830"/>
                    </a:lnTo>
                    <a:lnTo>
                      <a:pt x="4079" y="810"/>
                    </a:lnTo>
                    <a:lnTo>
                      <a:pt x="4127" y="787"/>
                    </a:lnTo>
                    <a:lnTo>
                      <a:pt x="4127" y="976"/>
                    </a:lnTo>
                    <a:lnTo>
                      <a:pt x="4069" y="1001"/>
                    </a:lnTo>
                    <a:lnTo>
                      <a:pt x="4016" y="1024"/>
                    </a:lnTo>
                    <a:lnTo>
                      <a:pt x="3966" y="1041"/>
                    </a:lnTo>
                    <a:lnTo>
                      <a:pt x="3919" y="1058"/>
                    </a:lnTo>
                    <a:lnTo>
                      <a:pt x="3874" y="1070"/>
                    </a:lnTo>
                    <a:lnTo>
                      <a:pt x="3830" y="1080"/>
                    </a:lnTo>
                    <a:lnTo>
                      <a:pt x="3786" y="1086"/>
                    </a:lnTo>
                    <a:lnTo>
                      <a:pt x="3742" y="1091"/>
                    </a:lnTo>
                    <a:lnTo>
                      <a:pt x="3697" y="1094"/>
                    </a:lnTo>
                    <a:lnTo>
                      <a:pt x="3651" y="1095"/>
                    </a:lnTo>
                    <a:lnTo>
                      <a:pt x="3588" y="1093"/>
                    </a:lnTo>
                    <a:lnTo>
                      <a:pt x="3530" y="1086"/>
                    </a:lnTo>
                    <a:lnTo>
                      <a:pt x="3476" y="1075"/>
                    </a:lnTo>
                    <a:lnTo>
                      <a:pt x="3426" y="1060"/>
                    </a:lnTo>
                    <a:lnTo>
                      <a:pt x="3378" y="1039"/>
                    </a:lnTo>
                    <a:lnTo>
                      <a:pt x="3334" y="1014"/>
                    </a:lnTo>
                    <a:lnTo>
                      <a:pt x="3294" y="984"/>
                    </a:lnTo>
                    <a:lnTo>
                      <a:pt x="3255" y="947"/>
                    </a:lnTo>
                    <a:lnTo>
                      <a:pt x="3219" y="907"/>
                    </a:lnTo>
                    <a:lnTo>
                      <a:pt x="3188" y="865"/>
                    </a:lnTo>
                    <a:lnTo>
                      <a:pt x="3162" y="820"/>
                    </a:lnTo>
                    <a:lnTo>
                      <a:pt x="3140" y="772"/>
                    </a:lnTo>
                    <a:lnTo>
                      <a:pt x="3124" y="722"/>
                    </a:lnTo>
                    <a:lnTo>
                      <a:pt x="3111" y="670"/>
                    </a:lnTo>
                    <a:lnTo>
                      <a:pt x="3104" y="616"/>
                    </a:lnTo>
                    <a:lnTo>
                      <a:pt x="3101" y="561"/>
                    </a:lnTo>
                    <a:lnTo>
                      <a:pt x="3105" y="494"/>
                    </a:lnTo>
                    <a:lnTo>
                      <a:pt x="3115" y="433"/>
                    </a:lnTo>
                    <a:lnTo>
                      <a:pt x="3130" y="373"/>
                    </a:lnTo>
                    <a:lnTo>
                      <a:pt x="3153" y="318"/>
                    </a:lnTo>
                    <a:lnTo>
                      <a:pt x="3179" y="267"/>
                    </a:lnTo>
                    <a:lnTo>
                      <a:pt x="3213" y="219"/>
                    </a:lnTo>
                    <a:lnTo>
                      <a:pt x="3250" y="175"/>
                    </a:lnTo>
                    <a:lnTo>
                      <a:pt x="3293" y="135"/>
                    </a:lnTo>
                    <a:lnTo>
                      <a:pt x="3341" y="102"/>
                    </a:lnTo>
                    <a:lnTo>
                      <a:pt x="3392" y="72"/>
                    </a:lnTo>
                    <a:lnTo>
                      <a:pt x="3448" y="47"/>
                    </a:lnTo>
                    <a:lnTo>
                      <a:pt x="3508" y="27"/>
                    </a:lnTo>
                    <a:lnTo>
                      <a:pt x="3573" y="12"/>
                    </a:lnTo>
                    <a:lnTo>
                      <a:pt x="3640" y="3"/>
                    </a:lnTo>
                    <a:lnTo>
                      <a:pt x="3711" y="0"/>
                    </a:lnTo>
                    <a:close/>
                    <a:moveTo>
                      <a:pt x="2910" y="0"/>
                    </a:moveTo>
                    <a:lnTo>
                      <a:pt x="2948" y="4"/>
                    </a:lnTo>
                    <a:lnTo>
                      <a:pt x="2983" y="14"/>
                    </a:lnTo>
                    <a:lnTo>
                      <a:pt x="3014" y="30"/>
                    </a:lnTo>
                    <a:lnTo>
                      <a:pt x="3040" y="52"/>
                    </a:lnTo>
                    <a:lnTo>
                      <a:pt x="3063" y="78"/>
                    </a:lnTo>
                    <a:lnTo>
                      <a:pt x="3079" y="109"/>
                    </a:lnTo>
                    <a:lnTo>
                      <a:pt x="3089" y="142"/>
                    </a:lnTo>
                    <a:lnTo>
                      <a:pt x="3093" y="178"/>
                    </a:lnTo>
                    <a:lnTo>
                      <a:pt x="3091" y="203"/>
                    </a:lnTo>
                    <a:lnTo>
                      <a:pt x="3088" y="227"/>
                    </a:lnTo>
                    <a:lnTo>
                      <a:pt x="3081" y="252"/>
                    </a:lnTo>
                    <a:lnTo>
                      <a:pt x="3071" y="277"/>
                    </a:lnTo>
                    <a:lnTo>
                      <a:pt x="3060" y="303"/>
                    </a:lnTo>
                    <a:lnTo>
                      <a:pt x="3044" y="331"/>
                    </a:lnTo>
                    <a:lnTo>
                      <a:pt x="3025" y="361"/>
                    </a:lnTo>
                    <a:lnTo>
                      <a:pt x="3004" y="393"/>
                    </a:lnTo>
                    <a:lnTo>
                      <a:pt x="2978" y="429"/>
                    </a:lnTo>
                    <a:lnTo>
                      <a:pt x="2948" y="468"/>
                    </a:lnTo>
                    <a:lnTo>
                      <a:pt x="2914" y="512"/>
                    </a:lnTo>
                    <a:lnTo>
                      <a:pt x="2876" y="561"/>
                    </a:lnTo>
                    <a:lnTo>
                      <a:pt x="2472" y="1078"/>
                    </a:lnTo>
                    <a:lnTo>
                      <a:pt x="2182" y="1078"/>
                    </a:lnTo>
                    <a:lnTo>
                      <a:pt x="2182" y="424"/>
                    </a:lnTo>
                    <a:lnTo>
                      <a:pt x="1784" y="1078"/>
                    </a:lnTo>
                    <a:lnTo>
                      <a:pt x="1518" y="1078"/>
                    </a:lnTo>
                    <a:lnTo>
                      <a:pt x="1518" y="234"/>
                    </a:lnTo>
                    <a:lnTo>
                      <a:pt x="1313" y="214"/>
                    </a:lnTo>
                    <a:lnTo>
                      <a:pt x="1313" y="118"/>
                    </a:lnTo>
                    <a:lnTo>
                      <a:pt x="1690" y="25"/>
                    </a:lnTo>
                    <a:lnTo>
                      <a:pt x="1832" y="25"/>
                    </a:lnTo>
                    <a:lnTo>
                      <a:pt x="1832" y="713"/>
                    </a:lnTo>
                    <a:lnTo>
                      <a:pt x="2247" y="25"/>
                    </a:lnTo>
                    <a:lnTo>
                      <a:pt x="2497" y="25"/>
                    </a:lnTo>
                    <a:lnTo>
                      <a:pt x="2497" y="822"/>
                    </a:lnTo>
                    <a:lnTo>
                      <a:pt x="2759" y="473"/>
                    </a:lnTo>
                    <a:lnTo>
                      <a:pt x="2759" y="62"/>
                    </a:lnTo>
                    <a:lnTo>
                      <a:pt x="2779" y="44"/>
                    </a:lnTo>
                    <a:lnTo>
                      <a:pt x="2806" y="27"/>
                    </a:lnTo>
                    <a:lnTo>
                      <a:pt x="2837" y="13"/>
                    </a:lnTo>
                    <a:lnTo>
                      <a:pt x="2872" y="4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noProof="0"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 userDrawn="1"/>
        </p:nvGrpSpPr>
        <p:grpSpPr bwMode="gray">
          <a:xfrm>
            <a:off x="1752601" y="1"/>
            <a:ext cx="7391400" cy="6176009"/>
            <a:chOff x="19140488" y="13674"/>
            <a:chExt cx="7443798" cy="6145827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1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609601" y="3048000"/>
            <a:ext cx="914400" cy="76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" name="Group 31"/>
          <p:cNvGrpSpPr/>
          <p:nvPr/>
        </p:nvGrpSpPr>
        <p:grpSpPr>
          <a:xfrm>
            <a:off x="489086" y="2901697"/>
            <a:ext cx="1209752" cy="151219"/>
            <a:chOff x="489087" y="2521685"/>
            <a:chExt cx="1209752" cy="151219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5" y="838200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the presentation’s main title</a:t>
            </a:r>
          </a:p>
        </p:txBody>
      </p:sp>
      <p:sp>
        <p:nvSpPr>
          <p:cNvPr id="4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7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96" name="Group 32"/>
          <p:cNvGrpSpPr/>
          <p:nvPr/>
        </p:nvGrpSpPr>
        <p:grpSpPr>
          <a:xfrm>
            <a:off x="968592" y="6170991"/>
            <a:ext cx="914400" cy="533479"/>
            <a:chOff x="518032" y="978681"/>
            <a:chExt cx="4572000" cy="2667393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 userDrawn="1"/>
        </p:nvGrpSpPr>
        <p:grpSpPr bwMode="gray">
          <a:xfrm>
            <a:off x="1752601" y="1"/>
            <a:ext cx="7391400" cy="6176009"/>
            <a:chOff x="19140488" y="13674"/>
            <a:chExt cx="7443798" cy="6145827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4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5" y="838200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56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sp>
        <p:nvSpPr>
          <p:cNvPr id="17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1752600" y="2899977"/>
            <a:ext cx="6324600" cy="3272223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18" name="Group 32"/>
          <p:cNvGrpSpPr/>
          <p:nvPr userDrawn="1"/>
        </p:nvGrpSpPr>
        <p:grpSpPr>
          <a:xfrm>
            <a:off x="968592" y="6170991"/>
            <a:ext cx="914400" cy="533479"/>
            <a:chOff x="518032" y="978681"/>
            <a:chExt cx="4572000" cy="2667393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7391400" y="685801"/>
            <a:ext cx="1752600" cy="54863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1752600" y="0"/>
            <a:ext cx="5638800" cy="685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1752600" y="685800"/>
            <a:ext cx="5638800" cy="5486400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5" y="838200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11" name="Group 32"/>
          <p:cNvGrpSpPr/>
          <p:nvPr userDrawn="1"/>
        </p:nvGrpSpPr>
        <p:grpSpPr>
          <a:xfrm>
            <a:off x="968592" y="6170991"/>
            <a:ext cx="914400" cy="533479"/>
            <a:chOff x="518032" y="978681"/>
            <a:chExt cx="4572000" cy="2667393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noProof="0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9144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5867400"/>
            <a:ext cx="4800600" cy="762000"/>
          </a:xfrm>
        </p:spPr>
        <p:txBody>
          <a:bodyPr anchor="b"/>
          <a:lstStyle>
            <a:lvl1pPr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/>
              <a:t>Add legal and copyright disclaimers here.</a:t>
            </a:r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19601" y="-3429000"/>
            <a:ext cx="1523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1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</a:t>
            </a:r>
            <a:br>
              <a:rPr lang="en-GB" noProof="0"/>
            </a:br>
            <a:r>
              <a:rPr lang="en-GB" noProof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52600"/>
            <a:ext cx="8077199" cy="441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352" y="6324600"/>
            <a:ext cx="5260848" cy="15087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20 avaliku sektori e-teenuse detailanalüüs ja kontseptsiooni väljatöötamine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6324600"/>
            <a:ext cx="1524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16.09.2014</a:t>
            </a:r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77000"/>
            <a:ext cx="1527048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78D54BD-6D86-4ED6-A8CF-156911D7ACA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www.struktuurifondid.ee/public/teavitamine/EL_Sotsiaalfond_vertikaa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55" y="692696"/>
            <a:ext cx="124697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895475" y="838200"/>
            <a:ext cx="5343525" cy="1798712"/>
          </a:xfrm>
        </p:spPr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835696" y="5157276"/>
            <a:ext cx="5343525" cy="914401"/>
          </a:xfrm>
        </p:spPr>
        <p:txBody>
          <a:bodyPr/>
          <a:lstStyle/>
          <a:p>
            <a:r>
              <a:rPr lang="en-US" sz="1800" dirty="0"/>
              <a:t>Presentation of final report</a:t>
            </a:r>
          </a:p>
          <a:p>
            <a:endParaRPr lang="et-EE" sz="1800" dirty="0"/>
          </a:p>
          <a:p>
            <a:r>
              <a:rPr lang="et-EE" sz="1800" dirty="0"/>
              <a:t>Mihkel Lauk, Triin Tars, Andrus Sarv</a:t>
            </a:r>
          </a:p>
          <a:p>
            <a:endParaRPr lang="et-EE" sz="18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t-EE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42409"/>
              </p:ext>
            </p:extLst>
          </p:nvPr>
        </p:nvGraphicFramePr>
        <p:xfrm>
          <a:off x="96366" y="4509120"/>
          <a:ext cx="1567598" cy="55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Bitmap Image" r:id="rId5" imgW="3333333" imgH="1190476" progId="PBrush">
                  <p:embed/>
                </p:oleObj>
              </mc:Choice>
              <mc:Fallback>
                <p:oleObj name="Bitmap Image" r:id="rId5" imgW="3333333" imgH="1190476" progId="PBrush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BEBA8EAE-BF5A-486C-A8C5-ECC9F3942E4B}">
                            <a14:imgProps xmlns:a14="http://schemas.microsoft.com/office/drawing/2010/main">
                              <a14:imgLayer r:embed="rId7">
                                <a14:imgEffect>
                                  <a14:sharpenSoften amount="50000"/>
                                </a14:imgEffect>
                              </a14:imgLayer>
                            </a14:imgProps>
                          </a:ex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6" y="4509120"/>
                        <a:ext cx="1567598" cy="551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logo.jpg"/>
          <p:cNvPicPr/>
          <p:nvPr/>
        </p:nvPicPr>
        <p:blipFill>
          <a:blip r:embed="rId8"/>
          <a:stretch>
            <a:fillRect/>
          </a:stretch>
        </p:blipFill>
        <p:spPr>
          <a:xfrm>
            <a:off x="438489" y="5373216"/>
            <a:ext cx="936104" cy="6984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ltGray">
          <a:xfrm>
            <a:off x="971600" y="6264696"/>
            <a:ext cx="1085973" cy="54868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dirty="0" err="1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 analyzed in a report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957435924"/>
              </p:ext>
            </p:extLst>
          </p:nvPr>
        </p:nvGraphicFramePr>
        <p:xfrm>
          <a:off x="533400" y="1772816"/>
          <a:ext cx="8077200" cy="4392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166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  <a:ea typeface="+mn-ea"/>
                          <a:cs typeface="+mn-cs"/>
                        </a:rPr>
                        <a:t>Authority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  <a:ea typeface="+mn-ea"/>
                          <a:cs typeface="+mn-cs"/>
                        </a:rPr>
                        <a:t>Service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166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The Competition Authority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0" kern="120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Coordination of the price formula and the</a:t>
                      </a:r>
                      <a:r>
                        <a:rPr 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price limit of heat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166">
                <a:tc row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Civil Aviation Administration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Application for Part-66 aero technical employee license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Coordination of high-rise buildings and -facilities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166">
                <a:tc rowSpan="5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Road Administration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Booking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times for an examination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Pre-processing vehicle registration documents (for high value vehicles) 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Setting limits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Ordering and storing  license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plates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Temporary license plate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logbook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166">
                <a:tc row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b="0" noProof="0" dirty="0">
                          <a:latin typeface="+mj-lt"/>
                        </a:rPr>
                        <a:t>Tax and Customs Board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(</a:t>
                      </a:r>
                      <a:r>
                        <a:rPr lang="et-EE" sz="1000" noProof="0" dirty="0">
                          <a:effectLst/>
                          <a:latin typeface="+mj-lt"/>
                        </a:rPr>
                        <a:t>TCB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)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Submission of income tax return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Scheduling  of overdue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tax liabilities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</a:t>
                      </a:r>
                      <a:endParaRPr lang="en-US" sz="1000" b="1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166">
                <a:tc rowSpan="3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Ministry of Economic Affairs and Communications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(</a:t>
                      </a:r>
                      <a:r>
                        <a:rPr lang="et-EE" sz="1000" noProof="0" dirty="0">
                          <a:effectLst/>
                          <a:latin typeface="+mj-lt"/>
                        </a:rPr>
                        <a:t>MEAC)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Submission of business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notice</a:t>
                      </a:r>
                      <a:endParaRPr lang="en-US" sz="1000" b="1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Proceeding application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for  terms of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engineering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Proceeding  application for 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building permit 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166">
                <a:tc row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Agricultural Board 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>
                          <a:effectLst/>
                          <a:latin typeface="+mj-lt"/>
                        </a:rPr>
                        <a:t>Coordination </a:t>
                      </a:r>
                      <a:r>
                        <a:rPr lang="et-EE" sz="1000" noProof="0">
                          <a:effectLst/>
                          <a:latin typeface="+mj-lt"/>
                        </a:rPr>
                        <a:t>with</a:t>
                      </a:r>
                      <a:r>
                        <a:rPr lang="et-EE" sz="1000" baseline="0" noProof="0">
                          <a:effectLst/>
                          <a:latin typeface="+mj-lt"/>
                        </a:rPr>
                        <a:t> </a:t>
                      </a:r>
                      <a:r>
                        <a:rPr lang="en-US" sz="1000" noProof="0">
                          <a:effectLst/>
                          <a:latin typeface="+mj-lt"/>
                        </a:rPr>
                        <a:t>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other  building  (land </a:t>
                      </a:r>
                      <a:r>
                        <a:rPr lang="en-US" sz="1000" noProof="0">
                          <a:effectLst/>
                          <a:latin typeface="+mj-lt"/>
                        </a:rPr>
                        <a:t>improvement)</a:t>
                      </a:r>
                      <a:endParaRPr lang="en-US" sz="1000" b="1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Recognition of company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operating in organic farming 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166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Information System Authority (</a:t>
                      </a:r>
                      <a:r>
                        <a:rPr lang="et-EE" sz="1000" noProof="0" dirty="0">
                          <a:effectLst/>
                          <a:latin typeface="+mj-lt"/>
                        </a:rPr>
                        <a:t>ISA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)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Opening service for agencies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166">
                <a:tc row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Technical Surveillance Authority (T</a:t>
                      </a:r>
                      <a:r>
                        <a:rPr lang="et-EE" sz="1000" noProof="0" dirty="0">
                          <a:effectLst/>
                          <a:latin typeface="+mj-lt"/>
                        </a:rPr>
                        <a:t>SA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)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Chemicals – fact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sheets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Proceeding building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permits for railway facilities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166">
                <a:tc rowSpan="2"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t-EE" sz="1000" noProof="0" dirty="0">
                          <a:effectLst/>
                          <a:latin typeface="+mj-lt"/>
                        </a:rPr>
                        <a:t>Estonian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Maritime Administration (</a:t>
                      </a:r>
                      <a:r>
                        <a:rPr lang="et-EE" sz="1000" noProof="0" dirty="0">
                          <a:effectLst/>
                          <a:latin typeface="+mj-lt"/>
                        </a:rPr>
                        <a:t>EM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A)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Registration of the ship passengers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166">
                <a:tc vMerge="1">
                  <a:txBody>
                    <a:bodyPr/>
                    <a:lstStyle/>
                    <a:p>
                      <a:endParaRPr lang="et-E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000" noProof="0" dirty="0">
                          <a:effectLst/>
                          <a:latin typeface="+mj-lt"/>
                        </a:rPr>
                        <a:t>Issue of documents  for working at</a:t>
                      </a:r>
                      <a:r>
                        <a:rPr lang="en-US" sz="1000" baseline="0" noProof="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000" noProof="0" dirty="0">
                          <a:effectLst/>
                          <a:latin typeface="+mj-lt"/>
                        </a:rPr>
                        <a:t>sea </a:t>
                      </a:r>
                      <a:endParaRPr lang="en-US" sz="1000" noProof="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2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5786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3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7521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n-US" dirty="0"/>
            </a:br>
            <a:r>
              <a:rPr lang="en-US" b="0" i="0" dirty="0"/>
              <a:t>Standardized services</a:t>
            </a:r>
            <a:br>
              <a:rPr lang="et-EE" b="0" i="0" dirty="0"/>
            </a:br>
            <a:endParaRPr lang="et-EE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4</a:t>
            </a:fld>
            <a:endParaRPr lang="et-EE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35882500"/>
              </p:ext>
            </p:extLst>
          </p:nvPr>
        </p:nvGraphicFramePr>
        <p:xfrm>
          <a:off x="1043608" y="1772816"/>
          <a:ext cx="705678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797152"/>
            <a:ext cx="8080248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</a:t>
            </a:r>
            <a:r>
              <a:rPr lang="et-EE" sz="2400" b="1" i="1" dirty="0">
                <a:solidFill>
                  <a:srgbClr val="FF0000"/>
                </a:solidFill>
                <a:latin typeface="Georgia" pitchFamily="18" charset="0"/>
              </a:rPr>
              <a:t>: </a:t>
            </a:r>
            <a:br>
              <a:rPr lang="et-EE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Central solutions for information systems that have similar functions</a:t>
            </a:r>
            <a:r>
              <a:rPr lang="et-EE" sz="2400" b="1" i="1" dirty="0">
                <a:solidFill>
                  <a:srgbClr val="FF0000"/>
                </a:solidFill>
                <a:latin typeface="Georgia" pitchFamily="18" charset="0"/>
              </a:rPr>
              <a:t>.</a:t>
            </a:r>
            <a:endParaRPr lang="en-US" sz="2400" b="1" i="1" dirty="0">
              <a:solidFill>
                <a:srgbClr val="FF0000"/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12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n-US" dirty="0"/>
            </a:br>
            <a:r>
              <a:rPr lang="en-US" b="0" i="0" dirty="0"/>
              <a:t>Services added in one process</a:t>
            </a:r>
            <a:br>
              <a:rPr lang="et-EE" b="0" i="0" dirty="0"/>
            </a:br>
            <a:endParaRPr lang="et-EE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5</a:t>
            </a:fld>
            <a:endParaRPr lang="et-EE"/>
          </a:p>
        </p:txBody>
      </p:sp>
      <p:grpSp>
        <p:nvGrpSpPr>
          <p:cNvPr id="24" name="Group 23"/>
          <p:cNvGrpSpPr/>
          <p:nvPr/>
        </p:nvGrpSpPr>
        <p:grpSpPr>
          <a:xfrm>
            <a:off x="539552" y="1844824"/>
            <a:ext cx="8064896" cy="2736304"/>
            <a:chOff x="539552" y="2492896"/>
            <a:chExt cx="8064896" cy="2736304"/>
          </a:xfrm>
        </p:grpSpPr>
        <p:graphicFrame>
          <p:nvGraphicFramePr>
            <p:cNvPr id="7" name="Diagram 6"/>
            <p:cNvGraphicFramePr/>
            <p:nvPr>
              <p:extLst>
                <p:ext uri="{D42A27DB-BD31-4B8C-83A1-F6EECF244321}">
                  <p14:modId xmlns:p14="http://schemas.microsoft.com/office/powerpoint/2010/main" val="515489822"/>
                </p:ext>
              </p:extLst>
            </p:nvPr>
          </p:nvGraphicFramePr>
          <p:xfrm>
            <a:off x="539552" y="2492896"/>
            <a:ext cx="8064896" cy="27363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8" name="Straight Connector 7"/>
            <p:cNvCxnSpPr/>
            <p:nvPr/>
          </p:nvCxnSpPr>
          <p:spPr>
            <a:xfrm>
              <a:off x="5407025" y="3736975"/>
              <a:ext cx="679450" cy="95885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5403850" y="3730626"/>
              <a:ext cx="688975" cy="974724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530352" y="4797152"/>
            <a:ext cx="8080248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one service instead of five,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transparent process.</a:t>
            </a:r>
          </a:p>
        </p:txBody>
      </p:sp>
    </p:spTree>
    <p:extLst>
      <p:ext uri="{BB962C8B-B14F-4D97-AF65-F5344CB8AC3E}">
        <p14:creationId xmlns:p14="http://schemas.microsoft.com/office/powerpoint/2010/main" val="218289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sz="2000" b="0" i="0" dirty="0"/>
              <a:t>Process automation – The Competition Authority – Coordination of the price formula and the price limit of heat</a:t>
            </a:r>
            <a:endParaRPr lang="en-US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6</a:t>
            </a:fld>
            <a:endParaRPr lang="et-EE"/>
          </a:p>
        </p:txBody>
      </p:sp>
      <p:grpSp>
        <p:nvGrpSpPr>
          <p:cNvPr id="3" name="Group 2"/>
          <p:cNvGrpSpPr/>
          <p:nvPr/>
        </p:nvGrpSpPr>
        <p:grpSpPr>
          <a:xfrm>
            <a:off x="683568" y="1916832"/>
            <a:ext cx="7714009" cy="3888432"/>
            <a:chOff x="962447" y="2175798"/>
            <a:chExt cx="7714009" cy="3888432"/>
          </a:xfrm>
        </p:grpSpPr>
        <p:pic>
          <p:nvPicPr>
            <p:cNvPr id="7" name="Picture 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447" y="2175798"/>
              <a:ext cx="2529205" cy="189801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pic>
          <p:nvPicPr>
            <p:cNvPr id="9" name="Picture 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7904" y="2175798"/>
              <a:ext cx="4968552" cy="38884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</p:grpSp>
      <p:sp>
        <p:nvSpPr>
          <p:cNvPr id="10" name="Chevron 9"/>
          <p:cNvSpPr/>
          <p:nvPr/>
        </p:nvSpPr>
        <p:spPr>
          <a:xfrm>
            <a:off x="2483768" y="3933056"/>
            <a:ext cx="460113" cy="690731"/>
          </a:xfrm>
          <a:prstGeom prst="chevron">
            <a:avLst>
              <a:gd name="adj" fmla="val 62310"/>
            </a:avLst>
          </a:prstGeom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Chevron 10"/>
          <p:cNvSpPr/>
          <p:nvPr/>
        </p:nvSpPr>
        <p:spPr>
          <a:xfrm>
            <a:off x="2751122" y="3933056"/>
            <a:ext cx="460113" cy="690731"/>
          </a:xfrm>
          <a:prstGeom prst="chevron">
            <a:avLst>
              <a:gd name="adj" fmla="val 62310"/>
            </a:avLst>
          </a:prstGeom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395536" y="4797152"/>
            <a:ext cx="2880319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less mistakes, shorter proceeding time</a:t>
            </a:r>
          </a:p>
        </p:txBody>
      </p:sp>
    </p:spTree>
    <p:extLst>
      <p:ext uri="{BB962C8B-B14F-4D97-AF65-F5344CB8AC3E}">
        <p14:creationId xmlns:p14="http://schemas.microsoft.com/office/powerpoint/2010/main" val="263474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7</a:t>
            </a:fld>
            <a:endParaRPr lang="et-EE"/>
          </a:p>
        </p:txBody>
      </p:sp>
      <p:sp>
        <p:nvSpPr>
          <p:cNvPr id="60" name="Title 6"/>
          <p:cNvSpPr>
            <a:spLocks noGrp="1"/>
          </p:cNvSpPr>
          <p:nvPr>
            <p:ph type="title"/>
          </p:nvPr>
        </p:nvSpPr>
        <p:spPr>
          <a:xfrm>
            <a:off x="539552" y="685800"/>
            <a:ext cx="8015868" cy="914400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Process automation – Road Administration – Booking times for an examination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07704" y="1833181"/>
            <a:ext cx="6655668" cy="4369922"/>
            <a:chOff x="611560" y="1833181"/>
            <a:chExt cx="6655668" cy="4369922"/>
          </a:xfrm>
        </p:grpSpPr>
        <p:grpSp>
          <p:nvGrpSpPr>
            <p:cNvPr id="47" name="Group 46"/>
            <p:cNvGrpSpPr/>
            <p:nvPr/>
          </p:nvGrpSpPr>
          <p:grpSpPr>
            <a:xfrm>
              <a:off x="1377017" y="1861682"/>
              <a:ext cx="612000" cy="612000"/>
              <a:chOff x="589752" y="4690710"/>
              <a:chExt cx="612000" cy="612000"/>
            </a:xfrm>
          </p:grpSpPr>
          <p:sp>
            <p:nvSpPr>
              <p:cNvPr id="48" name="Oval 47"/>
              <p:cNvSpPr/>
              <p:nvPr/>
            </p:nvSpPr>
            <p:spPr bwMode="ltGray">
              <a:xfrm>
                <a:off x="589752" y="4690710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grpSp>
            <p:nvGrpSpPr>
              <p:cNvPr id="49" name="Group 48"/>
              <p:cNvGrpSpPr/>
              <p:nvPr/>
            </p:nvGrpSpPr>
            <p:grpSpPr>
              <a:xfrm>
                <a:off x="697784" y="4804497"/>
                <a:ext cx="476147" cy="381429"/>
                <a:chOff x="10571496" y="5223905"/>
                <a:chExt cx="590550" cy="473075"/>
              </a:xfrm>
            </p:grpSpPr>
            <p:sp>
              <p:nvSpPr>
                <p:cNvPr id="50" name="Freeform 4819"/>
                <p:cNvSpPr>
                  <a:spLocks noEditPoints="1"/>
                </p:cNvSpPr>
                <p:nvPr/>
              </p:nvSpPr>
              <p:spPr bwMode="auto">
                <a:xfrm>
                  <a:off x="10571496" y="5223905"/>
                  <a:ext cx="590550" cy="473075"/>
                </a:xfrm>
                <a:custGeom>
                  <a:avLst/>
                  <a:gdLst>
                    <a:gd name="T0" fmla="*/ 286 w 372"/>
                    <a:gd name="T1" fmla="*/ 10 h 298"/>
                    <a:gd name="T2" fmla="*/ 276 w 372"/>
                    <a:gd name="T3" fmla="*/ 0 h 298"/>
                    <a:gd name="T4" fmla="*/ 250 w 372"/>
                    <a:gd name="T5" fmla="*/ 2 h 298"/>
                    <a:gd name="T6" fmla="*/ 218 w 372"/>
                    <a:gd name="T7" fmla="*/ 200 h 298"/>
                    <a:gd name="T8" fmla="*/ 218 w 372"/>
                    <a:gd name="T9" fmla="*/ 136 h 298"/>
                    <a:gd name="T10" fmla="*/ 192 w 372"/>
                    <a:gd name="T11" fmla="*/ 34 h 298"/>
                    <a:gd name="T12" fmla="*/ 208 w 372"/>
                    <a:gd name="T13" fmla="*/ 24 h 298"/>
                    <a:gd name="T14" fmla="*/ 204 w 372"/>
                    <a:gd name="T15" fmla="*/ 6 h 298"/>
                    <a:gd name="T16" fmla="*/ 36 w 372"/>
                    <a:gd name="T17" fmla="*/ 2 h 298"/>
                    <a:gd name="T18" fmla="*/ 20 w 372"/>
                    <a:gd name="T19" fmla="*/ 18 h 298"/>
                    <a:gd name="T20" fmla="*/ 6 w 372"/>
                    <a:gd name="T21" fmla="*/ 152 h 298"/>
                    <a:gd name="T22" fmla="*/ 0 w 372"/>
                    <a:gd name="T23" fmla="*/ 264 h 298"/>
                    <a:gd name="T24" fmla="*/ 6 w 372"/>
                    <a:gd name="T25" fmla="*/ 274 h 298"/>
                    <a:gd name="T26" fmla="*/ 22 w 372"/>
                    <a:gd name="T27" fmla="*/ 274 h 298"/>
                    <a:gd name="T28" fmla="*/ 30 w 372"/>
                    <a:gd name="T29" fmla="*/ 250 h 298"/>
                    <a:gd name="T30" fmla="*/ 58 w 372"/>
                    <a:gd name="T31" fmla="*/ 232 h 298"/>
                    <a:gd name="T32" fmla="*/ 84 w 372"/>
                    <a:gd name="T33" fmla="*/ 234 h 298"/>
                    <a:gd name="T34" fmla="*/ 108 w 372"/>
                    <a:gd name="T35" fmla="*/ 258 h 298"/>
                    <a:gd name="T36" fmla="*/ 110 w 372"/>
                    <a:gd name="T37" fmla="*/ 274 h 298"/>
                    <a:gd name="T38" fmla="*/ 200 w 372"/>
                    <a:gd name="T39" fmla="*/ 274 h 298"/>
                    <a:gd name="T40" fmla="*/ 200 w 372"/>
                    <a:gd name="T41" fmla="*/ 266 h 298"/>
                    <a:gd name="T42" fmla="*/ 218 w 372"/>
                    <a:gd name="T43" fmla="*/ 238 h 298"/>
                    <a:gd name="T44" fmla="*/ 244 w 372"/>
                    <a:gd name="T45" fmla="*/ 230 h 298"/>
                    <a:gd name="T46" fmla="*/ 270 w 372"/>
                    <a:gd name="T47" fmla="*/ 240 h 298"/>
                    <a:gd name="T48" fmla="*/ 286 w 372"/>
                    <a:gd name="T49" fmla="*/ 264 h 298"/>
                    <a:gd name="T50" fmla="*/ 286 w 372"/>
                    <a:gd name="T51" fmla="*/ 210 h 298"/>
                    <a:gd name="T52" fmla="*/ 366 w 372"/>
                    <a:gd name="T53" fmla="*/ 164 h 298"/>
                    <a:gd name="T54" fmla="*/ 372 w 372"/>
                    <a:gd name="T55" fmla="*/ 154 h 298"/>
                    <a:gd name="T56" fmla="*/ 362 w 372"/>
                    <a:gd name="T57" fmla="*/ 144 h 298"/>
                    <a:gd name="T58" fmla="*/ 168 w 372"/>
                    <a:gd name="T59" fmla="*/ 160 h 298"/>
                    <a:gd name="T60" fmla="*/ 162 w 372"/>
                    <a:gd name="T61" fmla="*/ 152 h 298"/>
                    <a:gd name="T62" fmla="*/ 116 w 372"/>
                    <a:gd name="T63" fmla="*/ 148 h 298"/>
                    <a:gd name="T64" fmla="*/ 90 w 372"/>
                    <a:gd name="T65" fmla="*/ 130 h 298"/>
                    <a:gd name="T66" fmla="*/ 84 w 372"/>
                    <a:gd name="T67" fmla="*/ 108 h 298"/>
                    <a:gd name="T68" fmla="*/ 68 w 372"/>
                    <a:gd name="T69" fmla="*/ 92 h 298"/>
                    <a:gd name="T70" fmla="*/ 54 w 372"/>
                    <a:gd name="T71" fmla="*/ 100 h 298"/>
                    <a:gd name="T72" fmla="*/ 166 w 372"/>
                    <a:gd name="T73" fmla="*/ 34 h 298"/>
                    <a:gd name="T74" fmla="*/ 200 w 372"/>
                    <a:gd name="T75" fmla="*/ 172 h 298"/>
                    <a:gd name="T76" fmla="*/ 66 w 372"/>
                    <a:gd name="T77" fmla="*/ 250 h 298"/>
                    <a:gd name="T78" fmla="*/ 88 w 372"/>
                    <a:gd name="T79" fmla="*/ 264 h 298"/>
                    <a:gd name="T80" fmla="*/ 84 w 372"/>
                    <a:gd name="T81" fmla="*/ 292 h 298"/>
                    <a:gd name="T82" fmla="*/ 58 w 372"/>
                    <a:gd name="T83" fmla="*/ 296 h 298"/>
                    <a:gd name="T84" fmla="*/ 42 w 372"/>
                    <a:gd name="T85" fmla="*/ 274 h 298"/>
                    <a:gd name="T86" fmla="*/ 66 w 372"/>
                    <a:gd name="T87" fmla="*/ 250 h 298"/>
                    <a:gd name="T88" fmla="*/ 260 w 372"/>
                    <a:gd name="T89" fmla="*/ 258 h 298"/>
                    <a:gd name="T90" fmla="*/ 266 w 372"/>
                    <a:gd name="T91" fmla="*/ 284 h 298"/>
                    <a:gd name="T92" fmla="*/ 244 w 372"/>
                    <a:gd name="T93" fmla="*/ 298 h 298"/>
                    <a:gd name="T94" fmla="*/ 220 w 372"/>
                    <a:gd name="T95" fmla="*/ 274 h 298"/>
                    <a:gd name="T96" fmla="*/ 234 w 372"/>
                    <a:gd name="T97" fmla="*/ 252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72" h="298">
                      <a:moveTo>
                        <a:pt x="362" y="144"/>
                      </a:moveTo>
                      <a:lnTo>
                        <a:pt x="286" y="144"/>
                      </a:lnTo>
                      <a:lnTo>
                        <a:pt x="286" y="10"/>
                      </a:lnTo>
                      <a:lnTo>
                        <a:pt x="286" y="10"/>
                      </a:lnTo>
                      <a:lnTo>
                        <a:pt x="286" y="6"/>
                      </a:lnTo>
                      <a:lnTo>
                        <a:pt x="284" y="2"/>
                      </a:lnTo>
                      <a:lnTo>
                        <a:pt x="280" y="0"/>
                      </a:lnTo>
                      <a:lnTo>
                        <a:pt x="276" y="0"/>
                      </a:lnTo>
                      <a:lnTo>
                        <a:pt x="256" y="0"/>
                      </a:lnTo>
                      <a:lnTo>
                        <a:pt x="256" y="0"/>
                      </a:lnTo>
                      <a:lnTo>
                        <a:pt x="252" y="0"/>
                      </a:lnTo>
                      <a:lnTo>
                        <a:pt x="250" y="2"/>
                      </a:lnTo>
                      <a:lnTo>
                        <a:pt x="246" y="6"/>
                      </a:lnTo>
                      <a:lnTo>
                        <a:pt x="246" y="10"/>
                      </a:lnTo>
                      <a:lnTo>
                        <a:pt x="246" y="200"/>
                      </a:lnTo>
                      <a:lnTo>
                        <a:pt x="218" y="200"/>
                      </a:lnTo>
                      <a:lnTo>
                        <a:pt x="218" y="200"/>
                      </a:lnTo>
                      <a:lnTo>
                        <a:pt x="220" y="172"/>
                      </a:lnTo>
                      <a:lnTo>
                        <a:pt x="220" y="172"/>
                      </a:lnTo>
                      <a:lnTo>
                        <a:pt x="218" y="136"/>
                      </a:lnTo>
                      <a:lnTo>
                        <a:pt x="212" y="100"/>
                      </a:lnTo>
                      <a:lnTo>
                        <a:pt x="202" y="66"/>
                      </a:lnTo>
                      <a:lnTo>
                        <a:pt x="188" y="34"/>
                      </a:lnTo>
                      <a:lnTo>
                        <a:pt x="192" y="34"/>
                      </a:lnTo>
                      <a:lnTo>
                        <a:pt x="192" y="34"/>
                      </a:lnTo>
                      <a:lnTo>
                        <a:pt x="200" y="32"/>
                      </a:lnTo>
                      <a:lnTo>
                        <a:pt x="204" y="30"/>
                      </a:lnTo>
                      <a:lnTo>
                        <a:pt x="208" y="24"/>
                      </a:lnTo>
                      <a:lnTo>
                        <a:pt x="208" y="18"/>
                      </a:lnTo>
                      <a:lnTo>
                        <a:pt x="208" y="18"/>
                      </a:lnTo>
                      <a:lnTo>
                        <a:pt x="208" y="12"/>
                      </a:lnTo>
                      <a:lnTo>
                        <a:pt x="204" y="6"/>
                      </a:lnTo>
                      <a:lnTo>
                        <a:pt x="200" y="4"/>
                      </a:lnTo>
                      <a:lnTo>
                        <a:pt x="192" y="2"/>
                      </a:lnTo>
                      <a:lnTo>
                        <a:pt x="36" y="2"/>
                      </a:lnTo>
                      <a:lnTo>
                        <a:pt x="36" y="2"/>
                      </a:lnTo>
                      <a:lnTo>
                        <a:pt x="30" y="4"/>
                      </a:lnTo>
                      <a:lnTo>
                        <a:pt x="24" y="6"/>
                      </a:lnTo>
                      <a:lnTo>
                        <a:pt x="22" y="12"/>
                      </a:lnTo>
                      <a:lnTo>
                        <a:pt x="20" y="18"/>
                      </a:lnTo>
                      <a:lnTo>
                        <a:pt x="20" y="150"/>
                      </a:lnTo>
                      <a:lnTo>
                        <a:pt x="10" y="150"/>
                      </a:lnTo>
                      <a:lnTo>
                        <a:pt x="10" y="150"/>
                      </a:lnTo>
                      <a:lnTo>
                        <a:pt x="6" y="152"/>
                      </a:lnTo>
                      <a:lnTo>
                        <a:pt x="4" y="154"/>
                      </a:lnTo>
                      <a:lnTo>
                        <a:pt x="0" y="156"/>
                      </a:lnTo>
                      <a:lnTo>
                        <a:pt x="0" y="160"/>
                      </a:lnTo>
                      <a:lnTo>
                        <a:pt x="0" y="264"/>
                      </a:lnTo>
                      <a:lnTo>
                        <a:pt x="0" y="264"/>
                      </a:lnTo>
                      <a:lnTo>
                        <a:pt x="0" y="268"/>
                      </a:lnTo>
                      <a:lnTo>
                        <a:pt x="4" y="272"/>
                      </a:lnTo>
                      <a:lnTo>
                        <a:pt x="6" y="274"/>
                      </a:lnTo>
                      <a:lnTo>
                        <a:pt x="10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4" y="266"/>
                      </a:lnTo>
                      <a:lnTo>
                        <a:pt x="26" y="258"/>
                      </a:lnTo>
                      <a:lnTo>
                        <a:pt x="30" y="250"/>
                      </a:lnTo>
                      <a:lnTo>
                        <a:pt x="36" y="244"/>
                      </a:lnTo>
                      <a:lnTo>
                        <a:pt x="42" y="238"/>
                      </a:lnTo>
                      <a:lnTo>
                        <a:pt x="50" y="234"/>
                      </a:lnTo>
                      <a:lnTo>
                        <a:pt x="58" y="232"/>
                      </a:lnTo>
                      <a:lnTo>
                        <a:pt x="66" y="230"/>
                      </a:lnTo>
                      <a:lnTo>
                        <a:pt x="66" y="230"/>
                      </a:lnTo>
                      <a:lnTo>
                        <a:pt x="76" y="232"/>
                      </a:lnTo>
                      <a:lnTo>
                        <a:pt x="84" y="234"/>
                      </a:lnTo>
                      <a:lnTo>
                        <a:pt x="92" y="238"/>
                      </a:lnTo>
                      <a:lnTo>
                        <a:pt x="98" y="244"/>
                      </a:lnTo>
                      <a:lnTo>
                        <a:pt x="104" y="250"/>
                      </a:lnTo>
                      <a:lnTo>
                        <a:pt x="108" y="258"/>
                      </a:lnTo>
                      <a:lnTo>
                        <a:pt x="110" y="266"/>
                      </a:lnTo>
                      <a:lnTo>
                        <a:pt x="110" y="274"/>
                      </a:lnTo>
                      <a:lnTo>
                        <a:pt x="110" y="274"/>
                      </a:lnTo>
                      <a:lnTo>
                        <a:pt x="110" y="274"/>
                      </a:lnTo>
                      <a:lnTo>
                        <a:pt x="158" y="274"/>
                      </a:lnTo>
                      <a:lnTo>
                        <a:pt x="158" y="274"/>
                      </a:lnTo>
                      <a:lnTo>
                        <a:pt x="158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66"/>
                      </a:lnTo>
                      <a:lnTo>
                        <a:pt x="202" y="258"/>
                      </a:lnTo>
                      <a:lnTo>
                        <a:pt x="206" y="250"/>
                      </a:lnTo>
                      <a:lnTo>
                        <a:pt x="212" y="244"/>
                      </a:lnTo>
                      <a:lnTo>
                        <a:pt x="218" y="238"/>
                      </a:lnTo>
                      <a:lnTo>
                        <a:pt x="226" y="234"/>
                      </a:lnTo>
                      <a:lnTo>
                        <a:pt x="234" y="232"/>
                      </a:lnTo>
                      <a:lnTo>
                        <a:pt x="244" y="230"/>
                      </a:lnTo>
                      <a:lnTo>
                        <a:pt x="244" y="230"/>
                      </a:lnTo>
                      <a:lnTo>
                        <a:pt x="250" y="230"/>
                      </a:lnTo>
                      <a:lnTo>
                        <a:pt x="258" y="232"/>
                      </a:lnTo>
                      <a:lnTo>
                        <a:pt x="264" y="236"/>
                      </a:lnTo>
                      <a:lnTo>
                        <a:pt x="270" y="240"/>
                      </a:lnTo>
                      <a:lnTo>
                        <a:pt x="276" y="246"/>
                      </a:lnTo>
                      <a:lnTo>
                        <a:pt x="280" y="252"/>
                      </a:lnTo>
                      <a:lnTo>
                        <a:pt x="284" y="258"/>
                      </a:lnTo>
                      <a:lnTo>
                        <a:pt x="286" y="264"/>
                      </a:lnTo>
                      <a:lnTo>
                        <a:pt x="286" y="264"/>
                      </a:lnTo>
                      <a:lnTo>
                        <a:pt x="286" y="264"/>
                      </a:lnTo>
                      <a:lnTo>
                        <a:pt x="286" y="224"/>
                      </a:lnTo>
                      <a:lnTo>
                        <a:pt x="286" y="210"/>
                      </a:lnTo>
                      <a:lnTo>
                        <a:pt x="286" y="164"/>
                      </a:lnTo>
                      <a:lnTo>
                        <a:pt x="362" y="164"/>
                      </a:lnTo>
                      <a:lnTo>
                        <a:pt x="362" y="164"/>
                      </a:lnTo>
                      <a:lnTo>
                        <a:pt x="366" y="164"/>
                      </a:lnTo>
                      <a:lnTo>
                        <a:pt x="370" y="160"/>
                      </a:lnTo>
                      <a:lnTo>
                        <a:pt x="372" y="158"/>
                      </a:lnTo>
                      <a:lnTo>
                        <a:pt x="372" y="154"/>
                      </a:lnTo>
                      <a:lnTo>
                        <a:pt x="372" y="154"/>
                      </a:lnTo>
                      <a:lnTo>
                        <a:pt x="372" y="150"/>
                      </a:lnTo>
                      <a:lnTo>
                        <a:pt x="370" y="146"/>
                      </a:lnTo>
                      <a:lnTo>
                        <a:pt x="366" y="144"/>
                      </a:lnTo>
                      <a:lnTo>
                        <a:pt x="362" y="144"/>
                      </a:lnTo>
                      <a:lnTo>
                        <a:pt x="362" y="144"/>
                      </a:lnTo>
                      <a:close/>
                      <a:moveTo>
                        <a:pt x="198" y="200"/>
                      </a:moveTo>
                      <a:lnTo>
                        <a:pt x="168" y="200"/>
                      </a:lnTo>
                      <a:lnTo>
                        <a:pt x="168" y="160"/>
                      </a:lnTo>
                      <a:lnTo>
                        <a:pt x="168" y="160"/>
                      </a:lnTo>
                      <a:lnTo>
                        <a:pt x="168" y="156"/>
                      </a:lnTo>
                      <a:lnTo>
                        <a:pt x="166" y="154"/>
                      </a:lnTo>
                      <a:lnTo>
                        <a:pt x="162" y="152"/>
                      </a:lnTo>
                      <a:lnTo>
                        <a:pt x="158" y="150"/>
                      </a:lnTo>
                      <a:lnTo>
                        <a:pt x="124" y="150"/>
                      </a:lnTo>
                      <a:lnTo>
                        <a:pt x="124" y="150"/>
                      </a:lnTo>
                      <a:lnTo>
                        <a:pt x="116" y="148"/>
                      </a:lnTo>
                      <a:lnTo>
                        <a:pt x="108" y="146"/>
                      </a:lnTo>
                      <a:lnTo>
                        <a:pt x="102" y="142"/>
                      </a:lnTo>
                      <a:lnTo>
                        <a:pt x="96" y="136"/>
                      </a:lnTo>
                      <a:lnTo>
                        <a:pt x="90" y="130"/>
                      </a:lnTo>
                      <a:lnTo>
                        <a:pt x="86" y="124"/>
                      </a:lnTo>
                      <a:lnTo>
                        <a:pt x="84" y="116"/>
                      </a:lnTo>
                      <a:lnTo>
                        <a:pt x="84" y="108"/>
                      </a:lnTo>
                      <a:lnTo>
                        <a:pt x="84" y="108"/>
                      </a:lnTo>
                      <a:lnTo>
                        <a:pt x="82" y="102"/>
                      </a:lnTo>
                      <a:lnTo>
                        <a:pt x="80" y="98"/>
                      </a:lnTo>
                      <a:lnTo>
                        <a:pt x="74" y="94"/>
                      </a:lnTo>
                      <a:lnTo>
                        <a:pt x="68" y="92"/>
                      </a:lnTo>
                      <a:lnTo>
                        <a:pt x="68" y="92"/>
                      </a:lnTo>
                      <a:lnTo>
                        <a:pt x="62" y="94"/>
                      </a:lnTo>
                      <a:lnTo>
                        <a:pt x="58" y="96"/>
                      </a:lnTo>
                      <a:lnTo>
                        <a:pt x="54" y="100"/>
                      </a:lnTo>
                      <a:lnTo>
                        <a:pt x="52" y="106"/>
                      </a:lnTo>
                      <a:lnTo>
                        <a:pt x="52" y="34"/>
                      </a:lnTo>
                      <a:lnTo>
                        <a:pt x="166" y="34"/>
                      </a:lnTo>
                      <a:lnTo>
                        <a:pt x="166" y="34"/>
                      </a:lnTo>
                      <a:lnTo>
                        <a:pt x="180" y="66"/>
                      </a:lnTo>
                      <a:lnTo>
                        <a:pt x="192" y="100"/>
                      </a:lnTo>
                      <a:lnTo>
                        <a:pt x="198" y="136"/>
                      </a:lnTo>
                      <a:lnTo>
                        <a:pt x="200" y="172"/>
                      </a:lnTo>
                      <a:lnTo>
                        <a:pt x="200" y="172"/>
                      </a:lnTo>
                      <a:lnTo>
                        <a:pt x="198" y="200"/>
                      </a:lnTo>
                      <a:lnTo>
                        <a:pt x="198" y="200"/>
                      </a:lnTo>
                      <a:close/>
                      <a:moveTo>
                        <a:pt x="66" y="250"/>
                      </a:moveTo>
                      <a:lnTo>
                        <a:pt x="66" y="250"/>
                      </a:lnTo>
                      <a:lnTo>
                        <a:pt x="76" y="252"/>
                      </a:lnTo>
                      <a:lnTo>
                        <a:pt x="84" y="258"/>
                      </a:lnTo>
                      <a:lnTo>
                        <a:pt x="88" y="264"/>
                      </a:lnTo>
                      <a:lnTo>
                        <a:pt x="90" y="274"/>
                      </a:lnTo>
                      <a:lnTo>
                        <a:pt x="90" y="274"/>
                      </a:lnTo>
                      <a:lnTo>
                        <a:pt x="88" y="284"/>
                      </a:lnTo>
                      <a:lnTo>
                        <a:pt x="84" y="292"/>
                      </a:lnTo>
                      <a:lnTo>
                        <a:pt x="76" y="296"/>
                      </a:lnTo>
                      <a:lnTo>
                        <a:pt x="66" y="298"/>
                      </a:lnTo>
                      <a:lnTo>
                        <a:pt x="66" y="298"/>
                      </a:lnTo>
                      <a:lnTo>
                        <a:pt x="58" y="296"/>
                      </a:lnTo>
                      <a:lnTo>
                        <a:pt x="50" y="292"/>
                      </a:lnTo>
                      <a:lnTo>
                        <a:pt x="44" y="284"/>
                      </a:lnTo>
                      <a:lnTo>
                        <a:pt x="42" y="274"/>
                      </a:lnTo>
                      <a:lnTo>
                        <a:pt x="42" y="274"/>
                      </a:lnTo>
                      <a:lnTo>
                        <a:pt x="44" y="264"/>
                      </a:lnTo>
                      <a:lnTo>
                        <a:pt x="50" y="258"/>
                      </a:lnTo>
                      <a:lnTo>
                        <a:pt x="58" y="252"/>
                      </a:lnTo>
                      <a:lnTo>
                        <a:pt x="66" y="250"/>
                      </a:lnTo>
                      <a:close/>
                      <a:moveTo>
                        <a:pt x="244" y="250"/>
                      </a:moveTo>
                      <a:lnTo>
                        <a:pt x="244" y="250"/>
                      </a:lnTo>
                      <a:lnTo>
                        <a:pt x="252" y="252"/>
                      </a:lnTo>
                      <a:lnTo>
                        <a:pt x="260" y="258"/>
                      </a:lnTo>
                      <a:lnTo>
                        <a:pt x="266" y="264"/>
                      </a:lnTo>
                      <a:lnTo>
                        <a:pt x="268" y="274"/>
                      </a:lnTo>
                      <a:lnTo>
                        <a:pt x="268" y="274"/>
                      </a:lnTo>
                      <a:lnTo>
                        <a:pt x="266" y="284"/>
                      </a:lnTo>
                      <a:lnTo>
                        <a:pt x="260" y="292"/>
                      </a:lnTo>
                      <a:lnTo>
                        <a:pt x="252" y="296"/>
                      </a:lnTo>
                      <a:lnTo>
                        <a:pt x="244" y="298"/>
                      </a:lnTo>
                      <a:lnTo>
                        <a:pt x="244" y="298"/>
                      </a:lnTo>
                      <a:lnTo>
                        <a:pt x="234" y="296"/>
                      </a:lnTo>
                      <a:lnTo>
                        <a:pt x="226" y="292"/>
                      </a:lnTo>
                      <a:lnTo>
                        <a:pt x="222" y="284"/>
                      </a:lnTo>
                      <a:lnTo>
                        <a:pt x="220" y="274"/>
                      </a:lnTo>
                      <a:lnTo>
                        <a:pt x="220" y="274"/>
                      </a:lnTo>
                      <a:lnTo>
                        <a:pt x="222" y="264"/>
                      </a:lnTo>
                      <a:lnTo>
                        <a:pt x="226" y="258"/>
                      </a:lnTo>
                      <a:lnTo>
                        <a:pt x="234" y="252"/>
                      </a:lnTo>
                      <a:lnTo>
                        <a:pt x="244" y="25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1" name="Freeform 4820"/>
                <p:cNvSpPr>
                  <a:spLocks/>
                </p:cNvSpPr>
                <p:nvPr/>
              </p:nvSpPr>
              <p:spPr bwMode="auto">
                <a:xfrm>
                  <a:off x="10571496" y="5223905"/>
                  <a:ext cx="590550" cy="434975"/>
                </a:xfrm>
                <a:custGeom>
                  <a:avLst/>
                  <a:gdLst>
                    <a:gd name="T0" fmla="*/ 286 w 372"/>
                    <a:gd name="T1" fmla="*/ 144 h 274"/>
                    <a:gd name="T2" fmla="*/ 286 w 372"/>
                    <a:gd name="T3" fmla="*/ 10 h 274"/>
                    <a:gd name="T4" fmla="*/ 284 w 372"/>
                    <a:gd name="T5" fmla="*/ 2 h 274"/>
                    <a:gd name="T6" fmla="*/ 276 w 372"/>
                    <a:gd name="T7" fmla="*/ 0 h 274"/>
                    <a:gd name="T8" fmla="*/ 256 w 372"/>
                    <a:gd name="T9" fmla="*/ 0 h 274"/>
                    <a:gd name="T10" fmla="*/ 250 w 372"/>
                    <a:gd name="T11" fmla="*/ 2 h 274"/>
                    <a:gd name="T12" fmla="*/ 246 w 372"/>
                    <a:gd name="T13" fmla="*/ 10 h 274"/>
                    <a:gd name="T14" fmla="*/ 218 w 372"/>
                    <a:gd name="T15" fmla="*/ 200 h 274"/>
                    <a:gd name="T16" fmla="*/ 220 w 372"/>
                    <a:gd name="T17" fmla="*/ 172 h 274"/>
                    <a:gd name="T18" fmla="*/ 218 w 372"/>
                    <a:gd name="T19" fmla="*/ 136 h 274"/>
                    <a:gd name="T20" fmla="*/ 202 w 372"/>
                    <a:gd name="T21" fmla="*/ 66 h 274"/>
                    <a:gd name="T22" fmla="*/ 192 w 372"/>
                    <a:gd name="T23" fmla="*/ 34 h 274"/>
                    <a:gd name="T24" fmla="*/ 200 w 372"/>
                    <a:gd name="T25" fmla="*/ 32 h 274"/>
                    <a:gd name="T26" fmla="*/ 208 w 372"/>
                    <a:gd name="T27" fmla="*/ 24 h 274"/>
                    <a:gd name="T28" fmla="*/ 208 w 372"/>
                    <a:gd name="T29" fmla="*/ 18 h 274"/>
                    <a:gd name="T30" fmla="*/ 204 w 372"/>
                    <a:gd name="T31" fmla="*/ 6 h 274"/>
                    <a:gd name="T32" fmla="*/ 192 w 372"/>
                    <a:gd name="T33" fmla="*/ 2 h 274"/>
                    <a:gd name="T34" fmla="*/ 36 w 372"/>
                    <a:gd name="T35" fmla="*/ 2 h 274"/>
                    <a:gd name="T36" fmla="*/ 24 w 372"/>
                    <a:gd name="T37" fmla="*/ 6 h 274"/>
                    <a:gd name="T38" fmla="*/ 20 w 372"/>
                    <a:gd name="T39" fmla="*/ 18 h 274"/>
                    <a:gd name="T40" fmla="*/ 10 w 372"/>
                    <a:gd name="T41" fmla="*/ 150 h 274"/>
                    <a:gd name="T42" fmla="*/ 6 w 372"/>
                    <a:gd name="T43" fmla="*/ 152 h 274"/>
                    <a:gd name="T44" fmla="*/ 0 w 372"/>
                    <a:gd name="T45" fmla="*/ 156 h 274"/>
                    <a:gd name="T46" fmla="*/ 0 w 372"/>
                    <a:gd name="T47" fmla="*/ 264 h 274"/>
                    <a:gd name="T48" fmla="*/ 0 w 372"/>
                    <a:gd name="T49" fmla="*/ 268 h 274"/>
                    <a:gd name="T50" fmla="*/ 6 w 372"/>
                    <a:gd name="T51" fmla="*/ 274 h 274"/>
                    <a:gd name="T52" fmla="*/ 22 w 372"/>
                    <a:gd name="T53" fmla="*/ 274 h 274"/>
                    <a:gd name="T54" fmla="*/ 22 w 372"/>
                    <a:gd name="T55" fmla="*/ 274 h 274"/>
                    <a:gd name="T56" fmla="*/ 24 w 372"/>
                    <a:gd name="T57" fmla="*/ 266 h 274"/>
                    <a:gd name="T58" fmla="*/ 30 w 372"/>
                    <a:gd name="T59" fmla="*/ 250 h 274"/>
                    <a:gd name="T60" fmla="*/ 42 w 372"/>
                    <a:gd name="T61" fmla="*/ 238 h 274"/>
                    <a:gd name="T62" fmla="*/ 58 w 372"/>
                    <a:gd name="T63" fmla="*/ 232 h 274"/>
                    <a:gd name="T64" fmla="*/ 66 w 372"/>
                    <a:gd name="T65" fmla="*/ 230 h 274"/>
                    <a:gd name="T66" fmla="*/ 84 w 372"/>
                    <a:gd name="T67" fmla="*/ 234 h 274"/>
                    <a:gd name="T68" fmla="*/ 98 w 372"/>
                    <a:gd name="T69" fmla="*/ 244 h 274"/>
                    <a:gd name="T70" fmla="*/ 108 w 372"/>
                    <a:gd name="T71" fmla="*/ 258 h 274"/>
                    <a:gd name="T72" fmla="*/ 110 w 372"/>
                    <a:gd name="T73" fmla="*/ 274 h 274"/>
                    <a:gd name="T74" fmla="*/ 110 w 372"/>
                    <a:gd name="T75" fmla="*/ 274 h 274"/>
                    <a:gd name="T76" fmla="*/ 158 w 372"/>
                    <a:gd name="T77" fmla="*/ 274 h 274"/>
                    <a:gd name="T78" fmla="*/ 200 w 372"/>
                    <a:gd name="T79" fmla="*/ 274 h 274"/>
                    <a:gd name="T80" fmla="*/ 200 w 372"/>
                    <a:gd name="T81" fmla="*/ 274 h 274"/>
                    <a:gd name="T82" fmla="*/ 200 w 372"/>
                    <a:gd name="T83" fmla="*/ 266 h 274"/>
                    <a:gd name="T84" fmla="*/ 206 w 372"/>
                    <a:gd name="T85" fmla="*/ 250 h 274"/>
                    <a:gd name="T86" fmla="*/ 218 w 372"/>
                    <a:gd name="T87" fmla="*/ 238 h 274"/>
                    <a:gd name="T88" fmla="*/ 234 w 372"/>
                    <a:gd name="T89" fmla="*/ 232 h 274"/>
                    <a:gd name="T90" fmla="*/ 244 w 372"/>
                    <a:gd name="T91" fmla="*/ 230 h 274"/>
                    <a:gd name="T92" fmla="*/ 258 w 372"/>
                    <a:gd name="T93" fmla="*/ 232 h 274"/>
                    <a:gd name="T94" fmla="*/ 270 w 372"/>
                    <a:gd name="T95" fmla="*/ 240 h 274"/>
                    <a:gd name="T96" fmla="*/ 280 w 372"/>
                    <a:gd name="T97" fmla="*/ 252 h 274"/>
                    <a:gd name="T98" fmla="*/ 286 w 372"/>
                    <a:gd name="T99" fmla="*/ 264 h 274"/>
                    <a:gd name="T100" fmla="*/ 286 w 372"/>
                    <a:gd name="T101" fmla="*/ 264 h 274"/>
                    <a:gd name="T102" fmla="*/ 286 w 372"/>
                    <a:gd name="T103" fmla="*/ 210 h 274"/>
                    <a:gd name="T104" fmla="*/ 362 w 372"/>
                    <a:gd name="T105" fmla="*/ 164 h 274"/>
                    <a:gd name="T106" fmla="*/ 366 w 372"/>
                    <a:gd name="T107" fmla="*/ 164 h 274"/>
                    <a:gd name="T108" fmla="*/ 372 w 372"/>
                    <a:gd name="T109" fmla="*/ 158 h 274"/>
                    <a:gd name="T110" fmla="*/ 372 w 372"/>
                    <a:gd name="T111" fmla="*/ 154 h 274"/>
                    <a:gd name="T112" fmla="*/ 370 w 372"/>
                    <a:gd name="T113" fmla="*/ 146 h 274"/>
                    <a:gd name="T114" fmla="*/ 362 w 372"/>
                    <a:gd name="T115" fmla="*/ 14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72" h="274">
                      <a:moveTo>
                        <a:pt x="362" y="144"/>
                      </a:moveTo>
                      <a:lnTo>
                        <a:pt x="286" y="144"/>
                      </a:lnTo>
                      <a:lnTo>
                        <a:pt x="286" y="10"/>
                      </a:lnTo>
                      <a:lnTo>
                        <a:pt x="286" y="10"/>
                      </a:lnTo>
                      <a:lnTo>
                        <a:pt x="286" y="6"/>
                      </a:lnTo>
                      <a:lnTo>
                        <a:pt x="284" y="2"/>
                      </a:lnTo>
                      <a:lnTo>
                        <a:pt x="280" y="0"/>
                      </a:lnTo>
                      <a:lnTo>
                        <a:pt x="276" y="0"/>
                      </a:lnTo>
                      <a:lnTo>
                        <a:pt x="256" y="0"/>
                      </a:lnTo>
                      <a:lnTo>
                        <a:pt x="256" y="0"/>
                      </a:lnTo>
                      <a:lnTo>
                        <a:pt x="252" y="0"/>
                      </a:lnTo>
                      <a:lnTo>
                        <a:pt x="250" y="2"/>
                      </a:lnTo>
                      <a:lnTo>
                        <a:pt x="246" y="6"/>
                      </a:lnTo>
                      <a:lnTo>
                        <a:pt x="246" y="10"/>
                      </a:lnTo>
                      <a:lnTo>
                        <a:pt x="246" y="200"/>
                      </a:lnTo>
                      <a:lnTo>
                        <a:pt x="218" y="200"/>
                      </a:lnTo>
                      <a:lnTo>
                        <a:pt x="218" y="200"/>
                      </a:lnTo>
                      <a:lnTo>
                        <a:pt x="220" y="172"/>
                      </a:lnTo>
                      <a:lnTo>
                        <a:pt x="220" y="172"/>
                      </a:lnTo>
                      <a:lnTo>
                        <a:pt x="218" y="136"/>
                      </a:lnTo>
                      <a:lnTo>
                        <a:pt x="212" y="100"/>
                      </a:lnTo>
                      <a:lnTo>
                        <a:pt x="202" y="66"/>
                      </a:lnTo>
                      <a:lnTo>
                        <a:pt x="188" y="34"/>
                      </a:lnTo>
                      <a:lnTo>
                        <a:pt x="192" y="34"/>
                      </a:lnTo>
                      <a:lnTo>
                        <a:pt x="192" y="34"/>
                      </a:lnTo>
                      <a:lnTo>
                        <a:pt x="200" y="32"/>
                      </a:lnTo>
                      <a:lnTo>
                        <a:pt x="204" y="30"/>
                      </a:lnTo>
                      <a:lnTo>
                        <a:pt x="208" y="24"/>
                      </a:lnTo>
                      <a:lnTo>
                        <a:pt x="208" y="18"/>
                      </a:lnTo>
                      <a:lnTo>
                        <a:pt x="208" y="18"/>
                      </a:lnTo>
                      <a:lnTo>
                        <a:pt x="208" y="12"/>
                      </a:lnTo>
                      <a:lnTo>
                        <a:pt x="204" y="6"/>
                      </a:lnTo>
                      <a:lnTo>
                        <a:pt x="200" y="4"/>
                      </a:lnTo>
                      <a:lnTo>
                        <a:pt x="192" y="2"/>
                      </a:lnTo>
                      <a:lnTo>
                        <a:pt x="36" y="2"/>
                      </a:lnTo>
                      <a:lnTo>
                        <a:pt x="36" y="2"/>
                      </a:lnTo>
                      <a:lnTo>
                        <a:pt x="30" y="4"/>
                      </a:lnTo>
                      <a:lnTo>
                        <a:pt x="24" y="6"/>
                      </a:lnTo>
                      <a:lnTo>
                        <a:pt x="22" y="12"/>
                      </a:lnTo>
                      <a:lnTo>
                        <a:pt x="20" y="18"/>
                      </a:lnTo>
                      <a:lnTo>
                        <a:pt x="20" y="150"/>
                      </a:lnTo>
                      <a:lnTo>
                        <a:pt x="10" y="150"/>
                      </a:lnTo>
                      <a:lnTo>
                        <a:pt x="10" y="150"/>
                      </a:lnTo>
                      <a:lnTo>
                        <a:pt x="6" y="152"/>
                      </a:lnTo>
                      <a:lnTo>
                        <a:pt x="4" y="154"/>
                      </a:lnTo>
                      <a:lnTo>
                        <a:pt x="0" y="156"/>
                      </a:lnTo>
                      <a:lnTo>
                        <a:pt x="0" y="160"/>
                      </a:lnTo>
                      <a:lnTo>
                        <a:pt x="0" y="264"/>
                      </a:lnTo>
                      <a:lnTo>
                        <a:pt x="0" y="264"/>
                      </a:lnTo>
                      <a:lnTo>
                        <a:pt x="0" y="268"/>
                      </a:lnTo>
                      <a:lnTo>
                        <a:pt x="4" y="272"/>
                      </a:lnTo>
                      <a:lnTo>
                        <a:pt x="6" y="274"/>
                      </a:lnTo>
                      <a:lnTo>
                        <a:pt x="10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2" y="274"/>
                      </a:lnTo>
                      <a:lnTo>
                        <a:pt x="24" y="266"/>
                      </a:lnTo>
                      <a:lnTo>
                        <a:pt x="26" y="258"/>
                      </a:lnTo>
                      <a:lnTo>
                        <a:pt x="30" y="250"/>
                      </a:lnTo>
                      <a:lnTo>
                        <a:pt x="36" y="244"/>
                      </a:lnTo>
                      <a:lnTo>
                        <a:pt x="42" y="238"/>
                      </a:lnTo>
                      <a:lnTo>
                        <a:pt x="50" y="234"/>
                      </a:lnTo>
                      <a:lnTo>
                        <a:pt x="58" y="232"/>
                      </a:lnTo>
                      <a:lnTo>
                        <a:pt x="66" y="230"/>
                      </a:lnTo>
                      <a:lnTo>
                        <a:pt x="66" y="230"/>
                      </a:lnTo>
                      <a:lnTo>
                        <a:pt x="76" y="232"/>
                      </a:lnTo>
                      <a:lnTo>
                        <a:pt x="84" y="234"/>
                      </a:lnTo>
                      <a:lnTo>
                        <a:pt x="92" y="238"/>
                      </a:lnTo>
                      <a:lnTo>
                        <a:pt x="98" y="244"/>
                      </a:lnTo>
                      <a:lnTo>
                        <a:pt x="104" y="250"/>
                      </a:lnTo>
                      <a:lnTo>
                        <a:pt x="108" y="258"/>
                      </a:lnTo>
                      <a:lnTo>
                        <a:pt x="110" y="266"/>
                      </a:lnTo>
                      <a:lnTo>
                        <a:pt x="110" y="274"/>
                      </a:lnTo>
                      <a:lnTo>
                        <a:pt x="110" y="274"/>
                      </a:lnTo>
                      <a:lnTo>
                        <a:pt x="110" y="274"/>
                      </a:lnTo>
                      <a:lnTo>
                        <a:pt x="158" y="274"/>
                      </a:lnTo>
                      <a:lnTo>
                        <a:pt x="158" y="274"/>
                      </a:lnTo>
                      <a:lnTo>
                        <a:pt x="158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74"/>
                      </a:lnTo>
                      <a:lnTo>
                        <a:pt x="200" y="266"/>
                      </a:lnTo>
                      <a:lnTo>
                        <a:pt x="202" y="258"/>
                      </a:lnTo>
                      <a:lnTo>
                        <a:pt x="206" y="250"/>
                      </a:lnTo>
                      <a:lnTo>
                        <a:pt x="212" y="244"/>
                      </a:lnTo>
                      <a:lnTo>
                        <a:pt x="218" y="238"/>
                      </a:lnTo>
                      <a:lnTo>
                        <a:pt x="226" y="234"/>
                      </a:lnTo>
                      <a:lnTo>
                        <a:pt x="234" y="232"/>
                      </a:lnTo>
                      <a:lnTo>
                        <a:pt x="244" y="230"/>
                      </a:lnTo>
                      <a:lnTo>
                        <a:pt x="244" y="230"/>
                      </a:lnTo>
                      <a:lnTo>
                        <a:pt x="250" y="230"/>
                      </a:lnTo>
                      <a:lnTo>
                        <a:pt x="258" y="232"/>
                      </a:lnTo>
                      <a:lnTo>
                        <a:pt x="264" y="236"/>
                      </a:lnTo>
                      <a:lnTo>
                        <a:pt x="270" y="240"/>
                      </a:lnTo>
                      <a:lnTo>
                        <a:pt x="276" y="246"/>
                      </a:lnTo>
                      <a:lnTo>
                        <a:pt x="280" y="252"/>
                      </a:lnTo>
                      <a:lnTo>
                        <a:pt x="284" y="258"/>
                      </a:lnTo>
                      <a:lnTo>
                        <a:pt x="286" y="264"/>
                      </a:lnTo>
                      <a:lnTo>
                        <a:pt x="286" y="264"/>
                      </a:lnTo>
                      <a:lnTo>
                        <a:pt x="286" y="264"/>
                      </a:lnTo>
                      <a:lnTo>
                        <a:pt x="286" y="224"/>
                      </a:lnTo>
                      <a:lnTo>
                        <a:pt x="286" y="210"/>
                      </a:lnTo>
                      <a:lnTo>
                        <a:pt x="286" y="164"/>
                      </a:lnTo>
                      <a:lnTo>
                        <a:pt x="362" y="164"/>
                      </a:lnTo>
                      <a:lnTo>
                        <a:pt x="362" y="164"/>
                      </a:lnTo>
                      <a:lnTo>
                        <a:pt x="366" y="164"/>
                      </a:lnTo>
                      <a:lnTo>
                        <a:pt x="370" y="160"/>
                      </a:lnTo>
                      <a:lnTo>
                        <a:pt x="372" y="158"/>
                      </a:lnTo>
                      <a:lnTo>
                        <a:pt x="372" y="154"/>
                      </a:lnTo>
                      <a:lnTo>
                        <a:pt x="372" y="154"/>
                      </a:lnTo>
                      <a:lnTo>
                        <a:pt x="372" y="150"/>
                      </a:lnTo>
                      <a:lnTo>
                        <a:pt x="370" y="146"/>
                      </a:lnTo>
                      <a:lnTo>
                        <a:pt x="366" y="144"/>
                      </a:lnTo>
                      <a:lnTo>
                        <a:pt x="362" y="144"/>
                      </a:lnTo>
                      <a:lnTo>
                        <a:pt x="362" y="144"/>
                      </a:ln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52" name="Freeform 4821"/>
                <p:cNvSpPr>
                  <a:spLocks/>
                </p:cNvSpPr>
                <p:nvPr/>
              </p:nvSpPr>
              <p:spPr bwMode="auto">
                <a:xfrm>
                  <a:off x="10654046" y="5277880"/>
                  <a:ext cx="234950" cy="263525"/>
                </a:xfrm>
                <a:custGeom>
                  <a:avLst/>
                  <a:gdLst>
                    <a:gd name="T0" fmla="*/ 146 w 148"/>
                    <a:gd name="T1" fmla="*/ 166 h 166"/>
                    <a:gd name="T2" fmla="*/ 116 w 148"/>
                    <a:gd name="T3" fmla="*/ 166 h 166"/>
                    <a:gd name="T4" fmla="*/ 116 w 148"/>
                    <a:gd name="T5" fmla="*/ 126 h 166"/>
                    <a:gd name="T6" fmla="*/ 116 w 148"/>
                    <a:gd name="T7" fmla="*/ 126 h 166"/>
                    <a:gd name="T8" fmla="*/ 116 w 148"/>
                    <a:gd name="T9" fmla="*/ 122 h 166"/>
                    <a:gd name="T10" fmla="*/ 114 w 148"/>
                    <a:gd name="T11" fmla="*/ 120 h 166"/>
                    <a:gd name="T12" fmla="*/ 110 w 148"/>
                    <a:gd name="T13" fmla="*/ 118 h 166"/>
                    <a:gd name="T14" fmla="*/ 106 w 148"/>
                    <a:gd name="T15" fmla="*/ 116 h 166"/>
                    <a:gd name="T16" fmla="*/ 72 w 148"/>
                    <a:gd name="T17" fmla="*/ 116 h 166"/>
                    <a:gd name="T18" fmla="*/ 72 w 148"/>
                    <a:gd name="T19" fmla="*/ 116 h 166"/>
                    <a:gd name="T20" fmla="*/ 64 w 148"/>
                    <a:gd name="T21" fmla="*/ 114 h 166"/>
                    <a:gd name="T22" fmla="*/ 56 w 148"/>
                    <a:gd name="T23" fmla="*/ 112 h 166"/>
                    <a:gd name="T24" fmla="*/ 50 w 148"/>
                    <a:gd name="T25" fmla="*/ 108 h 166"/>
                    <a:gd name="T26" fmla="*/ 44 w 148"/>
                    <a:gd name="T27" fmla="*/ 102 h 166"/>
                    <a:gd name="T28" fmla="*/ 38 w 148"/>
                    <a:gd name="T29" fmla="*/ 96 h 166"/>
                    <a:gd name="T30" fmla="*/ 34 w 148"/>
                    <a:gd name="T31" fmla="*/ 90 h 166"/>
                    <a:gd name="T32" fmla="*/ 32 w 148"/>
                    <a:gd name="T33" fmla="*/ 82 h 166"/>
                    <a:gd name="T34" fmla="*/ 32 w 148"/>
                    <a:gd name="T35" fmla="*/ 74 h 166"/>
                    <a:gd name="T36" fmla="*/ 32 w 148"/>
                    <a:gd name="T37" fmla="*/ 74 h 166"/>
                    <a:gd name="T38" fmla="*/ 30 w 148"/>
                    <a:gd name="T39" fmla="*/ 68 h 166"/>
                    <a:gd name="T40" fmla="*/ 28 w 148"/>
                    <a:gd name="T41" fmla="*/ 64 h 166"/>
                    <a:gd name="T42" fmla="*/ 22 w 148"/>
                    <a:gd name="T43" fmla="*/ 60 h 166"/>
                    <a:gd name="T44" fmla="*/ 16 w 148"/>
                    <a:gd name="T45" fmla="*/ 58 h 166"/>
                    <a:gd name="T46" fmla="*/ 16 w 148"/>
                    <a:gd name="T47" fmla="*/ 58 h 166"/>
                    <a:gd name="T48" fmla="*/ 10 w 148"/>
                    <a:gd name="T49" fmla="*/ 60 h 166"/>
                    <a:gd name="T50" fmla="*/ 6 w 148"/>
                    <a:gd name="T51" fmla="*/ 62 h 166"/>
                    <a:gd name="T52" fmla="*/ 2 w 148"/>
                    <a:gd name="T53" fmla="*/ 66 h 166"/>
                    <a:gd name="T54" fmla="*/ 0 w 148"/>
                    <a:gd name="T55" fmla="*/ 72 h 166"/>
                    <a:gd name="T56" fmla="*/ 0 w 148"/>
                    <a:gd name="T57" fmla="*/ 0 h 166"/>
                    <a:gd name="T58" fmla="*/ 114 w 148"/>
                    <a:gd name="T59" fmla="*/ 0 h 166"/>
                    <a:gd name="T60" fmla="*/ 114 w 148"/>
                    <a:gd name="T61" fmla="*/ 0 h 166"/>
                    <a:gd name="T62" fmla="*/ 128 w 148"/>
                    <a:gd name="T63" fmla="*/ 32 h 166"/>
                    <a:gd name="T64" fmla="*/ 140 w 148"/>
                    <a:gd name="T65" fmla="*/ 66 h 166"/>
                    <a:gd name="T66" fmla="*/ 146 w 148"/>
                    <a:gd name="T67" fmla="*/ 102 h 166"/>
                    <a:gd name="T68" fmla="*/ 148 w 148"/>
                    <a:gd name="T69" fmla="*/ 138 h 166"/>
                    <a:gd name="T70" fmla="*/ 148 w 148"/>
                    <a:gd name="T71" fmla="*/ 138 h 166"/>
                    <a:gd name="T72" fmla="*/ 146 w 148"/>
                    <a:gd name="T73" fmla="*/ 166 h 166"/>
                    <a:gd name="T74" fmla="*/ 146 w 148"/>
                    <a:gd name="T75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48" h="166">
                      <a:moveTo>
                        <a:pt x="146" y="166"/>
                      </a:moveTo>
                      <a:lnTo>
                        <a:pt x="116" y="166"/>
                      </a:lnTo>
                      <a:lnTo>
                        <a:pt x="116" y="126"/>
                      </a:lnTo>
                      <a:lnTo>
                        <a:pt x="116" y="126"/>
                      </a:lnTo>
                      <a:lnTo>
                        <a:pt x="116" y="122"/>
                      </a:lnTo>
                      <a:lnTo>
                        <a:pt x="114" y="120"/>
                      </a:lnTo>
                      <a:lnTo>
                        <a:pt x="110" y="118"/>
                      </a:lnTo>
                      <a:lnTo>
                        <a:pt x="106" y="116"/>
                      </a:lnTo>
                      <a:lnTo>
                        <a:pt x="72" y="116"/>
                      </a:lnTo>
                      <a:lnTo>
                        <a:pt x="72" y="116"/>
                      </a:lnTo>
                      <a:lnTo>
                        <a:pt x="64" y="114"/>
                      </a:lnTo>
                      <a:lnTo>
                        <a:pt x="56" y="112"/>
                      </a:lnTo>
                      <a:lnTo>
                        <a:pt x="50" y="108"/>
                      </a:lnTo>
                      <a:lnTo>
                        <a:pt x="44" y="102"/>
                      </a:lnTo>
                      <a:lnTo>
                        <a:pt x="38" y="96"/>
                      </a:lnTo>
                      <a:lnTo>
                        <a:pt x="34" y="90"/>
                      </a:lnTo>
                      <a:lnTo>
                        <a:pt x="32" y="82"/>
                      </a:lnTo>
                      <a:lnTo>
                        <a:pt x="32" y="74"/>
                      </a:lnTo>
                      <a:lnTo>
                        <a:pt x="32" y="74"/>
                      </a:lnTo>
                      <a:lnTo>
                        <a:pt x="30" y="68"/>
                      </a:lnTo>
                      <a:lnTo>
                        <a:pt x="28" y="64"/>
                      </a:lnTo>
                      <a:lnTo>
                        <a:pt x="22" y="60"/>
                      </a:lnTo>
                      <a:lnTo>
                        <a:pt x="16" y="58"/>
                      </a:lnTo>
                      <a:lnTo>
                        <a:pt x="16" y="58"/>
                      </a:lnTo>
                      <a:lnTo>
                        <a:pt x="10" y="60"/>
                      </a:lnTo>
                      <a:lnTo>
                        <a:pt x="6" y="62"/>
                      </a:lnTo>
                      <a:lnTo>
                        <a:pt x="2" y="66"/>
                      </a:lnTo>
                      <a:lnTo>
                        <a:pt x="0" y="72"/>
                      </a:lnTo>
                      <a:lnTo>
                        <a:pt x="0" y="0"/>
                      </a:lnTo>
                      <a:lnTo>
                        <a:pt x="114" y="0"/>
                      </a:lnTo>
                      <a:lnTo>
                        <a:pt x="114" y="0"/>
                      </a:lnTo>
                      <a:lnTo>
                        <a:pt x="128" y="32"/>
                      </a:lnTo>
                      <a:lnTo>
                        <a:pt x="140" y="66"/>
                      </a:lnTo>
                      <a:lnTo>
                        <a:pt x="146" y="102"/>
                      </a:lnTo>
                      <a:lnTo>
                        <a:pt x="148" y="138"/>
                      </a:lnTo>
                      <a:lnTo>
                        <a:pt x="148" y="138"/>
                      </a:lnTo>
                      <a:lnTo>
                        <a:pt x="146" y="166"/>
                      </a:lnTo>
                      <a:lnTo>
                        <a:pt x="146" y="166"/>
                      </a:lnTo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</p:grpSp>
        <p:grpSp>
          <p:nvGrpSpPr>
            <p:cNvPr id="53" name="Group 52"/>
            <p:cNvGrpSpPr/>
            <p:nvPr/>
          </p:nvGrpSpPr>
          <p:grpSpPr>
            <a:xfrm>
              <a:off x="611560" y="2631310"/>
              <a:ext cx="612000" cy="612000"/>
              <a:chOff x="2342233" y="2258092"/>
              <a:chExt cx="612000" cy="612000"/>
            </a:xfrm>
          </p:grpSpPr>
          <p:sp>
            <p:nvSpPr>
              <p:cNvPr id="54" name="Oval 53"/>
              <p:cNvSpPr/>
              <p:nvPr/>
            </p:nvSpPr>
            <p:spPr bwMode="ltGray">
              <a:xfrm>
                <a:off x="2342233" y="2258092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55" name="Freeform 4805"/>
              <p:cNvSpPr>
                <a:spLocks noEditPoints="1"/>
              </p:cNvSpPr>
              <p:nvPr/>
            </p:nvSpPr>
            <p:spPr bwMode="auto">
              <a:xfrm>
                <a:off x="2430052" y="2363427"/>
                <a:ext cx="436363" cy="330949"/>
              </a:xfrm>
              <a:custGeom>
                <a:avLst/>
                <a:gdLst>
                  <a:gd name="T0" fmla="*/ 324 w 356"/>
                  <a:gd name="T1" fmla="*/ 64 h 270"/>
                  <a:gd name="T2" fmla="*/ 280 w 356"/>
                  <a:gd name="T3" fmla="*/ 10 h 270"/>
                  <a:gd name="T4" fmla="*/ 234 w 356"/>
                  <a:gd name="T5" fmla="*/ 2 h 270"/>
                  <a:gd name="T6" fmla="*/ 92 w 356"/>
                  <a:gd name="T7" fmla="*/ 4 h 270"/>
                  <a:gd name="T8" fmla="*/ 64 w 356"/>
                  <a:gd name="T9" fmla="*/ 18 h 270"/>
                  <a:gd name="T10" fmla="*/ 32 w 356"/>
                  <a:gd name="T11" fmla="*/ 64 h 270"/>
                  <a:gd name="T12" fmla="*/ 8 w 356"/>
                  <a:gd name="T13" fmla="*/ 108 h 270"/>
                  <a:gd name="T14" fmla="*/ 0 w 356"/>
                  <a:gd name="T15" fmla="*/ 168 h 270"/>
                  <a:gd name="T16" fmla="*/ 6 w 356"/>
                  <a:gd name="T17" fmla="*/ 224 h 270"/>
                  <a:gd name="T18" fmla="*/ 12 w 356"/>
                  <a:gd name="T19" fmla="*/ 232 h 270"/>
                  <a:gd name="T20" fmla="*/ 22 w 356"/>
                  <a:gd name="T21" fmla="*/ 232 h 270"/>
                  <a:gd name="T22" fmla="*/ 26 w 356"/>
                  <a:gd name="T23" fmla="*/ 266 h 270"/>
                  <a:gd name="T24" fmla="*/ 60 w 356"/>
                  <a:gd name="T25" fmla="*/ 270 h 270"/>
                  <a:gd name="T26" fmla="*/ 72 w 356"/>
                  <a:gd name="T27" fmla="*/ 258 h 270"/>
                  <a:gd name="T28" fmla="*/ 284 w 356"/>
                  <a:gd name="T29" fmla="*/ 258 h 270"/>
                  <a:gd name="T30" fmla="*/ 292 w 356"/>
                  <a:gd name="T31" fmla="*/ 268 h 270"/>
                  <a:gd name="T32" fmla="*/ 326 w 356"/>
                  <a:gd name="T33" fmla="*/ 268 h 270"/>
                  <a:gd name="T34" fmla="*/ 334 w 356"/>
                  <a:gd name="T35" fmla="*/ 232 h 270"/>
                  <a:gd name="T36" fmla="*/ 340 w 356"/>
                  <a:gd name="T37" fmla="*/ 232 h 270"/>
                  <a:gd name="T38" fmla="*/ 350 w 356"/>
                  <a:gd name="T39" fmla="*/ 224 h 270"/>
                  <a:gd name="T40" fmla="*/ 356 w 356"/>
                  <a:gd name="T41" fmla="*/ 168 h 270"/>
                  <a:gd name="T42" fmla="*/ 352 w 356"/>
                  <a:gd name="T43" fmla="*/ 120 h 270"/>
                  <a:gd name="T44" fmla="*/ 330 w 356"/>
                  <a:gd name="T45" fmla="*/ 72 h 270"/>
                  <a:gd name="T46" fmla="*/ 138 w 356"/>
                  <a:gd name="T47" fmla="*/ 20 h 270"/>
                  <a:gd name="T48" fmla="*/ 246 w 356"/>
                  <a:gd name="T49" fmla="*/ 22 h 270"/>
                  <a:gd name="T50" fmla="*/ 296 w 356"/>
                  <a:gd name="T51" fmla="*/ 62 h 270"/>
                  <a:gd name="T52" fmla="*/ 298 w 356"/>
                  <a:gd name="T53" fmla="*/ 76 h 270"/>
                  <a:gd name="T54" fmla="*/ 284 w 356"/>
                  <a:gd name="T55" fmla="*/ 80 h 270"/>
                  <a:gd name="T56" fmla="*/ 72 w 356"/>
                  <a:gd name="T57" fmla="*/ 80 h 270"/>
                  <a:gd name="T58" fmla="*/ 56 w 356"/>
                  <a:gd name="T59" fmla="*/ 74 h 270"/>
                  <a:gd name="T60" fmla="*/ 70 w 356"/>
                  <a:gd name="T61" fmla="*/ 46 h 270"/>
                  <a:gd name="T62" fmla="*/ 262 w 356"/>
                  <a:gd name="T63" fmla="*/ 136 h 270"/>
                  <a:gd name="T64" fmla="*/ 244 w 356"/>
                  <a:gd name="T65" fmla="*/ 154 h 270"/>
                  <a:gd name="T66" fmla="*/ 100 w 356"/>
                  <a:gd name="T67" fmla="*/ 148 h 270"/>
                  <a:gd name="T68" fmla="*/ 46 w 356"/>
                  <a:gd name="T69" fmla="*/ 152 h 270"/>
                  <a:gd name="T70" fmla="*/ 22 w 356"/>
                  <a:gd name="T71" fmla="*/ 136 h 270"/>
                  <a:gd name="T72" fmla="*/ 28 w 356"/>
                  <a:gd name="T73" fmla="*/ 106 h 270"/>
                  <a:gd name="T74" fmla="*/ 56 w 356"/>
                  <a:gd name="T75" fmla="*/ 102 h 270"/>
                  <a:gd name="T76" fmla="*/ 72 w 356"/>
                  <a:gd name="T77" fmla="*/ 126 h 270"/>
                  <a:gd name="T78" fmla="*/ 46 w 356"/>
                  <a:gd name="T79" fmla="*/ 152 h 270"/>
                  <a:gd name="T80" fmla="*/ 156 w 356"/>
                  <a:gd name="T81" fmla="*/ 212 h 270"/>
                  <a:gd name="T82" fmla="*/ 70 w 356"/>
                  <a:gd name="T83" fmla="*/ 198 h 270"/>
                  <a:gd name="T84" fmla="*/ 152 w 356"/>
                  <a:gd name="T85" fmla="*/ 184 h 270"/>
                  <a:gd name="T86" fmla="*/ 274 w 356"/>
                  <a:gd name="T87" fmla="*/ 186 h 270"/>
                  <a:gd name="T88" fmla="*/ 288 w 356"/>
                  <a:gd name="T89" fmla="*/ 212 h 270"/>
                  <a:gd name="T90" fmla="*/ 292 w 356"/>
                  <a:gd name="T91" fmla="*/ 144 h 270"/>
                  <a:gd name="T92" fmla="*/ 286 w 356"/>
                  <a:gd name="T93" fmla="*/ 116 h 270"/>
                  <a:gd name="T94" fmla="*/ 310 w 356"/>
                  <a:gd name="T95" fmla="*/ 100 h 270"/>
                  <a:gd name="T96" fmla="*/ 336 w 356"/>
                  <a:gd name="T97" fmla="*/ 126 h 270"/>
                  <a:gd name="T98" fmla="*/ 320 w 356"/>
                  <a:gd name="T99" fmla="*/ 15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56" h="270">
                    <a:moveTo>
                      <a:pt x="330" y="72"/>
                    </a:moveTo>
                    <a:lnTo>
                      <a:pt x="330" y="72"/>
                    </a:lnTo>
                    <a:lnTo>
                      <a:pt x="324" y="64"/>
                    </a:lnTo>
                    <a:lnTo>
                      <a:pt x="324" y="64"/>
                    </a:lnTo>
                    <a:lnTo>
                      <a:pt x="314" y="46"/>
                    </a:lnTo>
                    <a:lnTo>
                      <a:pt x="302" y="32"/>
                    </a:lnTo>
                    <a:lnTo>
                      <a:pt x="292" y="18"/>
                    </a:lnTo>
                    <a:lnTo>
                      <a:pt x="280" y="10"/>
                    </a:lnTo>
                    <a:lnTo>
                      <a:pt x="280" y="10"/>
                    </a:lnTo>
                    <a:lnTo>
                      <a:pt x="274" y="6"/>
                    </a:lnTo>
                    <a:lnTo>
                      <a:pt x="264" y="4"/>
                    </a:lnTo>
                    <a:lnTo>
                      <a:pt x="234" y="2"/>
                    </a:lnTo>
                    <a:lnTo>
                      <a:pt x="178" y="0"/>
                    </a:lnTo>
                    <a:lnTo>
                      <a:pt x="178" y="0"/>
                    </a:lnTo>
                    <a:lnTo>
                      <a:pt x="122" y="2"/>
                    </a:lnTo>
                    <a:lnTo>
                      <a:pt x="92" y="4"/>
                    </a:lnTo>
                    <a:lnTo>
                      <a:pt x="82" y="6"/>
                    </a:lnTo>
                    <a:lnTo>
                      <a:pt x="76" y="10"/>
                    </a:lnTo>
                    <a:lnTo>
                      <a:pt x="76" y="10"/>
                    </a:lnTo>
                    <a:lnTo>
                      <a:pt x="64" y="18"/>
                    </a:lnTo>
                    <a:lnTo>
                      <a:pt x="54" y="32"/>
                    </a:lnTo>
                    <a:lnTo>
                      <a:pt x="42" y="46"/>
                    </a:lnTo>
                    <a:lnTo>
                      <a:pt x="32" y="64"/>
                    </a:lnTo>
                    <a:lnTo>
                      <a:pt x="32" y="64"/>
                    </a:lnTo>
                    <a:lnTo>
                      <a:pt x="26" y="72"/>
                    </a:lnTo>
                    <a:lnTo>
                      <a:pt x="26" y="72"/>
                    </a:lnTo>
                    <a:lnTo>
                      <a:pt x="16" y="88"/>
                    </a:lnTo>
                    <a:lnTo>
                      <a:pt x="8" y="108"/>
                    </a:lnTo>
                    <a:lnTo>
                      <a:pt x="4" y="120"/>
                    </a:lnTo>
                    <a:lnTo>
                      <a:pt x="2" y="134"/>
                    </a:lnTo>
                    <a:lnTo>
                      <a:pt x="0" y="150"/>
                    </a:lnTo>
                    <a:lnTo>
                      <a:pt x="0" y="168"/>
                    </a:lnTo>
                    <a:lnTo>
                      <a:pt x="0" y="168"/>
                    </a:lnTo>
                    <a:lnTo>
                      <a:pt x="0" y="192"/>
                    </a:lnTo>
                    <a:lnTo>
                      <a:pt x="2" y="210"/>
                    </a:lnTo>
                    <a:lnTo>
                      <a:pt x="6" y="224"/>
                    </a:lnTo>
                    <a:lnTo>
                      <a:pt x="6" y="224"/>
                    </a:lnTo>
                    <a:lnTo>
                      <a:pt x="6" y="228"/>
                    </a:lnTo>
                    <a:lnTo>
                      <a:pt x="10" y="230"/>
                    </a:lnTo>
                    <a:lnTo>
                      <a:pt x="12" y="232"/>
                    </a:lnTo>
                    <a:lnTo>
                      <a:pt x="16" y="232"/>
                    </a:lnTo>
                    <a:lnTo>
                      <a:pt x="16" y="232"/>
                    </a:lnTo>
                    <a:lnTo>
                      <a:pt x="16" y="232"/>
                    </a:lnTo>
                    <a:lnTo>
                      <a:pt x="22" y="232"/>
                    </a:lnTo>
                    <a:lnTo>
                      <a:pt x="22" y="258"/>
                    </a:lnTo>
                    <a:lnTo>
                      <a:pt x="22" y="258"/>
                    </a:lnTo>
                    <a:lnTo>
                      <a:pt x="24" y="262"/>
                    </a:lnTo>
                    <a:lnTo>
                      <a:pt x="26" y="266"/>
                    </a:lnTo>
                    <a:lnTo>
                      <a:pt x="30" y="268"/>
                    </a:lnTo>
                    <a:lnTo>
                      <a:pt x="34" y="270"/>
                    </a:lnTo>
                    <a:lnTo>
                      <a:pt x="60" y="270"/>
                    </a:lnTo>
                    <a:lnTo>
                      <a:pt x="60" y="270"/>
                    </a:lnTo>
                    <a:lnTo>
                      <a:pt x="64" y="268"/>
                    </a:lnTo>
                    <a:lnTo>
                      <a:pt x="68" y="266"/>
                    </a:lnTo>
                    <a:lnTo>
                      <a:pt x="70" y="262"/>
                    </a:lnTo>
                    <a:lnTo>
                      <a:pt x="72" y="258"/>
                    </a:lnTo>
                    <a:lnTo>
                      <a:pt x="72" y="232"/>
                    </a:lnTo>
                    <a:lnTo>
                      <a:pt x="178" y="232"/>
                    </a:lnTo>
                    <a:lnTo>
                      <a:pt x="284" y="232"/>
                    </a:lnTo>
                    <a:lnTo>
                      <a:pt x="284" y="258"/>
                    </a:lnTo>
                    <a:lnTo>
                      <a:pt x="284" y="258"/>
                    </a:lnTo>
                    <a:lnTo>
                      <a:pt x="286" y="262"/>
                    </a:lnTo>
                    <a:lnTo>
                      <a:pt x="288" y="266"/>
                    </a:lnTo>
                    <a:lnTo>
                      <a:pt x="292" y="268"/>
                    </a:lnTo>
                    <a:lnTo>
                      <a:pt x="296" y="270"/>
                    </a:lnTo>
                    <a:lnTo>
                      <a:pt x="322" y="270"/>
                    </a:lnTo>
                    <a:lnTo>
                      <a:pt x="322" y="270"/>
                    </a:lnTo>
                    <a:lnTo>
                      <a:pt x="326" y="268"/>
                    </a:lnTo>
                    <a:lnTo>
                      <a:pt x="330" y="266"/>
                    </a:lnTo>
                    <a:lnTo>
                      <a:pt x="332" y="262"/>
                    </a:lnTo>
                    <a:lnTo>
                      <a:pt x="334" y="258"/>
                    </a:lnTo>
                    <a:lnTo>
                      <a:pt x="334" y="232"/>
                    </a:lnTo>
                    <a:lnTo>
                      <a:pt x="340" y="232"/>
                    </a:lnTo>
                    <a:lnTo>
                      <a:pt x="340" y="232"/>
                    </a:lnTo>
                    <a:lnTo>
                      <a:pt x="340" y="232"/>
                    </a:lnTo>
                    <a:lnTo>
                      <a:pt x="340" y="232"/>
                    </a:lnTo>
                    <a:lnTo>
                      <a:pt x="344" y="232"/>
                    </a:lnTo>
                    <a:lnTo>
                      <a:pt x="346" y="230"/>
                    </a:lnTo>
                    <a:lnTo>
                      <a:pt x="350" y="228"/>
                    </a:lnTo>
                    <a:lnTo>
                      <a:pt x="350" y="224"/>
                    </a:lnTo>
                    <a:lnTo>
                      <a:pt x="350" y="224"/>
                    </a:lnTo>
                    <a:lnTo>
                      <a:pt x="354" y="210"/>
                    </a:lnTo>
                    <a:lnTo>
                      <a:pt x="356" y="192"/>
                    </a:lnTo>
                    <a:lnTo>
                      <a:pt x="356" y="168"/>
                    </a:lnTo>
                    <a:lnTo>
                      <a:pt x="356" y="168"/>
                    </a:lnTo>
                    <a:lnTo>
                      <a:pt x="356" y="150"/>
                    </a:lnTo>
                    <a:lnTo>
                      <a:pt x="354" y="134"/>
                    </a:lnTo>
                    <a:lnTo>
                      <a:pt x="352" y="120"/>
                    </a:lnTo>
                    <a:lnTo>
                      <a:pt x="348" y="108"/>
                    </a:lnTo>
                    <a:lnTo>
                      <a:pt x="340" y="88"/>
                    </a:lnTo>
                    <a:lnTo>
                      <a:pt x="330" y="72"/>
                    </a:lnTo>
                    <a:lnTo>
                      <a:pt x="330" y="72"/>
                    </a:lnTo>
                    <a:close/>
                    <a:moveTo>
                      <a:pt x="88" y="26"/>
                    </a:moveTo>
                    <a:lnTo>
                      <a:pt x="88" y="26"/>
                    </a:lnTo>
                    <a:lnTo>
                      <a:pt x="110" y="22"/>
                    </a:lnTo>
                    <a:lnTo>
                      <a:pt x="138" y="20"/>
                    </a:lnTo>
                    <a:lnTo>
                      <a:pt x="178" y="20"/>
                    </a:lnTo>
                    <a:lnTo>
                      <a:pt x="178" y="20"/>
                    </a:lnTo>
                    <a:lnTo>
                      <a:pt x="218" y="20"/>
                    </a:lnTo>
                    <a:lnTo>
                      <a:pt x="246" y="22"/>
                    </a:lnTo>
                    <a:lnTo>
                      <a:pt x="268" y="26"/>
                    </a:lnTo>
                    <a:lnTo>
                      <a:pt x="268" y="26"/>
                    </a:lnTo>
                    <a:lnTo>
                      <a:pt x="286" y="46"/>
                    </a:lnTo>
                    <a:lnTo>
                      <a:pt x="296" y="62"/>
                    </a:lnTo>
                    <a:lnTo>
                      <a:pt x="298" y="70"/>
                    </a:lnTo>
                    <a:lnTo>
                      <a:pt x="300" y="74"/>
                    </a:lnTo>
                    <a:lnTo>
                      <a:pt x="300" y="74"/>
                    </a:lnTo>
                    <a:lnTo>
                      <a:pt x="298" y="76"/>
                    </a:lnTo>
                    <a:lnTo>
                      <a:pt x="296" y="78"/>
                    </a:lnTo>
                    <a:lnTo>
                      <a:pt x="292" y="80"/>
                    </a:lnTo>
                    <a:lnTo>
                      <a:pt x="284" y="80"/>
                    </a:lnTo>
                    <a:lnTo>
                      <a:pt x="284" y="80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72" y="80"/>
                    </a:lnTo>
                    <a:lnTo>
                      <a:pt x="72" y="80"/>
                    </a:lnTo>
                    <a:lnTo>
                      <a:pt x="64" y="80"/>
                    </a:lnTo>
                    <a:lnTo>
                      <a:pt x="60" y="78"/>
                    </a:lnTo>
                    <a:lnTo>
                      <a:pt x="58" y="76"/>
                    </a:lnTo>
                    <a:lnTo>
                      <a:pt x="56" y="74"/>
                    </a:lnTo>
                    <a:lnTo>
                      <a:pt x="56" y="74"/>
                    </a:lnTo>
                    <a:lnTo>
                      <a:pt x="58" y="70"/>
                    </a:lnTo>
                    <a:lnTo>
                      <a:pt x="60" y="62"/>
                    </a:lnTo>
                    <a:lnTo>
                      <a:pt x="70" y="46"/>
                    </a:lnTo>
                    <a:lnTo>
                      <a:pt x="88" y="26"/>
                    </a:lnTo>
                    <a:lnTo>
                      <a:pt x="88" y="26"/>
                    </a:lnTo>
                    <a:close/>
                    <a:moveTo>
                      <a:pt x="262" y="136"/>
                    </a:moveTo>
                    <a:lnTo>
                      <a:pt x="262" y="136"/>
                    </a:lnTo>
                    <a:lnTo>
                      <a:pt x="260" y="144"/>
                    </a:lnTo>
                    <a:lnTo>
                      <a:pt x="256" y="148"/>
                    </a:lnTo>
                    <a:lnTo>
                      <a:pt x="252" y="152"/>
                    </a:lnTo>
                    <a:lnTo>
                      <a:pt x="244" y="154"/>
                    </a:lnTo>
                    <a:lnTo>
                      <a:pt x="112" y="154"/>
                    </a:lnTo>
                    <a:lnTo>
                      <a:pt x="112" y="154"/>
                    </a:lnTo>
                    <a:lnTo>
                      <a:pt x="104" y="152"/>
                    </a:lnTo>
                    <a:lnTo>
                      <a:pt x="100" y="148"/>
                    </a:lnTo>
                    <a:lnTo>
                      <a:pt x="96" y="144"/>
                    </a:lnTo>
                    <a:lnTo>
                      <a:pt x="94" y="136"/>
                    </a:lnTo>
                    <a:lnTo>
                      <a:pt x="262" y="136"/>
                    </a:lnTo>
                    <a:close/>
                    <a:moveTo>
                      <a:pt x="46" y="152"/>
                    </a:moveTo>
                    <a:lnTo>
                      <a:pt x="46" y="152"/>
                    </a:lnTo>
                    <a:lnTo>
                      <a:pt x="36" y="150"/>
                    </a:lnTo>
                    <a:lnTo>
                      <a:pt x="28" y="144"/>
                    </a:lnTo>
                    <a:lnTo>
                      <a:pt x="22" y="136"/>
                    </a:lnTo>
                    <a:lnTo>
                      <a:pt x="20" y="126"/>
                    </a:lnTo>
                    <a:lnTo>
                      <a:pt x="20" y="126"/>
                    </a:lnTo>
                    <a:lnTo>
                      <a:pt x="22" y="116"/>
                    </a:lnTo>
                    <a:lnTo>
                      <a:pt x="28" y="106"/>
                    </a:lnTo>
                    <a:lnTo>
                      <a:pt x="36" y="102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56" y="102"/>
                    </a:lnTo>
                    <a:lnTo>
                      <a:pt x="64" y="106"/>
                    </a:lnTo>
                    <a:lnTo>
                      <a:pt x="70" y="116"/>
                    </a:lnTo>
                    <a:lnTo>
                      <a:pt x="72" y="126"/>
                    </a:lnTo>
                    <a:lnTo>
                      <a:pt x="72" y="126"/>
                    </a:lnTo>
                    <a:lnTo>
                      <a:pt x="70" y="136"/>
                    </a:lnTo>
                    <a:lnTo>
                      <a:pt x="64" y="144"/>
                    </a:lnTo>
                    <a:lnTo>
                      <a:pt x="56" y="150"/>
                    </a:lnTo>
                    <a:lnTo>
                      <a:pt x="46" y="152"/>
                    </a:lnTo>
                    <a:lnTo>
                      <a:pt x="46" y="152"/>
                    </a:lnTo>
                    <a:close/>
                    <a:moveTo>
                      <a:pt x="288" y="212"/>
                    </a:moveTo>
                    <a:lnTo>
                      <a:pt x="204" y="212"/>
                    </a:lnTo>
                    <a:lnTo>
                      <a:pt x="156" y="212"/>
                    </a:lnTo>
                    <a:lnTo>
                      <a:pt x="68" y="212"/>
                    </a:lnTo>
                    <a:lnTo>
                      <a:pt x="68" y="206"/>
                    </a:lnTo>
                    <a:lnTo>
                      <a:pt x="68" y="206"/>
                    </a:lnTo>
                    <a:lnTo>
                      <a:pt x="70" y="198"/>
                    </a:lnTo>
                    <a:lnTo>
                      <a:pt x="76" y="190"/>
                    </a:lnTo>
                    <a:lnTo>
                      <a:pt x="82" y="186"/>
                    </a:lnTo>
                    <a:lnTo>
                      <a:pt x="90" y="184"/>
                    </a:lnTo>
                    <a:lnTo>
                      <a:pt x="152" y="184"/>
                    </a:lnTo>
                    <a:lnTo>
                      <a:pt x="208" y="184"/>
                    </a:lnTo>
                    <a:lnTo>
                      <a:pt x="266" y="184"/>
                    </a:lnTo>
                    <a:lnTo>
                      <a:pt x="266" y="184"/>
                    </a:lnTo>
                    <a:lnTo>
                      <a:pt x="274" y="186"/>
                    </a:lnTo>
                    <a:lnTo>
                      <a:pt x="280" y="190"/>
                    </a:lnTo>
                    <a:lnTo>
                      <a:pt x="286" y="198"/>
                    </a:lnTo>
                    <a:lnTo>
                      <a:pt x="288" y="206"/>
                    </a:lnTo>
                    <a:lnTo>
                      <a:pt x="288" y="212"/>
                    </a:lnTo>
                    <a:close/>
                    <a:moveTo>
                      <a:pt x="310" y="152"/>
                    </a:moveTo>
                    <a:lnTo>
                      <a:pt x="310" y="152"/>
                    </a:lnTo>
                    <a:lnTo>
                      <a:pt x="300" y="150"/>
                    </a:lnTo>
                    <a:lnTo>
                      <a:pt x="292" y="144"/>
                    </a:lnTo>
                    <a:lnTo>
                      <a:pt x="286" y="136"/>
                    </a:lnTo>
                    <a:lnTo>
                      <a:pt x="284" y="126"/>
                    </a:lnTo>
                    <a:lnTo>
                      <a:pt x="284" y="126"/>
                    </a:lnTo>
                    <a:lnTo>
                      <a:pt x="286" y="116"/>
                    </a:lnTo>
                    <a:lnTo>
                      <a:pt x="292" y="106"/>
                    </a:lnTo>
                    <a:lnTo>
                      <a:pt x="300" y="102"/>
                    </a:lnTo>
                    <a:lnTo>
                      <a:pt x="310" y="100"/>
                    </a:lnTo>
                    <a:lnTo>
                      <a:pt x="310" y="100"/>
                    </a:lnTo>
                    <a:lnTo>
                      <a:pt x="320" y="102"/>
                    </a:lnTo>
                    <a:lnTo>
                      <a:pt x="328" y="106"/>
                    </a:lnTo>
                    <a:lnTo>
                      <a:pt x="334" y="116"/>
                    </a:lnTo>
                    <a:lnTo>
                      <a:pt x="336" y="126"/>
                    </a:lnTo>
                    <a:lnTo>
                      <a:pt x="336" y="126"/>
                    </a:lnTo>
                    <a:lnTo>
                      <a:pt x="334" y="136"/>
                    </a:lnTo>
                    <a:lnTo>
                      <a:pt x="328" y="144"/>
                    </a:lnTo>
                    <a:lnTo>
                      <a:pt x="320" y="150"/>
                    </a:lnTo>
                    <a:lnTo>
                      <a:pt x="310" y="152"/>
                    </a:lnTo>
                    <a:lnTo>
                      <a:pt x="310" y="15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11560" y="1844824"/>
              <a:ext cx="612000" cy="612000"/>
              <a:chOff x="2342233" y="3474401"/>
              <a:chExt cx="612000" cy="612000"/>
            </a:xfrm>
          </p:grpSpPr>
          <p:sp>
            <p:nvSpPr>
              <p:cNvPr id="62" name="Oval 61"/>
              <p:cNvSpPr/>
              <p:nvPr/>
            </p:nvSpPr>
            <p:spPr bwMode="ltGray">
              <a:xfrm>
                <a:off x="2342233" y="3474401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63" name="Freeform 4811"/>
              <p:cNvSpPr>
                <a:spLocks noEditPoints="1"/>
              </p:cNvSpPr>
              <p:nvPr/>
            </p:nvSpPr>
            <p:spPr bwMode="auto">
              <a:xfrm>
                <a:off x="2455792" y="3538350"/>
                <a:ext cx="384882" cy="492747"/>
              </a:xfrm>
              <a:custGeom>
                <a:avLst/>
                <a:gdLst>
                  <a:gd name="T0" fmla="*/ 108 w 314"/>
                  <a:gd name="T1" fmla="*/ 262 h 402"/>
                  <a:gd name="T2" fmla="*/ 96 w 314"/>
                  <a:gd name="T3" fmla="*/ 242 h 402"/>
                  <a:gd name="T4" fmla="*/ 102 w 314"/>
                  <a:gd name="T5" fmla="*/ 228 h 402"/>
                  <a:gd name="T6" fmla="*/ 160 w 314"/>
                  <a:gd name="T7" fmla="*/ 222 h 402"/>
                  <a:gd name="T8" fmla="*/ 130 w 314"/>
                  <a:gd name="T9" fmla="*/ 276 h 402"/>
                  <a:gd name="T10" fmla="*/ 116 w 314"/>
                  <a:gd name="T11" fmla="*/ 282 h 402"/>
                  <a:gd name="T12" fmla="*/ 110 w 314"/>
                  <a:gd name="T13" fmla="*/ 298 h 402"/>
                  <a:gd name="T14" fmla="*/ 122 w 314"/>
                  <a:gd name="T15" fmla="*/ 316 h 402"/>
                  <a:gd name="T16" fmla="*/ 146 w 314"/>
                  <a:gd name="T17" fmla="*/ 318 h 402"/>
                  <a:gd name="T18" fmla="*/ 160 w 314"/>
                  <a:gd name="T19" fmla="*/ 286 h 402"/>
                  <a:gd name="T20" fmla="*/ 300 w 314"/>
                  <a:gd name="T21" fmla="*/ 134 h 402"/>
                  <a:gd name="T22" fmla="*/ 296 w 314"/>
                  <a:gd name="T23" fmla="*/ 162 h 402"/>
                  <a:gd name="T24" fmla="*/ 302 w 314"/>
                  <a:gd name="T25" fmla="*/ 180 h 402"/>
                  <a:gd name="T26" fmla="*/ 246 w 314"/>
                  <a:gd name="T27" fmla="*/ 402 h 402"/>
                  <a:gd name="T28" fmla="*/ 218 w 314"/>
                  <a:gd name="T29" fmla="*/ 400 h 402"/>
                  <a:gd name="T30" fmla="*/ 184 w 314"/>
                  <a:gd name="T31" fmla="*/ 382 h 402"/>
                  <a:gd name="T32" fmla="*/ 164 w 314"/>
                  <a:gd name="T33" fmla="*/ 346 h 402"/>
                  <a:gd name="T34" fmla="*/ 164 w 314"/>
                  <a:gd name="T35" fmla="*/ 320 h 402"/>
                  <a:gd name="T36" fmla="*/ 178 w 314"/>
                  <a:gd name="T37" fmla="*/ 290 h 402"/>
                  <a:gd name="T38" fmla="*/ 6 w 314"/>
                  <a:gd name="T39" fmla="*/ 154 h 402"/>
                  <a:gd name="T40" fmla="*/ 2 w 314"/>
                  <a:gd name="T41" fmla="*/ 150 h 402"/>
                  <a:gd name="T42" fmla="*/ 0 w 314"/>
                  <a:gd name="T43" fmla="*/ 142 h 402"/>
                  <a:gd name="T44" fmla="*/ 38 w 314"/>
                  <a:gd name="T45" fmla="*/ 38 h 402"/>
                  <a:gd name="T46" fmla="*/ 50 w 314"/>
                  <a:gd name="T47" fmla="*/ 6 h 402"/>
                  <a:gd name="T48" fmla="*/ 56 w 314"/>
                  <a:gd name="T49" fmla="*/ 0 h 402"/>
                  <a:gd name="T50" fmla="*/ 306 w 314"/>
                  <a:gd name="T51" fmla="*/ 88 h 402"/>
                  <a:gd name="T52" fmla="*/ 312 w 314"/>
                  <a:gd name="T53" fmla="*/ 94 h 402"/>
                  <a:gd name="T54" fmla="*/ 312 w 314"/>
                  <a:gd name="T55" fmla="*/ 102 h 402"/>
                  <a:gd name="T56" fmla="*/ 300 w 314"/>
                  <a:gd name="T57" fmla="*/ 134 h 402"/>
                  <a:gd name="T58" fmla="*/ 300 w 314"/>
                  <a:gd name="T59" fmla="*/ 134 h 402"/>
                  <a:gd name="T60" fmla="*/ 290 w 314"/>
                  <a:gd name="T61" fmla="*/ 104 h 402"/>
                  <a:gd name="T62" fmla="*/ 232 w 314"/>
                  <a:gd name="T63" fmla="*/ 208 h 402"/>
                  <a:gd name="T64" fmla="*/ 246 w 314"/>
                  <a:gd name="T65" fmla="*/ 220 h 402"/>
                  <a:gd name="T66" fmla="*/ 54 w 314"/>
                  <a:gd name="T67" fmla="*/ 54 h 402"/>
                  <a:gd name="T68" fmla="*/ 180 w 314"/>
                  <a:gd name="T69" fmla="*/ 196 h 402"/>
                  <a:gd name="T70" fmla="*/ 196 w 314"/>
                  <a:gd name="T71" fmla="*/ 180 h 402"/>
                  <a:gd name="T72" fmla="*/ 216 w 314"/>
                  <a:gd name="T73" fmla="*/ 182 h 402"/>
                  <a:gd name="T74" fmla="*/ 232 w 314"/>
                  <a:gd name="T75" fmla="*/ 208 h 402"/>
                  <a:gd name="T76" fmla="*/ 246 w 314"/>
                  <a:gd name="T77" fmla="*/ 242 h 402"/>
                  <a:gd name="T78" fmla="*/ 232 w 314"/>
                  <a:gd name="T79" fmla="*/ 262 h 402"/>
                  <a:gd name="T80" fmla="*/ 254 w 314"/>
                  <a:gd name="T81" fmla="*/ 164 h 402"/>
                  <a:gd name="T82" fmla="*/ 260 w 314"/>
                  <a:gd name="T83" fmla="*/ 152 h 402"/>
                  <a:gd name="T84" fmla="*/ 254 w 314"/>
                  <a:gd name="T85" fmla="*/ 140 h 402"/>
                  <a:gd name="T86" fmla="*/ 244 w 314"/>
                  <a:gd name="T87" fmla="*/ 136 h 402"/>
                  <a:gd name="T88" fmla="*/ 232 w 314"/>
                  <a:gd name="T89" fmla="*/ 140 h 402"/>
                  <a:gd name="T90" fmla="*/ 228 w 314"/>
                  <a:gd name="T91" fmla="*/ 152 h 402"/>
                  <a:gd name="T92" fmla="*/ 232 w 314"/>
                  <a:gd name="T93" fmla="*/ 164 h 402"/>
                  <a:gd name="T94" fmla="*/ 244 w 314"/>
                  <a:gd name="T95" fmla="*/ 168 h 402"/>
                  <a:gd name="T96" fmla="*/ 254 w 314"/>
                  <a:gd name="T97" fmla="*/ 164 h 402"/>
                  <a:gd name="T98" fmla="*/ 98 w 314"/>
                  <a:gd name="T99" fmla="*/ 84 h 402"/>
                  <a:gd name="T100" fmla="*/ 108 w 314"/>
                  <a:gd name="T101" fmla="*/ 102 h 402"/>
                  <a:gd name="T102" fmla="*/ 112 w 314"/>
                  <a:gd name="T103" fmla="*/ 90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14" h="402">
                    <a:moveTo>
                      <a:pt x="116" y="262"/>
                    </a:moveTo>
                    <a:lnTo>
                      <a:pt x="116" y="262"/>
                    </a:lnTo>
                    <a:lnTo>
                      <a:pt x="108" y="262"/>
                    </a:lnTo>
                    <a:lnTo>
                      <a:pt x="102" y="256"/>
                    </a:lnTo>
                    <a:lnTo>
                      <a:pt x="98" y="250"/>
                    </a:lnTo>
                    <a:lnTo>
                      <a:pt x="96" y="242"/>
                    </a:lnTo>
                    <a:lnTo>
                      <a:pt x="96" y="242"/>
                    </a:lnTo>
                    <a:lnTo>
                      <a:pt x="98" y="234"/>
                    </a:lnTo>
                    <a:lnTo>
                      <a:pt x="102" y="228"/>
                    </a:lnTo>
                    <a:lnTo>
                      <a:pt x="108" y="222"/>
                    </a:lnTo>
                    <a:lnTo>
                      <a:pt x="116" y="222"/>
                    </a:lnTo>
                    <a:lnTo>
                      <a:pt x="160" y="222"/>
                    </a:lnTo>
                    <a:lnTo>
                      <a:pt x="160" y="262"/>
                    </a:lnTo>
                    <a:lnTo>
                      <a:pt x="116" y="262"/>
                    </a:lnTo>
                    <a:close/>
                    <a:moveTo>
                      <a:pt x="130" y="276"/>
                    </a:moveTo>
                    <a:lnTo>
                      <a:pt x="130" y="276"/>
                    </a:lnTo>
                    <a:lnTo>
                      <a:pt x="122" y="278"/>
                    </a:lnTo>
                    <a:lnTo>
                      <a:pt x="116" y="282"/>
                    </a:lnTo>
                    <a:lnTo>
                      <a:pt x="112" y="290"/>
                    </a:lnTo>
                    <a:lnTo>
                      <a:pt x="110" y="298"/>
                    </a:lnTo>
                    <a:lnTo>
                      <a:pt x="110" y="298"/>
                    </a:lnTo>
                    <a:lnTo>
                      <a:pt x="112" y="306"/>
                    </a:lnTo>
                    <a:lnTo>
                      <a:pt x="116" y="312"/>
                    </a:lnTo>
                    <a:lnTo>
                      <a:pt x="122" y="316"/>
                    </a:lnTo>
                    <a:lnTo>
                      <a:pt x="130" y="318"/>
                    </a:lnTo>
                    <a:lnTo>
                      <a:pt x="146" y="318"/>
                    </a:lnTo>
                    <a:lnTo>
                      <a:pt x="146" y="318"/>
                    </a:lnTo>
                    <a:lnTo>
                      <a:pt x="150" y="308"/>
                    </a:lnTo>
                    <a:lnTo>
                      <a:pt x="154" y="296"/>
                    </a:lnTo>
                    <a:lnTo>
                      <a:pt x="160" y="286"/>
                    </a:lnTo>
                    <a:lnTo>
                      <a:pt x="166" y="276"/>
                    </a:lnTo>
                    <a:lnTo>
                      <a:pt x="130" y="276"/>
                    </a:lnTo>
                    <a:close/>
                    <a:moveTo>
                      <a:pt x="300" y="134"/>
                    </a:moveTo>
                    <a:lnTo>
                      <a:pt x="292" y="158"/>
                    </a:lnTo>
                    <a:lnTo>
                      <a:pt x="292" y="158"/>
                    </a:lnTo>
                    <a:lnTo>
                      <a:pt x="296" y="162"/>
                    </a:lnTo>
                    <a:lnTo>
                      <a:pt x="300" y="168"/>
                    </a:lnTo>
                    <a:lnTo>
                      <a:pt x="302" y="174"/>
                    </a:lnTo>
                    <a:lnTo>
                      <a:pt x="302" y="180"/>
                    </a:lnTo>
                    <a:lnTo>
                      <a:pt x="302" y="382"/>
                    </a:lnTo>
                    <a:lnTo>
                      <a:pt x="302" y="402"/>
                    </a:lnTo>
                    <a:lnTo>
                      <a:pt x="246" y="402"/>
                    </a:lnTo>
                    <a:lnTo>
                      <a:pt x="232" y="402"/>
                    </a:lnTo>
                    <a:lnTo>
                      <a:pt x="232" y="402"/>
                    </a:lnTo>
                    <a:lnTo>
                      <a:pt x="218" y="400"/>
                    </a:lnTo>
                    <a:lnTo>
                      <a:pt x="206" y="396"/>
                    </a:lnTo>
                    <a:lnTo>
                      <a:pt x="194" y="390"/>
                    </a:lnTo>
                    <a:lnTo>
                      <a:pt x="184" y="382"/>
                    </a:lnTo>
                    <a:lnTo>
                      <a:pt x="174" y="372"/>
                    </a:lnTo>
                    <a:lnTo>
                      <a:pt x="168" y="360"/>
                    </a:lnTo>
                    <a:lnTo>
                      <a:pt x="164" y="346"/>
                    </a:lnTo>
                    <a:lnTo>
                      <a:pt x="164" y="332"/>
                    </a:lnTo>
                    <a:lnTo>
                      <a:pt x="164" y="332"/>
                    </a:lnTo>
                    <a:lnTo>
                      <a:pt x="164" y="320"/>
                    </a:lnTo>
                    <a:lnTo>
                      <a:pt x="166" y="310"/>
                    </a:lnTo>
                    <a:lnTo>
                      <a:pt x="172" y="300"/>
                    </a:lnTo>
                    <a:lnTo>
                      <a:pt x="178" y="290"/>
                    </a:lnTo>
                    <a:lnTo>
                      <a:pt x="176" y="290"/>
                    </a:lnTo>
                    <a:lnTo>
                      <a:pt x="176" y="216"/>
                    </a:lnTo>
                    <a:lnTo>
                      <a:pt x="6" y="154"/>
                    </a:lnTo>
                    <a:lnTo>
                      <a:pt x="6" y="154"/>
                    </a:lnTo>
                    <a:lnTo>
                      <a:pt x="4" y="152"/>
                    </a:lnTo>
                    <a:lnTo>
                      <a:pt x="2" y="150"/>
                    </a:lnTo>
                    <a:lnTo>
                      <a:pt x="2" y="150"/>
                    </a:lnTo>
                    <a:lnTo>
                      <a:pt x="0" y="146"/>
                    </a:lnTo>
                    <a:lnTo>
                      <a:pt x="0" y="142"/>
                    </a:lnTo>
                    <a:lnTo>
                      <a:pt x="38" y="38"/>
                    </a:lnTo>
                    <a:lnTo>
                      <a:pt x="38" y="38"/>
                    </a:lnTo>
                    <a:lnTo>
                      <a:pt x="38" y="38"/>
                    </a:lnTo>
                    <a:lnTo>
                      <a:pt x="38" y="38"/>
                    </a:lnTo>
                    <a:lnTo>
                      <a:pt x="38" y="38"/>
                    </a:lnTo>
                    <a:lnTo>
                      <a:pt x="50" y="6"/>
                    </a:lnTo>
                    <a:lnTo>
                      <a:pt x="50" y="6"/>
                    </a:lnTo>
                    <a:lnTo>
                      <a:pt x="52" y="2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62" y="0"/>
                    </a:lnTo>
                    <a:lnTo>
                      <a:pt x="306" y="88"/>
                    </a:lnTo>
                    <a:lnTo>
                      <a:pt x="306" y="88"/>
                    </a:lnTo>
                    <a:lnTo>
                      <a:pt x="310" y="90"/>
                    </a:lnTo>
                    <a:lnTo>
                      <a:pt x="312" y="94"/>
                    </a:lnTo>
                    <a:lnTo>
                      <a:pt x="312" y="94"/>
                    </a:lnTo>
                    <a:lnTo>
                      <a:pt x="314" y="98"/>
                    </a:lnTo>
                    <a:lnTo>
                      <a:pt x="312" y="102"/>
                    </a:lnTo>
                    <a:lnTo>
                      <a:pt x="300" y="134"/>
                    </a:lnTo>
                    <a:lnTo>
                      <a:pt x="300" y="134"/>
                    </a:lnTo>
                    <a:lnTo>
                      <a:pt x="300" y="134"/>
                    </a:lnTo>
                    <a:lnTo>
                      <a:pt x="300" y="134"/>
                    </a:lnTo>
                    <a:lnTo>
                      <a:pt x="300" y="134"/>
                    </a:lnTo>
                    <a:lnTo>
                      <a:pt x="300" y="134"/>
                    </a:lnTo>
                    <a:close/>
                    <a:moveTo>
                      <a:pt x="60" y="36"/>
                    </a:moveTo>
                    <a:lnTo>
                      <a:pt x="286" y="118"/>
                    </a:lnTo>
                    <a:lnTo>
                      <a:pt x="290" y="104"/>
                    </a:lnTo>
                    <a:lnTo>
                      <a:pt x="66" y="22"/>
                    </a:lnTo>
                    <a:lnTo>
                      <a:pt x="60" y="36"/>
                    </a:lnTo>
                    <a:close/>
                    <a:moveTo>
                      <a:pt x="232" y="208"/>
                    </a:moveTo>
                    <a:lnTo>
                      <a:pt x="232" y="216"/>
                    </a:lnTo>
                    <a:lnTo>
                      <a:pt x="246" y="220"/>
                    </a:lnTo>
                    <a:lnTo>
                      <a:pt x="246" y="220"/>
                    </a:lnTo>
                    <a:lnTo>
                      <a:pt x="248" y="220"/>
                    </a:lnTo>
                    <a:lnTo>
                      <a:pt x="278" y="136"/>
                    </a:lnTo>
                    <a:lnTo>
                      <a:pt x="54" y="54"/>
                    </a:lnTo>
                    <a:lnTo>
                      <a:pt x="24" y="138"/>
                    </a:lnTo>
                    <a:lnTo>
                      <a:pt x="180" y="196"/>
                    </a:lnTo>
                    <a:lnTo>
                      <a:pt x="180" y="196"/>
                    </a:lnTo>
                    <a:lnTo>
                      <a:pt x="184" y="190"/>
                    </a:lnTo>
                    <a:lnTo>
                      <a:pt x="190" y="184"/>
                    </a:lnTo>
                    <a:lnTo>
                      <a:pt x="196" y="180"/>
                    </a:lnTo>
                    <a:lnTo>
                      <a:pt x="204" y="180"/>
                    </a:lnTo>
                    <a:lnTo>
                      <a:pt x="204" y="180"/>
                    </a:lnTo>
                    <a:lnTo>
                      <a:pt x="216" y="182"/>
                    </a:lnTo>
                    <a:lnTo>
                      <a:pt x="224" y="188"/>
                    </a:lnTo>
                    <a:lnTo>
                      <a:pt x="230" y="196"/>
                    </a:lnTo>
                    <a:lnTo>
                      <a:pt x="232" y="208"/>
                    </a:lnTo>
                    <a:lnTo>
                      <a:pt x="232" y="208"/>
                    </a:lnTo>
                    <a:close/>
                    <a:moveTo>
                      <a:pt x="246" y="264"/>
                    </a:moveTo>
                    <a:lnTo>
                      <a:pt x="246" y="242"/>
                    </a:lnTo>
                    <a:lnTo>
                      <a:pt x="232" y="236"/>
                    </a:lnTo>
                    <a:lnTo>
                      <a:pt x="232" y="262"/>
                    </a:lnTo>
                    <a:lnTo>
                      <a:pt x="232" y="262"/>
                    </a:lnTo>
                    <a:lnTo>
                      <a:pt x="246" y="264"/>
                    </a:lnTo>
                    <a:lnTo>
                      <a:pt x="246" y="264"/>
                    </a:lnTo>
                    <a:close/>
                    <a:moveTo>
                      <a:pt x="254" y="164"/>
                    </a:moveTo>
                    <a:lnTo>
                      <a:pt x="254" y="164"/>
                    </a:lnTo>
                    <a:lnTo>
                      <a:pt x="258" y="158"/>
                    </a:lnTo>
                    <a:lnTo>
                      <a:pt x="260" y="152"/>
                    </a:lnTo>
                    <a:lnTo>
                      <a:pt x="260" y="152"/>
                    </a:lnTo>
                    <a:lnTo>
                      <a:pt x="258" y="146"/>
                    </a:lnTo>
                    <a:lnTo>
                      <a:pt x="254" y="140"/>
                    </a:lnTo>
                    <a:lnTo>
                      <a:pt x="254" y="140"/>
                    </a:lnTo>
                    <a:lnTo>
                      <a:pt x="250" y="138"/>
                    </a:lnTo>
                    <a:lnTo>
                      <a:pt x="244" y="136"/>
                    </a:lnTo>
                    <a:lnTo>
                      <a:pt x="238" y="138"/>
                    </a:lnTo>
                    <a:lnTo>
                      <a:pt x="232" y="140"/>
                    </a:lnTo>
                    <a:lnTo>
                      <a:pt x="232" y="140"/>
                    </a:lnTo>
                    <a:lnTo>
                      <a:pt x="228" y="146"/>
                    </a:lnTo>
                    <a:lnTo>
                      <a:pt x="228" y="152"/>
                    </a:lnTo>
                    <a:lnTo>
                      <a:pt x="228" y="152"/>
                    </a:lnTo>
                    <a:lnTo>
                      <a:pt x="228" y="158"/>
                    </a:lnTo>
                    <a:lnTo>
                      <a:pt x="232" y="164"/>
                    </a:lnTo>
                    <a:lnTo>
                      <a:pt x="232" y="164"/>
                    </a:lnTo>
                    <a:lnTo>
                      <a:pt x="238" y="166"/>
                    </a:lnTo>
                    <a:lnTo>
                      <a:pt x="244" y="168"/>
                    </a:lnTo>
                    <a:lnTo>
                      <a:pt x="244" y="168"/>
                    </a:lnTo>
                    <a:lnTo>
                      <a:pt x="250" y="166"/>
                    </a:lnTo>
                    <a:lnTo>
                      <a:pt x="254" y="164"/>
                    </a:lnTo>
                    <a:lnTo>
                      <a:pt x="254" y="164"/>
                    </a:lnTo>
                    <a:close/>
                    <a:moveTo>
                      <a:pt x="58" y="84"/>
                    </a:moveTo>
                    <a:lnTo>
                      <a:pt x="94" y="98"/>
                    </a:lnTo>
                    <a:lnTo>
                      <a:pt x="98" y="84"/>
                    </a:lnTo>
                    <a:lnTo>
                      <a:pt x="62" y="72"/>
                    </a:lnTo>
                    <a:lnTo>
                      <a:pt x="58" y="84"/>
                    </a:lnTo>
                    <a:close/>
                    <a:moveTo>
                      <a:pt x="108" y="102"/>
                    </a:moveTo>
                    <a:lnTo>
                      <a:pt x="158" y="120"/>
                    </a:lnTo>
                    <a:lnTo>
                      <a:pt x="162" y="108"/>
                    </a:lnTo>
                    <a:lnTo>
                      <a:pt x="112" y="90"/>
                    </a:lnTo>
                    <a:lnTo>
                      <a:pt x="108" y="10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1377017" y="2613322"/>
              <a:ext cx="612000" cy="612000"/>
              <a:chOff x="2342233" y="4690710"/>
              <a:chExt cx="612000" cy="612000"/>
            </a:xfrm>
          </p:grpSpPr>
          <p:sp>
            <p:nvSpPr>
              <p:cNvPr id="65" name="Oval 64"/>
              <p:cNvSpPr/>
              <p:nvPr/>
            </p:nvSpPr>
            <p:spPr bwMode="ltGray">
              <a:xfrm>
                <a:off x="2342233" y="4690710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66" name="Freeform 4825"/>
              <p:cNvSpPr>
                <a:spLocks noEditPoints="1"/>
              </p:cNvSpPr>
              <p:nvPr/>
            </p:nvSpPr>
            <p:spPr bwMode="auto">
              <a:xfrm>
                <a:off x="2498693" y="4810000"/>
                <a:ext cx="299080" cy="409397"/>
              </a:xfrm>
              <a:custGeom>
                <a:avLst/>
                <a:gdLst>
                  <a:gd name="T0" fmla="*/ 244 w 244"/>
                  <a:gd name="T1" fmla="*/ 162 h 334"/>
                  <a:gd name="T2" fmla="*/ 242 w 244"/>
                  <a:gd name="T3" fmla="*/ 166 h 334"/>
                  <a:gd name="T4" fmla="*/ 238 w 244"/>
                  <a:gd name="T5" fmla="*/ 172 h 334"/>
                  <a:gd name="T6" fmla="*/ 188 w 244"/>
                  <a:gd name="T7" fmla="*/ 172 h 334"/>
                  <a:gd name="T8" fmla="*/ 188 w 244"/>
                  <a:gd name="T9" fmla="*/ 114 h 334"/>
                  <a:gd name="T10" fmla="*/ 184 w 244"/>
                  <a:gd name="T11" fmla="*/ 88 h 334"/>
                  <a:gd name="T12" fmla="*/ 168 w 244"/>
                  <a:gd name="T13" fmla="*/ 68 h 334"/>
                  <a:gd name="T14" fmla="*/ 148 w 244"/>
                  <a:gd name="T15" fmla="*/ 54 h 334"/>
                  <a:gd name="T16" fmla="*/ 122 w 244"/>
                  <a:gd name="T17" fmla="*/ 48 h 334"/>
                  <a:gd name="T18" fmla="*/ 108 w 244"/>
                  <a:gd name="T19" fmla="*/ 50 h 334"/>
                  <a:gd name="T20" fmla="*/ 84 w 244"/>
                  <a:gd name="T21" fmla="*/ 60 h 334"/>
                  <a:gd name="T22" fmla="*/ 66 w 244"/>
                  <a:gd name="T23" fmla="*/ 78 h 334"/>
                  <a:gd name="T24" fmla="*/ 58 w 244"/>
                  <a:gd name="T25" fmla="*/ 100 h 334"/>
                  <a:gd name="T26" fmla="*/ 56 w 244"/>
                  <a:gd name="T27" fmla="*/ 172 h 334"/>
                  <a:gd name="T28" fmla="*/ 10 w 244"/>
                  <a:gd name="T29" fmla="*/ 172 h 334"/>
                  <a:gd name="T30" fmla="*/ 4 w 244"/>
                  <a:gd name="T31" fmla="*/ 170 h 334"/>
                  <a:gd name="T32" fmla="*/ 0 w 244"/>
                  <a:gd name="T33" fmla="*/ 162 h 334"/>
                  <a:gd name="T34" fmla="*/ 0 w 244"/>
                  <a:gd name="T35" fmla="*/ 10 h 334"/>
                  <a:gd name="T36" fmla="*/ 4 w 244"/>
                  <a:gd name="T37" fmla="*/ 2 h 334"/>
                  <a:gd name="T38" fmla="*/ 10 w 244"/>
                  <a:gd name="T39" fmla="*/ 0 h 334"/>
                  <a:gd name="T40" fmla="*/ 234 w 244"/>
                  <a:gd name="T41" fmla="*/ 0 h 334"/>
                  <a:gd name="T42" fmla="*/ 240 w 244"/>
                  <a:gd name="T43" fmla="*/ 2 h 334"/>
                  <a:gd name="T44" fmla="*/ 244 w 244"/>
                  <a:gd name="T45" fmla="*/ 10 h 334"/>
                  <a:gd name="T46" fmla="*/ 222 w 244"/>
                  <a:gd name="T47" fmla="*/ 334 h 334"/>
                  <a:gd name="T48" fmla="*/ 102 w 244"/>
                  <a:gd name="T49" fmla="*/ 122 h 334"/>
                  <a:gd name="T50" fmla="*/ 222 w 244"/>
                  <a:gd name="T51" fmla="*/ 334 h 334"/>
                  <a:gd name="T52" fmla="*/ 114 w 244"/>
                  <a:gd name="T53" fmla="*/ 156 h 334"/>
                  <a:gd name="T54" fmla="*/ 128 w 244"/>
                  <a:gd name="T55" fmla="*/ 138 h 334"/>
                  <a:gd name="T56" fmla="*/ 114 w 244"/>
                  <a:gd name="T57" fmla="*/ 172 h 334"/>
                  <a:gd name="T58" fmla="*/ 134 w 244"/>
                  <a:gd name="T59" fmla="*/ 206 h 334"/>
                  <a:gd name="T60" fmla="*/ 114 w 244"/>
                  <a:gd name="T61" fmla="*/ 172 h 334"/>
                  <a:gd name="T62" fmla="*/ 134 w 244"/>
                  <a:gd name="T63" fmla="*/ 226 h 334"/>
                  <a:gd name="T64" fmla="*/ 104 w 244"/>
                  <a:gd name="T65" fmla="*/ 300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334">
                    <a:moveTo>
                      <a:pt x="244" y="10"/>
                    </a:moveTo>
                    <a:lnTo>
                      <a:pt x="244" y="162"/>
                    </a:lnTo>
                    <a:lnTo>
                      <a:pt x="244" y="162"/>
                    </a:lnTo>
                    <a:lnTo>
                      <a:pt x="242" y="166"/>
                    </a:lnTo>
                    <a:lnTo>
                      <a:pt x="240" y="170"/>
                    </a:lnTo>
                    <a:lnTo>
                      <a:pt x="238" y="172"/>
                    </a:lnTo>
                    <a:lnTo>
                      <a:pt x="234" y="172"/>
                    </a:lnTo>
                    <a:lnTo>
                      <a:pt x="188" y="172"/>
                    </a:lnTo>
                    <a:lnTo>
                      <a:pt x="188" y="114"/>
                    </a:lnTo>
                    <a:lnTo>
                      <a:pt x="188" y="114"/>
                    </a:lnTo>
                    <a:lnTo>
                      <a:pt x="186" y="100"/>
                    </a:lnTo>
                    <a:lnTo>
                      <a:pt x="184" y="88"/>
                    </a:lnTo>
                    <a:lnTo>
                      <a:pt x="176" y="78"/>
                    </a:lnTo>
                    <a:lnTo>
                      <a:pt x="168" y="68"/>
                    </a:lnTo>
                    <a:lnTo>
                      <a:pt x="160" y="60"/>
                    </a:lnTo>
                    <a:lnTo>
                      <a:pt x="148" y="54"/>
                    </a:lnTo>
                    <a:lnTo>
                      <a:pt x="136" y="50"/>
                    </a:lnTo>
                    <a:lnTo>
                      <a:pt x="122" y="48"/>
                    </a:lnTo>
                    <a:lnTo>
                      <a:pt x="122" y="48"/>
                    </a:lnTo>
                    <a:lnTo>
                      <a:pt x="108" y="50"/>
                    </a:lnTo>
                    <a:lnTo>
                      <a:pt x="96" y="54"/>
                    </a:lnTo>
                    <a:lnTo>
                      <a:pt x="84" y="60"/>
                    </a:lnTo>
                    <a:lnTo>
                      <a:pt x="76" y="68"/>
                    </a:lnTo>
                    <a:lnTo>
                      <a:pt x="66" y="78"/>
                    </a:lnTo>
                    <a:lnTo>
                      <a:pt x="60" y="88"/>
                    </a:lnTo>
                    <a:lnTo>
                      <a:pt x="58" y="100"/>
                    </a:lnTo>
                    <a:lnTo>
                      <a:pt x="56" y="114"/>
                    </a:lnTo>
                    <a:lnTo>
                      <a:pt x="56" y="172"/>
                    </a:lnTo>
                    <a:lnTo>
                      <a:pt x="10" y="172"/>
                    </a:lnTo>
                    <a:lnTo>
                      <a:pt x="10" y="172"/>
                    </a:lnTo>
                    <a:lnTo>
                      <a:pt x="6" y="172"/>
                    </a:lnTo>
                    <a:lnTo>
                      <a:pt x="4" y="170"/>
                    </a:lnTo>
                    <a:lnTo>
                      <a:pt x="2" y="166"/>
                    </a:lnTo>
                    <a:lnTo>
                      <a:pt x="0" y="162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10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8" y="0"/>
                    </a:lnTo>
                    <a:lnTo>
                      <a:pt x="240" y="2"/>
                    </a:lnTo>
                    <a:lnTo>
                      <a:pt x="242" y="6"/>
                    </a:lnTo>
                    <a:lnTo>
                      <a:pt x="244" y="10"/>
                    </a:lnTo>
                    <a:lnTo>
                      <a:pt x="244" y="10"/>
                    </a:lnTo>
                    <a:close/>
                    <a:moveTo>
                      <a:pt x="222" y="334"/>
                    </a:moveTo>
                    <a:lnTo>
                      <a:pt x="22" y="334"/>
                    </a:lnTo>
                    <a:lnTo>
                      <a:pt x="102" y="122"/>
                    </a:lnTo>
                    <a:lnTo>
                      <a:pt x="142" y="122"/>
                    </a:lnTo>
                    <a:lnTo>
                      <a:pt x="222" y="334"/>
                    </a:lnTo>
                    <a:close/>
                    <a:moveTo>
                      <a:pt x="116" y="138"/>
                    </a:moveTo>
                    <a:lnTo>
                      <a:pt x="114" y="156"/>
                    </a:lnTo>
                    <a:lnTo>
                      <a:pt x="130" y="156"/>
                    </a:lnTo>
                    <a:lnTo>
                      <a:pt x="128" y="138"/>
                    </a:lnTo>
                    <a:lnTo>
                      <a:pt x="116" y="138"/>
                    </a:lnTo>
                    <a:close/>
                    <a:moveTo>
                      <a:pt x="114" y="172"/>
                    </a:moveTo>
                    <a:lnTo>
                      <a:pt x="110" y="206"/>
                    </a:lnTo>
                    <a:lnTo>
                      <a:pt x="134" y="206"/>
                    </a:lnTo>
                    <a:lnTo>
                      <a:pt x="130" y="172"/>
                    </a:lnTo>
                    <a:lnTo>
                      <a:pt x="114" y="172"/>
                    </a:lnTo>
                    <a:close/>
                    <a:moveTo>
                      <a:pt x="140" y="300"/>
                    </a:moveTo>
                    <a:lnTo>
                      <a:pt x="134" y="226"/>
                    </a:lnTo>
                    <a:lnTo>
                      <a:pt x="110" y="226"/>
                    </a:lnTo>
                    <a:lnTo>
                      <a:pt x="104" y="300"/>
                    </a:lnTo>
                    <a:lnTo>
                      <a:pt x="140" y="30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" name="Group 1"/>
            <p:cNvGrpSpPr/>
            <p:nvPr/>
          </p:nvGrpSpPr>
          <p:grpSpPr>
            <a:xfrm rot="10800000">
              <a:off x="1429843" y="3496204"/>
              <a:ext cx="681493" cy="601620"/>
              <a:chOff x="7227373" y="5439566"/>
              <a:chExt cx="681493" cy="601620"/>
            </a:xfrm>
          </p:grpSpPr>
          <p:sp>
            <p:nvSpPr>
              <p:cNvPr id="67" name="Chevron 56"/>
              <p:cNvSpPr>
                <a:spLocks noChangeArrowheads="1"/>
              </p:cNvSpPr>
              <p:nvPr/>
            </p:nvSpPr>
            <p:spPr bwMode="auto">
              <a:xfrm rot="10800000">
                <a:off x="7477730" y="5439566"/>
                <a:ext cx="431136" cy="601620"/>
              </a:xfrm>
              <a:prstGeom prst="chevron">
                <a:avLst>
                  <a:gd name="adj" fmla="val 62310"/>
                </a:avLst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t-EE"/>
              </a:p>
            </p:txBody>
          </p:sp>
          <p:sp>
            <p:nvSpPr>
              <p:cNvPr id="68" name="Chevron 57"/>
              <p:cNvSpPr>
                <a:spLocks noChangeArrowheads="1"/>
              </p:cNvSpPr>
              <p:nvPr/>
            </p:nvSpPr>
            <p:spPr bwMode="auto">
              <a:xfrm rot="10800000">
                <a:off x="7227373" y="5439566"/>
                <a:ext cx="431136" cy="601620"/>
              </a:xfrm>
              <a:prstGeom prst="chevron">
                <a:avLst>
                  <a:gd name="adj" fmla="val 62310"/>
                </a:avLst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t-EE"/>
              </a:p>
            </p:txBody>
          </p:sp>
        </p:grp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1833181"/>
              <a:ext cx="4855468" cy="436992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sp>
        <p:nvSpPr>
          <p:cNvPr id="26" name="TextBox 25"/>
          <p:cNvSpPr txBox="1"/>
          <p:nvPr/>
        </p:nvSpPr>
        <p:spPr>
          <a:xfrm>
            <a:off x="530353" y="4816465"/>
            <a:ext cx="3033536" cy="14432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50% less work</a:t>
            </a:r>
          </a:p>
        </p:txBody>
      </p:sp>
    </p:spTree>
    <p:extLst>
      <p:ext uri="{BB962C8B-B14F-4D97-AF65-F5344CB8AC3E}">
        <p14:creationId xmlns:p14="http://schemas.microsoft.com/office/powerpoint/2010/main" val="127702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1159024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Process automation – Road Administration – Temporary license plate logbook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8</a:t>
            </a:fld>
            <a:endParaRPr lang="et-EE"/>
          </a:p>
        </p:txBody>
      </p:sp>
      <p:grpSp>
        <p:nvGrpSpPr>
          <p:cNvPr id="19" name="Group 18"/>
          <p:cNvGrpSpPr/>
          <p:nvPr/>
        </p:nvGrpSpPr>
        <p:grpSpPr>
          <a:xfrm>
            <a:off x="467544" y="1988840"/>
            <a:ext cx="2952328" cy="2075875"/>
            <a:chOff x="606177" y="2204297"/>
            <a:chExt cx="3821807" cy="2598097"/>
          </a:xfrm>
        </p:grpSpPr>
        <p:pic>
          <p:nvPicPr>
            <p:cNvPr id="10" name="Picture 8" descr="Blank clippi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6177" y="2204297"/>
              <a:ext cx="3821807" cy="25980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10"/>
            <p:cNvSpPr txBox="1">
              <a:spLocks noChangeArrowheads="1"/>
            </p:cNvSpPr>
            <p:nvPr/>
          </p:nvSpPr>
          <p:spPr bwMode="blackWhite">
            <a:xfrm>
              <a:off x="733177" y="2880270"/>
              <a:ext cx="3334576" cy="693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63500" tIns="0" rIns="648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t-EE" dirty="0">
                  <a:solidFill>
                    <a:srgbClr val="000000"/>
                  </a:solidFill>
                  <a:latin typeface="Times New Roman" pitchFamily="18" charset="0"/>
                </a:rPr>
                <a:t>PROOV-numbrimärkide logiraamat</a:t>
              </a:r>
              <a:endParaRPr lang="en-GB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blackWhite">
            <a:xfrm>
              <a:off x="795412" y="3645024"/>
              <a:ext cx="3334576" cy="791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lIns="63500" tIns="0" rIns="64800" bIns="0" anchor="ctr"/>
            <a:lstStyle/>
            <a:p>
              <a:endParaRPr lang="en-US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blackWhite">
            <a:xfrm>
              <a:off x="733177" y="3755648"/>
              <a:ext cx="3334576" cy="46224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63500" tIns="0" rIns="64800" bIns="0">
              <a:spAutoFit/>
            </a:bodyPr>
            <a:lstStyle/>
            <a:p>
              <a:r>
                <a:rPr lang="en-GB" sz="600" dirty="0" err="1"/>
                <a:t>Urercilla</a:t>
              </a:r>
              <a:r>
                <a:rPr lang="en-GB" sz="600" dirty="0"/>
                <a:t> feu </a:t>
              </a:r>
              <a:r>
                <a:rPr lang="en-GB" sz="600" dirty="0" err="1"/>
                <a:t>feugiam</a:t>
              </a:r>
              <a:r>
                <a:rPr lang="en-GB" sz="600" dirty="0"/>
                <a:t>, </a:t>
              </a:r>
              <a:r>
                <a:rPr lang="en-GB" sz="600" dirty="0" err="1"/>
                <a:t>quissed</a:t>
              </a:r>
              <a:r>
                <a:rPr lang="en-GB" sz="600" dirty="0"/>
                <a:t> </a:t>
              </a:r>
              <a:r>
                <a:rPr lang="en-GB" sz="600" dirty="0" err="1"/>
                <a:t>elisi</a:t>
              </a:r>
              <a:r>
                <a:rPr lang="en-GB" sz="600" dirty="0"/>
                <a:t> </a:t>
              </a:r>
              <a:r>
                <a:rPr lang="en-GB" sz="600" dirty="0" err="1"/>
                <a:t>eum</a:t>
              </a:r>
              <a:r>
                <a:rPr lang="en-GB" sz="600" dirty="0"/>
                <a:t> </a:t>
              </a:r>
              <a:r>
                <a:rPr lang="en-GB" sz="600" dirty="0" err="1"/>
                <a:t>velit</a:t>
              </a:r>
              <a:r>
                <a:rPr lang="en-GB" sz="600" dirty="0"/>
                <a:t> </a:t>
              </a:r>
              <a:r>
                <a:rPr lang="en-GB" sz="600" dirty="0" err="1"/>
                <a:t>praessequisi</a:t>
              </a:r>
              <a:r>
                <a:rPr lang="en-GB" sz="600" dirty="0"/>
                <a:t> </a:t>
              </a:r>
              <a:r>
                <a:rPr lang="en-GB" sz="600" dirty="0" err="1"/>
                <a:t>exero</a:t>
              </a:r>
              <a:r>
                <a:rPr lang="en-GB" sz="600" dirty="0"/>
                <a:t> </a:t>
              </a:r>
              <a:r>
                <a:rPr lang="en-GB" sz="600" dirty="0" err="1"/>
                <a:t>conse</a:t>
              </a:r>
              <a:r>
                <a:rPr lang="en-GB" sz="600" dirty="0"/>
                <a:t> do </a:t>
              </a:r>
              <a:r>
                <a:rPr lang="en-GB" sz="600" dirty="0" err="1"/>
                <a:t>dunt</a:t>
              </a:r>
              <a:r>
                <a:rPr lang="en-GB" sz="600" dirty="0"/>
                <a:t> </a:t>
              </a:r>
              <a:r>
                <a:rPr lang="en-GB" sz="600" dirty="0" err="1"/>
                <a:t>wisi</a:t>
              </a:r>
              <a:r>
                <a:rPr lang="en-GB" sz="600" dirty="0"/>
                <a:t> </a:t>
              </a:r>
              <a:r>
                <a:rPr lang="en-GB" sz="600" dirty="0" err="1"/>
                <a:t>er</a:t>
              </a:r>
              <a:r>
                <a:rPr lang="en-GB" sz="600" dirty="0"/>
                <a:t> </a:t>
              </a:r>
              <a:r>
                <a:rPr lang="en-GB" sz="600" dirty="0" err="1"/>
                <a:t>summolobor</a:t>
              </a:r>
              <a:r>
                <a:rPr lang="en-GB" sz="600" dirty="0"/>
                <a:t> ad do od </a:t>
              </a:r>
              <a:r>
                <a:rPr lang="en-GB" sz="600" dirty="0" err="1"/>
                <a:t>modip</a:t>
              </a:r>
              <a:r>
                <a:rPr lang="en-GB" sz="600" dirty="0"/>
                <a:t> </a:t>
              </a:r>
              <a:r>
                <a:rPr lang="en-GB" sz="600" dirty="0" err="1"/>
                <a:t>eu</a:t>
              </a:r>
              <a:r>
                <a:rPr lang="en-GB" sz="600" dirty="0"/>
                <a:t> </a:t>
              </a:r>
              <a:r>
                <a:rPr lang="en-GB" sz="600" dirty="0" err="1"/>
                <a:t>feuisl</a:t>
              </a:r>
              <a:r>
                <a:rPr lang="en-GB" sz="600" dirty="0"/>
                <a:t> </a:t>
              </a:r>
              <a:r>
                <a:rPr lang="en-GB" sz="600" dirty="0" err="1"/>
                <a:t>ing</a:t>
              </a:r>
              <a:r>
                <a:rPr lang="en-GB" sz="600" dirty="0"/>
                <a:t> et, </a:t>
              </a:r>
              <a:r>
                <a:rPr lang="en-GB" sz="600" dirty="0" err="1"/>
                <a:t>vel</a:t>
              </a:r>
              <a:r>
                <a:rPr lang="en-GB" sz="600" dirty="0"/>
                <a:t> et </a:t>
              </a:r>
              <a:r>
                <a:rPr lang="en-GB" sz="600" dirty="0" err="1"/>
                <a:t>iriuscinit</a:t>
              </a:r>
              <a:r>
                <a:rPr lang="en-GB" sz="600" dirty="0"/>
                <a:t>, </a:t>
              </a:r>
              <a:r>
                <a:rPr lang="en-GB" sz="600" dirty="0" err="1"/>
                <a:t>venit</a:t>
              </a:r>
              <a:r>
                <a:rPr lang="en-GB" sz="600" dirty="0"/>
                <a:t> </a:t>
              </a:r>
              <a:r>
                <a:rPr lang="en-GB" sz="600" dirty="0" err="1"/>
                <a:t>augiam</a:t>
              </a:r>
              <a:r>
                <a:rPr lang="en-GB" sz="600" dirty="0"/>
                <a:t> </a:t>
              </a:r>
              <a:r>
                <a:rPr lang="en-GB" sz="600" dirty="0" err="1"/>
                <a:t>irillaor</a:t>
              </a:r>
              <a:r>
                <a:rPr lang="en-GB" sz="600" dirty="0"/>
                <a:t> </a:t>
              </a:r>
              <a:r>
                <a:rPr lang="en-GB" sz="600" dirty="0" err="1"/>
                <a:t>amconum</a:t>
              </a:r>
              <a:r>
                <a:rPr lang="en-GB" sz="600" dirty="0"/>
                <a:t> </a:t>
              </a:r>
              <a:r>
                <a:rPr lang="en-GB" sz="600" dirty="0" err="1"/>
                <a:t>quat</a:t>
              </a:r>
              <a:r>
                <a:rPr lang="en-GB" sz="600" dirty="0"/>
                <a:t>, </a:t>
              </a:r>
              <a:r>
                <a:rPr lang="en-GB" sz="600" dirty="0" err="1"/>
                <a:t>conum</a:t>
              </a:r>
              <a:r>
                <a:rPr lang="en-GB" sz="600" dirty="0"/>
                <a:t> </a:t>
              </a:r>
              <a:r>
                <a:rPr lang="en-GB" sz="600" dirty="0" err="1"/>
                <a:t>iure</a:t>
              </a:r>
              <a:r>
                <a:rPr lang="en-GB" sz="600" dirty="0"/>
                <a:t> </a:t>
              </a:r>
              <a:r>
                <a:rPr lang="en-GB" sz="600" dirty="0" err="1"/>
                <a:t>exero</a:t>
              </a:r>
              <a:r>
                <a:rPr lang="en-GB" sz="600" dirty="0"/>
                <a:t> </a:t>
              </a:r>
              <a:r>
                <a:rPr lang="en-GB" sz="600" dirty="0" err="1"/>
                <a:t>dolutem</a:t>
              </a:r>
              <a:r>
                <a:rPr lang="en-GB" sz="600" dirty="0"/>
                <a:t> </a:t>
              </a:r>
              <a:r>
                <a:rPr lang="en-GB" sz="600" dirty="0" err="1"/>
                <a:t>amconum</a:t>
              </a:r>
              <a:r>
                <a:rPr lang="en-GB" sz="600" dirty="0"/>
                <a:t> </a:t>
              </a:r>
              <a:r>
                <a:rPr lang="en-GB" sz="600" dirty="0" err="1"/>
                <a:t>quat</a:t>
              </a:r>
              <a:r>
                <a:rPr lang="en-GB" sz="600" dirty="0"/>
                <a:t> la </a:t>
              </a:r>
              <a:r>
                <a:rPr lang="en-GB" sz="600" dirty="0" err="1"/>
                <a:t>facipis</a:t>
              </a:r>
              <a:r>
                <a:rPr lang="en-GB" sz="600" dirty="0"/>
                <a:t> </a:t>
              </a:r>
              <a:r>
                <a:rPr lang="en-GB" sz="600" dirty="0" err="1"/>
                <a:t>nibh</a:t>
              </a:r>
              <a:r>
                <a:rPr lang="en-GB" sz="600" dirty="0"/>
                <a:t> et </a:t>
              </a:r>
              <a:r>
                <a:rPr lang="en-GB" sz="600" dirty="0" err="1"/>
                <a:t>accummo</a:t>
              </a:r>
              <a:r>
                <a:rPr lang="en-GB" sz="600" dirty="0"/>
                <a:t> </a:t>
              </a:r>
              <a:r>
                <a:rPr lang="en-GB" sz="600" dirty="0" err="1"/>
                <a:t>dionull</a:t>
              </a:r>
              <a:r>
                <a:rPr lang="en-GB" sz="600" dirty="0"/>
                <a:t> </a:t>
              </a:r>
              <a:r>
                <a:rPr lang="en-GB" sz="600" dirty="0" err="1"/>
                <a:t>aorper</a:t>
              </a:r>
              <a:r>
                <a:rPr lang="en-GB" sz="600" dirty="0"/>
                <a:t> </a:t>
              </a:r>
              <a:r>
                <a:rPr lang="en-GB" sz="600" dirty="0" err="1"/>
                <a:t>si</a:t>
              </a:r>
              <a:r>
                <a:rPr lang="en-GB" sz="600" dirty="0"/>
                <a:t>.</a:t>
              </a:r>
            </a:p>
          </p:txBody>
        </p:sp>
      </p:grpSp>
      <p:sp>
        <p:nvSpPr>
          <p:cNvPr id="17" name="Chevron 16"/>
          <p:cNvSpPr/>
          <p:nvPr/>
        </p:nvSpPr>
        <p:spPr>
          <a:xfrm>
            <a:off x="2576454" y="2924944"/>
            <a:ext cx="460113" cy="690731"/>
          </a:xfrm>
          <a:prstGeom prst="chevron">
            <a:avLst>
              <a:gd name="adj" fmla="val 62310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Chevron 17"/>
          <p:cNvSpPr/>
          <p:nvPr/>
        </p:nvSpPr>
        <p:spPr>
          <a:xfrm>
            <a:off x="2843808" y="2924944"/>
            <a:ext cx="460113" cy="690731"/>
          </a:xfrm>
          <a:prstGeom prst="chevron">
            <a:avLst>
              <a:gd name="adj" fmla="val 62310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44" y="2063442"/>
            <a:ext cx="5105066" cy="41018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67545" y="4019043"/>
            <a:ext cx="2836376" cy="214626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   50% less administration</a:t>
            </a:r>
          </a:p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1/3 less work</a:t>
            </a:r>
          </a:p>
        </p:txBody>
      </p:sp>
    </p:spTree>
    <p:extLst>
      <p:ext uri="{BB962C8B-B14F-4D97-AF65-F5344CB8AC3E}">
        <p14:creationId xmlns:p14="http://schemas.microsoft.com/office/powerpoint/2010/main" val="240873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685800"/>
            <a:ext cx="3678560" cy="914400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Process automation</a:t>
            </a:r>
            <a:r>
              <a:rPr lang="et-EE" b="0" i="0" dirty="0"/>
              <a:t> – </a:t>
            </a:r>
            <a:r>
              <a:rPr lang="en-US" b="0" i="0" dirty="0"/>
              <a:t>Road Administration</a:t>
            </a:r>
            <a:r>
              <a:rPr lang="et-EE" b="0" i="0" dirty="0"/>
              <a:t> – </a:t>
            </a:r>
            <a:r>
              <a:rPr lang="en-US" b="0" i="0" dirty="0"/>
              <a:t>Ordering license plates</a:t>
            </a:r>
            <a:br>
              <a:rPr lang="en-US" b="0" i="0" dirty="0"/>
            </a:br>
            <a:r>
              <a:rPr lang="et-EE" b="0" i="0" dirty="0"/>
              <a:t>(</a:t>
            </a:r>
            <a:r>
              <a:rPr lang="en-US" b="0" i="0" dirty="0"/>
              <a:t>special license plate</a:t>
            </a:r>
            <a:r>
              <a:rPr lang="et-EE" b="0" i="0" dirty="0"/>
              <a:t>)</a:t>
            </a:r>
            <a:endParaRPr lang="et-E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9</a:t>
            </a:fld>
            <a:endParaRPr lang="et-EE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695195"/>
            <a:ext cx="4608512" cy="511006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7" name="Chevron 56"/>
          <p:cNvSpPr/>
          <p:nvPr/>
        </p:nvSpPr>
        <p:spPr>
          <a:xfrm>
            <a:off x="3772525" y="5402565"/>
            <a:ext cx="460113" cy="690731"/>
          </a:xfrm>
          <a:prstGeom prst="chevron">
            <a:avLst>
              <a:gd name="adj" fmla="val 62310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Chevron 57"/>
          <p:cNvSpPr/>
          <p:nvPr/>
        </p:nvSpPr>
        <p:spPr>
          <a:xfrm>
            <a:off x="4039879" y="5402565"/>
            <a:ext cx="460113" cy="690731"/>
          </a:xfrm>
          <a:prstGeom prst="chevron">
            <a:avLst>
              <a:gd name="adj" fmla="val 62310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" name="Group 1"/>
          <p:cNvGrpSpPr/>
          <p:nvPr/>
        </p:nvGrpSpPr>
        <p:grpSpPr>
          <a:xfrm>
            <a:off x="423507" y="5300473"/>
            <a:ext cx="3226204" cy="899066"/>
            <a:chOff x="296134" y="4462416"/>
            <a:chExt cx="4098720" cy="1399825"/>
          </a:xfrm>
        </p:grpSpPr>
        <p:grpSp>
          <p:nvGrpSpPr>
            <p:cNvPr id="15" name="Group 14"/>
            <p:cNvGrpSpPr/>
            <p:nvPr/>
          </p:nvGrpSpPr>
          <p:grpSpPr>
            <a:xfrm>
              <a:off x="296134" y="4557187"/>
              <a:ext cx="703410" cy="1283266"/>
              <a:chOff x="1804988" y="6470650"/>
              <a:chExt cx="795338" cy="1450975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6" name="Freeform 41"/>
              <p:cNvSpPr>
                <a:spLocks noEditPoints="1"/>
              </p:cNvSpPr>
              <p:nvPr/>
            </p:nvSpPr>
            <p:spPr bwMode="auto">
              <a:xfrm>
                <a:off x="2087563" y="6470650"/>
                <a:ext cx="512763" cy="1450975"/>
              </a:xfrm>
              <a:custGeom>
                <a:avLst/>
                <a:gdLst>
                  <a:gd name="T0" fmla="*/ 280 w 323"/>
                  <a:gd name="T1" fmla="*/ 840 h 914"/>
                  <a:gd name="T2" fmla="*/ 272 w 323"/>
                  <a:gd name="T3" fmla="*/ 783 h 914"/>
                  <a:gd name="T4" fmla="*/ 254 w 323"/>
                  <a:gd name="T5" fmla="*/ 637 h 914"/>
                  <a:gd name="T6" fmla="*/ 254 w 323"/>
                  <a:gd name="T7" fmla="*/ 506 h 914"/>
                  <a:gd name="T8" fmla="*/ 275 w 323"/>
                  <a:gd name="T9" fmla="*/ 438 h 914"/>
                  <a:gd name="T10" fmla="*/ 237 w 323"/>
                  <a:gd name="T11" fmla="*/ 307 h 914"/>
                  <a:gd name="T12" fmla="*/ 223 w 323"/>
                  <a:gd name="T13" fmla="*/ 236 h 914"/>
                  <a:gd name="T14" fmla="*/ 232 w 323"/>
                  <a:gd name="T15" fmla="*/ 202 h 914"/>
                  <a:gd name="T16" fmla="*/ 311 w 323"/>
                  <a:gd name="T17" fmla="*/ 187 h 914"/>
                  <a:gd name="T18" fmla="*/ 322 w 323"/>
                  <a:gd name="T19" fmla="*/ 158 h 914"/>
                  <a:gd name="T20" fmla="*/ 252 w 323"/>
                  <a:gd name="T21" fmla="*/ 87 h 914"/>
                  <a:gd name="T22" fmla="*/ 198 w 323"/>
                  <a:gd name="T23" fmla="*/ 51 h 914"/>
                  <a:gd name="T24" fmla="*/ 164 w 323"/>
                  <a:gd name="T25" fmla="*/ 17 h 914"/>
                  <a:gd name="T26" fmla="*/ 149 w 323"/>
                  <a:gd name="T27" fmla="*/ 11 h 914"/>
                  <a:gd name="T28" fmla="*/ 115 w 323"/>
                  <a:gd name="T29" fmla="*/ 0 h 914"/>
                  <a:gd name="T30" fmla="*/ 69 w 323"/>
                  <a:gd name="T31" fmla="*/ 28 h 914"/>
                  <a:gd name="T32" fmla="*/ 60 w 323"/>
                  <a:gd name="T33" fmla="*/ 73 h 914"/>
                  <a:gd name="T34" fmla="*/ 61 w 323"/>
                  <a:gd name="T35" fmla="*/ 93 h 914"/>
                  <a:gd name="T36" fmla="*/ 69 w 323"/>
                  <a:gd name="T37" fmla="*/ 133 h 914"/>
                  <a:gd name="T38" fmla="*/ 9 w 323"/>
                  <a:gd name="T39" fmla="*/ 178 h 914"/>
                  <a:gd name="T40" fmla="*/ 4 w 323"/>
                  <a:gd name="T41" fmla="*/ 269 h 914"/>
                  <a:gd name="T42" fmla="*/ 57 w 323"/>
                  <a:gd name="T43" fmla="*/ 327 h 914"/>
                  <a:gd name="T44" fmla="*/ 64 w 323"/>
                  <a:gd name="T45" fmla="*/ 307 h 914"/>
                  <a:gd name="T46" fmla="*/ 57 w 323"/>
                  <a:gd name="T47" fmla="*/ 358 h 914"/>
                  <a:gd name="T48" fmla="*/ 52 w 323"/>
                  <a:gd name="T49" fmla="*/ 423 h 914"/>
                  <a:gd name="T50" fmla="*/ 61 w 323"/>
                  <a:gd name="T51" fmla="*/ 483 h 914"/>
                  <a:gd name="T52" fmla="*/ 75 w 323"/>
                  <a:gd name="T53" fmla="*/ 620 h 914"/>
                  <a:gd name="T54" fmla="*/ 74 w 323"/>
                  <a:gd name="T55" fmla="*/ 717 h 914"/>
                  <a:gd name="T56" fmla="*/ 84 w 323"/>
                  <a:gd name="T57" fmla="*/ 799 h 914"/>
                  <a:gd name="T58" fmla="*/ 77 w 323"/>
                  <a:gd name="T59" fmla="*/ 837 h 914"/>
                  <a:gd name="T60" fmla="*/ 70 w 323"/>
                  <a:gd name="T61" fmla="*/ 857 h 914"/>
                  <a:gd name="T62" fmla="*/ 50 w 323"/>
                  <a:gd name="T63" fmla="*/ 891 h 914"/>
                  <a:gd name="T64" fmla="*/ 89 w 323"/>
                  <a:gd name="T65" fmla="*/ 905 h 914"/>
                  <a:gd name="T66" fmla="*/ 120 w 323"/>
                  <a:gd name="T67" fmla="*/ 887 h 914"/>
                  <a:gd name="T68" fmla="*/ 148 w 323"/>
                  <a:gd name="T69" fmla="*/ 867 h 914"/>
                  <a:gd name="T70" fmla="*/ 154 w 323"/>
                  <a:gd name="T71" fmla="*/ 757 h 914"/>
                  <a:gd name="T72" fmla="*/ 146 w 323"/>
                  <a:gd name="T73" fmla="*/ 668 h 914"/>
                  <a:gd name="T74" fmla="*/ 155 w 323"/>
                  <a:gd name="T75" fmla="*/ 540 h 914"/>
                  <a:gd name="T76" fmla="*/ 191 w 323"/>
                  <a:gd name="T77" fmla="*/ 717 h 914"/>
                  <a:gd name="T78" fmla="*/ 206 w 323"/>
                  <a:gd name="T79" fmla="*/ 800 h 914"/>
                  <a:gd name="T80" fmla="*/ 208 w 323"/>
                  <a:gd name="T81" fmla="*/ 819 h 914"/>
                  <a:gd name="T82" fmla="*/ 212 w 323"/>
                  <a:gd name="T83" fmla="*/ 840 h 914"/>
                  <a:gd name="T84" fmla="*/ 223 w 323"/>
                  <a:gd name="T85" fmla="*/ 871 h 914"/>
                  <a:gd name="T86" fmla="*/ 257 w 323"/>
                  <a:gd name="T87" fmla="*/ 890 h 914"/>
                  <a:gd name="T88" fmla="*/ 275 w 323"/>
                  <a:gd name="T89" fmla="*/ 913 h 914"/>
                  <a:gd name="T90" fmla="*/ 314 w 323"/>
                  <a:gd name="T91" fmla="*/ 905 h 914"/>
                  <a:gd name="T92" fmla="*/ 297 w 323"/>
                  <a:gd name="T93" fmla="*/ 871 h 914"/>
                  <a:gd name="T94" fmla="*/ 157 w 323"/>
                  <a:gd name="T95" fmla="*/ 36 h 914"/>
                  <a:gd name="T96" fmla="*/ 157 w 323"/>
                  <a:gd name="T97" fmla="*/ 31 h 914"/>
                  <a:gd name="T98" fmla="*/ 168 w 323"/>
                  <a:gd name="T99" fmla="*/ 113 h 914"/>
                  <a:gd name="T100" fmla="*/ 154 w 323"/>
                  <a:gd name="T101" fmla="*/ 87 h 914"/>
                  <a:gd name="T102" fmla="*/ 158 w 323"/>
                  <a:gd name="T103" fmla="*/ 68 h 914"/>
                  <a:gd name="T104" fmla="*/ 178 w 323"/>
                  <a:gd name="T105" fmla="*/ 76 h 914"/>
                  <a:gd name="T106" fmla="*/ 206 w 323"/>
                  <a:gd name="T107" fmla="*/ 91 h 914"/>
                  <a:gd name="T108" fmla="*/ 206 w 323"/>
                  <a:gd name="T109" fmla="*/ 110 h 9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23" h="914">
                    <a:moveTo>
                      <a:pt x="297" y="871"/>
                    </a:moveTo>
                    <a:lnTo>
                      <a:pt x="297" y="871"/>
                    </a:lnTo>
                    <a:lnTo>
                      <a:pt x="285" y="860"/>
                    </a:lnTo>
                    <a:lnTo>
                      <a:pt x="279" y="853"/>
                    </a:lnTo>
                    <a:lnTo>
                      <a:pt x="277" y="842"/>
                    </a:lnTo>
                    <a:lnTo>
                      <a:pt x="277" y="842"/>
                    </a:lnTo>
                    <a:lnTo>
                      <a:pt x="280" y="840"/>
                    </a:lnTo>
                    <a:lnTo>
                      <a:pt x="282" y="837"/>
                    </a:lnTo>
                    <a:lnTo>
                      <a:pt x="285" y="834"/>
                    </a:lnTo>
                    <a:lnTo>
                      <a:pt x="285" y="834"/>
                    </a:lnTo>
                    <a:lnTo>
                      <a:pt x="282" y="816"/>
                    </a:lnTo>
                    <a:lnTo>
                      <a:pt x="277" y="799"/>
                    </a:lnTo>
                    <a:lnTo>
                      <a:pt x="272" y="783"/>
                    </a:lnTo>
                    <a:lnTo>
                      <a:pt x="272" y="783"/>
                    </a:lnTo>
                    <a:lnTo>
                      <a:pt x="269" y="768"/>
                    </a:lnTo>
                    <a:lnTo>
                      <a:pt x="266" y="751"/>
                    </a:lnTo>
                    <a:lnTo>
                      <a:pt x="262" y="719"/>
                    </a:lnTo>
                    <a:lnTo>
                      <a:pt x="262" y="719"/>
                    </a:lnTo>
                    <a:lnTo>
                      <a:pt x="259" y="686"/>
                    </a:lnTo>
                    <a:lnTo>
                      <a:pt x="254" y="637"/>
                    </a:lnTo>
                    <a:lnTo>
                      <a:pt x="254" y="637"/>
                    </a:lnTo>
                    <a:lnTo>
                      <a:pt x="254" y="611"/>
                    </a:lnTo>
                    <a:lnTo>
                      <a:pt x="255" y="589"/>
                    </a:lnTo>
                    <a:lnTo>
                      <a:pt x="257" y="571"/>
                    </a:lnTo>
                    <a:lnTo>
                      <a:pt x="259" y="551"/>
                    </a:lnTo>
                    <a:lnTo>
                      <a:pt x="259" y="551"/>
                    </a:lnTo>
                    <a:lnTo>
                      <a:pt x="257" y="529"/>
                    </a:lnTo>
                    <a:lnTo>
                      <a:pt x="254" y="506"/>
                    </a:lnTo>
                    <a:lnTo>
                      <a:pt x="248" y="474"/>
                    </a:lnTo>
                    <a:lnTo>
                      <a:pt x="248" y="474"/>
                    </a:lnTo>
                    <a:lnTo>
                      <a:pt x="245" y="457"/>
                    </a:lnTo>
                    <a:lnTo>
                      <a:pt x="243" y="447"/>
                    </a:lnTo>
                    <a:lnTo>
                      <a:pt x="243" y="447"/>
                    </a:lnTo>
                    <a:lnTo>
                      <a:pt x="275" y="438"/>
                    </a:lnTo>
                    <a:lnTo>
                      <a:pt x="275" y="438"/>
                    </a:lnTo>
                    <a:lnTo>
                      <a:pt x="277" y="437"/>
                    </a:lnTo>
                    <a:lnTo>
                      <a:pt x="279" y="435"/>
                    </a:lnTo>
                    <a:lnTo>
                      <a:pt x="279" y="433"/>
                    </a:lnTo>
                    <a:lnTo>
                      <a:pt x="279" y="433"/>
                    </a:lnTo>
                    <a:lnTo>
                      <a:pt x="245" y="332"/>
                    </a:lnTo>
                    <a:lnTo>
                      <a:pt x="245" y="332"/>
                    </a:lnTo>
                    <a:lnTo>
                      <a:pt x="237" y="307"/>
                    </a:lnTo>
                    <a:lnTo>
                      <a:pt x="226" y="279"/>
                    </a:lnTo>
                    <a:lnTo>
                      <a:pt x="226" y="279"/>
                    </a:lnTo>
                    <a:lnTo>
                      <a:pt x="225" y="270"/>
                    </a:lnTo>
                    <a:lnTo>
                      <a:pt x="223" y="259"/>
                    </a:lnTo>
                    <a:lnTo>
                      <a:pt x="223" y="248"/>
                    </a:lnTo>
                    <a:lnTo>
                      <a:pt x="223" y="236"/>
                    </a:lnTo>
                    <a:lnTo>
                      <a:pt x="223" y="236"/>
                    </a:lnTo>
                    <a:lnTo>
                      <a:pt x="222" y="227"/>
                    </a:lnTo>
                    <a:lnTo>
                      <a:pt x="223" y="219"/>
                    </a:lnTo>
                    <a:lnTo>
                      <a:pt x="226" y="208"/>
                    </a:lnTo>
                    <a:lnTo>
                      <a:pt x="226" y="208"/>
                    </a:lnTo>
                    <a:lnTo>
                      <a:pt x="228" y="204"/>
                    </a:lnTo>
                    <a:lnTo>
                      <a:pt x="229" y="202"/>
                    </a:lnTo>
                    <a:lnTo>
                      <a:pt x="232" y="202"/>
                    </a:lnTo>
                    <a:lnTo>
                      <a:pt x="232" y="202"/>
                    </a:lnTo>
                    <a:lnTo>
                      <a:pt x="259" y="199"/>
                    </a:lnTo>
                    <a:lnTo>
                      <a:pt x="280" y="196"/>
                    </a:lnTo>
                    <a:lnTo>
                      <a:pt x="299" y="191"/>
                    </a:lnTo>
                    <a:lnTo>
                      <a:pt x="299" y="191"/>
                    </a:lnTo>
                    <a:lnTo>
                      <a:pt x="306" y="190"/>
                    </a:lnTo>
                    <a:lnTo>
                      <a:pt x="311" y="187"/>
                    </a:lnTo>
                    <a:lnTo>
                      <a:pt x="316" y="184"/>
                    </a:lnTo>
                    <a:lnTo>
                      <a:pt x="319" y="181"/>
                    </a:lnTo>
                    <a:lnTo>
                      <a:pt x="322" y="173"/>
                    </a:lnTo>
                    <a:lnTo>
                      <a:pt x="323" y="167"/>
                    </a:lnTo>
                    <a:lnTo>
                      <a:pt x="323" y="167"/>
                    </a:lnTo>
                    <a:lnTo>
                      <a:pt x="323" y="162"/>
                    </a:lnTo>
                    <a:lnTo>
                      <a:pt x="322" y="158"/>
                    </a:lnTo>
                    <a:lnTo>
                      <a:pt x="316" y="147"/>
                    </a:lnTo>
                    <a:lnTo>
                      <a:pt x="308" y="136"/>
                    </a:lnTo>
                    <a:lnTo>
                      <a:pt x="297" y="124"/>
                    </a:lnTo>
                    <a:lnTo>
                      <a:pt x="297" y="124"/>
                    </a:lnTo>
                    <a:lnTo>
                      <a:pt x="285" y="113"/>
                    </a:lnTo>
                    <a:lnTo>
                      <a:pt x="272" y="102"/>
                    </a:lnTo>
                    <a:lnTo>
                      <a:pt x="252" y="87"/>
                    </a:lnTo>
                    <a:lnTo>
                      <a:pt x="252" y="87"/>
                    </a:lnTo>
                    <a:lnTo>
                      <a:pt x="226" y="68"/>
                    </a:lnTo>
                    <a:lnTo>
                      <a:pt x="225" y="73"/>
                    </a:lnTo>
                    <a:lnTo>
                      <a:pt x="225" y="73"/>
                    </a:lnTo>
                    <a:lnTo>
                      <a:pt x="215" y="64"/>
                    </a:lnTo>
                    <a:lnTo>
                      <a:pt x="198" y="51"/>
                    </a:lnTo>
                    <a:lnTo>
                      <a:pt x="198" y="51"/>
                    </a:lnTo>
                    <a:lnTo>
                      <a:pt x="192" y="47"/>
                    </a:lnTo>
                    <a:lnTo>
                      <a:pt x="188" y="42"/>
                    </a:lnTo>
                    <a:lnTo>
                      <a:pt x="181" y="34"/>
                    </a:lnTo>
                    <a:lnTo>
                      <a:pt x="181" y="34"/>
                    </a:lnTo>
                    <a:lnTo>
                      <a:pt x="169" y="23"/>
                    </a:lnTo>
                    <a:lnTo>
                      <a:pt x="169" y="23"/>
                    </a:lnTo>
                    <a:lnTo>
                      <a:pt x="164" y="17"/>
                    </a:lnTo>
                    <a:lnTo>
                      <a:pt x="160" y="11"/>
                    </a:lnTo>
                    <a:lnTo>
                      <a:pt x="160" y="11"/>
                    </a:lnTo>
                    <a:lnTo>
                      <a:pt x="158" y="8"/>
                    </a:lnTo>
                    <a:lnTo>
                      <a:pt x="155" y="8"/>
                    </a:lnTo>
                    <a:lnTo>
                      <a:pt x="152" y="10"/>
                    </a:lnTo>
                    <a:lnTo>
                      <a:pt x="152" y="10"/>
                    </a:lnTo>
                    <a:lnTo>
                      <a:pt x="149" y="11"/>
                    </a:lnTo>
                    <a:lnTo>
                      <a:pt x="146" y="11"/>
                    </a:lnTo>
                    <a:lnTo>
                      <a:pt x="141" y="11"/>
                    </a:lnTo>
                    <a:lnTo>
                      <a:pt x="141" y="11"/>
                    </a:lnTo>
                    <a:lnTo>
                      <a:pt x="135" y="6"/>
                    </a:lnTo>
                    <a:lnTo>
                      <a:pt x="129" y="3"/>
                    </a:lnTo>
                    <a:lnTo>
                      <a:pt x="123" y="2"/>
                    </a:lnTo>
                    <a:lnTo>
                      <a:pt x="115" y="0"/>
                    </a:lnTo>
                    <a:lnTo>
                      <a:pt x="109" y="2"/>
                    </a:lnTo>
                    <a:lnTo>
                      <a:pt x="101" y="3"/>
                    </a:lnTo>
                    <a:lnTo>
                      <a:pt x="95" y="5"/>
                    </a:lnTo>
                    <a:lnTo>
                      <a:pt x="89" y="8"/>
                    </a:lnTo>
                    <a:lnTo>
                      <a:pt x="89" y="8"/>
                    </a:lnTo>
                    <a:lnTo>
                      <a:pt x="78" y="17"/>
                    </a:lnTo>
                    <a:lnTo>
                      <a:pt x="69" y="28"/>
                    </a:lnTo>
                    <a:lnTo>
                      <a:pt x="63" y="39"/>
                    </a:lnTo>
                    <a:lnTo>
                      <a:pt x="58" y="50"/>
                    </a:lnTo>
                    <a:lnTo>
                      <a:pt x="58" y="50"/>
                    </a:lnTo>
                    <a:lnTo>
                      <a:pt x="57" y="59"/>
                    </a:lnTo>
                    <a:lnTo>
                      <a:pt x="57" y="64"/>
                    </a:lnTo>
                    <a:lnTo>
                      <a:pt x="60" y="73"/>
                    </a:lnTo>
                    <a:lnTo>
                      <a:pt x="60" y="73"/>
                    </a:lnTo>
                    <a:lnTo>
                      <a:pt x="60" y="80"/>
                    </a:lnTo>
                    <a:lnTo>
                      <a:pt x="58" y="84"/>
                    </a:lnTo>
                    <a:lnTo>
                      <a:pt x="58" y="84"/>
                    </a:lnTo>
                    <a:lnTo>
                      <a:pt x="60" y="87"/>
                    </a:lnTo>
                    <a:lnTo>
                      <a:pt x="61" y="90"/>
                    </a:lnTo>
                    <a:lnTo>
                      <a:pt x="61" y="90"/>
                    </a:lnTo>
                    <a:lnTo>
                      <a:pt x="61" y="93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1" y="116"/>
                    </a:lnTo>
                    <a:lnTo>
                      <a:pt x="61" y="116"/>
                    </a:lnTo>
                    <a:lnTo>
                      <a:pt x="63" y="121"/>
                    </a:lnTo>
                    <a:lnTo>
                      <a:pt x="66" y="127"/>
                    </a:lnTo>
                    <a:lnTo>
                      <a:pt x="69" y="133"/>
                    </a:lnTo>
                    <a:lnTo>
                      <a:pt x="69" y="133"/>
                    </a:lnTo>
                    <a:lnTo>
                      <a:pt x="46" y="150"/>
                    </a:lnTo>
                    <a:lnTo>
                      <a:pt x="46" y="150"/>
                    </a:lnTo>
                    <a:lnTo>
                      <a:pt x="27" y="164"/>
                    </a:lnTo>
                    <a:lnTo>
                      <a:pt x="10" y="175"/>
                    </a:lnTo>
                    <a:lnTo>
                      <a:pt x="10" y="175"/>
                    </a:lnTo>
                    <a:lnTo>
                      <a:pt x="9" y="178"/>
                    </a:lnTo>
                    <a:lnTo>
                      <a:pt x="7" y="181"/>
                    </a:lnTo>
                    <a:lnTo>
                      <a:pt x="7" y="195"/>
                    </a:lnTo>
                    <a:lnTo>
                      <a:pt x="6" y="221"/>
                    </a:lnTo>
                    <a:lnTo>
                      <a:pt x="6" y="221"/>
                    </a:lnTo>
                    <a:lnTo>
                      <a:pt x="6" y="261"/>
                    </a:lnTo>
                    <a:lnTo>
                      <a:pt x="6" y="261"/>
                    </a:lnTo>
                    <a:lnTo>
                      <a:pt x="4" y="269"/>
                    </a:lnTo>
                    <a:lnTo>
                      <a:pt x="3" y="278"/>
                    </a:lnTo>
                    <a:lnTo>
                      <a:pt x="3" y="278"/>
                    </a:lnTo>
                    <a:lnTo>
                      <a:pt x="1" y="295"/>
                    </a:lnTo>
                    <a:lnTo>
                      <a:pt x="0" y="312"/>
                    </a:lnTo>
                    <a:lnTo>
                      <a:pt x="0" y="312"/>
                    </a:lnTo>
                    <a:lnTo>
                      <a:pt x="0" y="318"/>
                    </a:lnTo>
                    <a:lnTo>
                      <a:pt x="57" y="327"/>
                    </a:lnTo>
                    <a:lnTo>
                      <a:pt x="57" y="327"/>
                    </a:lnTo>
                    <a:lnTo>
                      <a:pt x="60" y="295"/>
                    </a:lnTo>
                    <a:lnTo>
                      <a:pt x="60" y="295"/>
                    </a:lnTo>
                    <a:lnTo>
                      <a:pt x="60" y="298"/>
                    </a:lnTo>
                    <a:lnTo>
                      <a:pt x="63" y="304"/>
                    </a:lnTo>
                    <a:lnTo>
                      <a:pt x="63" y="304"/>
                    </a:lnTo>
                    <a:lnTo>
                      <a:pt x="64" y="307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61" y="318"/>
                    </a:lnTo>
                    <a:lnTo>
                      <a:pt x="60" y="329"/>
                    </a:lnTo>
                    <a:lnTo>
                      <a:pt x="95" y="335"/>
                    </a:lnTo>
                    <a:lnTo>
                      <a:pt x="95" y="346"/>
                    </a:lnTo>
                    <a:lnTo>
                      <a:pt x="57" y="358"/>
                    </a:lnTo>
                    <a:lnTo>
                      <a:pt x="57" y="358"/>
                    </a:lnTo>
                    <a:lnTo>
                      <a:pt x="55" y="381"/>
                    </a:lnTo>
                    <a:lnTo>
                      <a:pt x="52" y="395"/>
                    </a:lnTo>
                    <a:lnTo>
                      <a:pt x="52" y="395"/>
                    </a:lnTo>
                    <a:lnTo>
                      <a:pt x="52" y="403"/>
                    </a:lnTo>
                    <a:lnTo>
                      <a:pt x="52" y="412"/>
                    </a:lnTo>
                    <a:lnTo>
                      <a:pt x="52" y="423"/>
                    </a:lnTo>
                    <a:lnTo>
                      <a:pt x="52" y="433"/>
                    </a:lnTo>
                    <a:lnTo>
                      <a:pt x="52" y="433"/>
                    </a:lnTo>
                    <a:lnTo>
                      <a:pt x="50" y="447"/>
                    </a:lnTo>
                    <a:lnTo>
                      <a:pt x="52" y="463"/>
                    </a:lnTo>
                    <a:lnTo>
                      <a:pt x="53" y="483"/>
                    </a:lnTo>
                    <a:lnTo>
                      <a:pt x="61" y="483"/>
                    </a:lnTo>
                    <a:lnTo>
                      <a:pt x="61" y="483"/>
                    </a:lnTo>
                    <a:lnTo>
                      <a:pt x="60" y="491"/>
                    </a:lnTo>
                    <a:lnTo>
                      <a:pt x="60" y="500"/>
                    </a:lnTo>
                    <a:lnTo>
                      <a:pt x="61" y="528"/>
                    </a:lnTo>
                    <a:lnTo>
                      <a:pt x="66" y="558"/>
                    </a:lnTo>
                    <a:lnTo>
                      <a:pt x="72" y="589"/>
                    </a:lnTo>
                    <a:lnTo>
                      <a:pt x="72" y="589"/>
                    </a:lnTo>
                    <a:lnTo>
                      <a:pt x="75" y="620"/>
                    </a:lnTo>
                    <a:lnTo>
                      <a:pt x="77" y="648"/>
                    </a:lnTo>
                    <a:lnTo>
                      <a:pt x="77" y="671"/>
                    </a:lnTo>
                    <a:lnTo>
                      <a:pt x="74" y="685"/>
                    </a:lnTo>
                    <a:lnTo>
                      <a:pt x="74" y="685"/>
                    </a:lnTo>
                    <a:lnTo>
                      <a:pt x="74" y="691"/>
                    </a:lnTo>
                    <a:lnTo>
                      <a:pt x="74" y="699"/>
                    </a:lnTo>
                    <a:lnTo>
                      <a:pt x="74" y="717"/>
                    </a:lnTo>
                    <a:lnTo>
                      <a:pt x="77" y="734"/>
                    </a:lnTo>
                    <a:lnTo>
                      <a:pt x="77" y="746"/>
                    </a:lnTo>
                    <a:lnTo>
                      <a:pt x="77" y="746"/>
                    </a:lnTo>
                    <a:lnTo>
                      <a:pt x="77" y="759"/>
                    </a:lnTo>
                    <a:lnTo>
                      <a:pt x="78" y="774"/>
                    </a:lnTo>
                    <a:lnTo>
                      <a:pt x="84" y="799"/>
                    </a:lnTo>
                    <a:lnTo>
                      <a:pt x="84" y="799"/>
                    </a:lnTo>
                    <a:lnTo>
                      <a:pt x="84" y="803"/>
                    </a:lnTo>
                    <a:lnTo>
                      <a:pt x="84" y="807"/>
                    </a:lnTo>
                    <a:lnTo>
                      <a:pt x="81" y="817"/>
                    </a:lnTo>
                    <a:lnTo>
                      <a:pt x="81" y="817"/>
                    </a:lnTo>
                    <a:lnTo>
                      <a:pt x="80" y="828"/>
                    </a:lnTo>
                    <a:lnTo>
                      <a:pt x="77" y="837"/>
                    </a:lnTo>
                    <a:lnTo>
                      <a:pt x="77" y="837"/>
                    </a:lnTo>
                    <a:lnTo>
                      <a:pt x="75" y="840"/>
                    </a:lnTo>
                    <a:lnTo>
                      <a:pt x="74" y="844"/>
                    </a:lnTo>
                    <a:lnTo>
                      <a:pt x="69" y="848"/>
                    </a:lnTo>
                    <a:lnTo>
                      <a:pt x="69" y="848"/>
                    </a:lnTo>
                    <a:lnTo>
                      <a:pt x="67" y="851"/>
                    </a:lnTo>
                    <a:lnTo>
                      <a:pt x="69" y="854"/>
                    </a:lnTo>
                    <a:lnTo>
                      <a:pt x="70" y="857"/>
                    </a:lnTo>
                    <a:lnTo>
                      <a:pt x="75" y="859"/>
                    </a:lnTo>
                    <a:lnTo>
                      <a:pt x="72" y="865"/>
                    </a:lnTo>
                    <a:lnTo>
                      <a:pt x="72" y="865"/>
                    </a:lnTo>
                    <a:lnTo>
                      <a:pt x="61" y="871"/>
                    </a:lnTo>
                    <a:lnTo>
                      <a:pt x="55" y="877"/>
                    </a:lnTo>
                    <a:lnTo>
                      <a:pt x="52" y="885"/>
                    </a:lnTo>
                    <a:lnTo>
                      <a:pt x="50" y="891"/>
                    </a:lnTo>
                    <a:lnTo>
                      <a:pt x="52" y="897"/>
                    </a:lnTo>
                    <a:lnTo>
                      <a:pt x="57" y="902"/>
                    </a:lnTo>
                    <a:lnTo>
                      <a:pt x="63" y="905"/>
                    </a:lnTo>
                    <a:lnTo>
                      <a:pt x="70" y="908"/>
                    </a:lnTo>
                    <a:lnTo>
                      <a:pt x="70" y="908"/>
                    </a:lnTo>
                    <a:lnTo>
                      <a:pt x="80" y="907"/>
                    </a:lnTo>
                    <a:lnTo>
                      <a:pt x="89" y="905"/>
                    </a:lnTo>
                    <a:lnTo>
                      <a:pt x="97" y="902"/>
                    </a:lnTo>
                    <a:lnTo>
                      <a:pt x="103" y="897"/>
                    </a:lnTo>
                    <a:lnTo>
                      <a:pt x="112" y="890"/>
                    </a:lnTo>
                    <a:lnTo>
                      <a:pt x="115" y="887"/>
                    </a:lnTo>
                    <a:lnTo>
                      <a:pt x="115" y="887"/>
                    </a:lnTo>
                    <a:lnTo>
                      <a:pt x="117" y="887"/>
                    </a:lnTo>
                    <a:lnTo>
                      <a:pt x="120" y="887"/>
                    </a:lnTo>
                    <a:lnTo>
                      <a:pt x="127" y="885"/>
                    </a:lnTo>
                    <a:lnTo>
                      <a:pt x="140" y="882"/>
                    </a:lnTo>
                    <a:lnTo>
                      <a:pt x="140" y="882"/>
                    </a:lnTo>
                    <a:lnTo>
                      <a:pt x="144" y="877"/>
                    </a:lnTo>
                    <a:lnTo>
                      <a:pt x="148" y="874"/>
                    </a:lnTo>
                    <a:lnTo>
                      <a:pt x="149" y="870"/>
                    </a:lnTo>
                    <a:lnTo>
                      <a:pt x="148" y="867"/>
                    </a:lnTo>
                    <a:lnTo>
                      <a:pt x="146" y="860"/>
                    </a:lnTo>
                    <a:lnTo>
                      <a:pt x="144" y="857"/>
                    </a:lnTo>
                    <a:lnTo>
                      <a:pt x="144" y="857"/>
                    </a:lnTo>
                    <a:lnTo>
                      <a:pt x="146" y="840"/>
                    </a:lnTo>
                    <a:lnTo>
                      <a:pt x="146" y="840"/>
                    </a:lnTo>
                    <a:lnTo>
                      <a:pt x="154" y="757"/>
                    </a:lnTo>
                    <a:lnTo>
                      <a:pt x="154" y="757"/>
                    </a:lnTo>
                    <a:lnTo>
                      <a:pt x="154" y="743"/>
                    </a:lnTo>
                    <a:lnTo>
                      <a:pt x="152" y="728"/>
                    </a:lnTo>
                    <a:lnTo>
                      <a:pt x="151" y="712"/>
                    </a:lnTo>
                    <a:lnTo>
                      <a:pt x="148" y="700"/>
                    </a:lnTo>
                    <a:lnTo>
                      <a:pt x="148" y="700"/>
                    </a:lnTo>
                    <a:lnTo>
                      <a:pt x="146" y="686"/>
                    </a:lnTo>
                    <a:lnTo>
                      <a:pt x="146" y="668"/>
                    </a:lnTo>
                    <a:lnTo>
                      <a:pt x="146" y="645"/>
                    </a:lnTo>
                    <a:lnTo>
                      <a:pt x="149" y="625"/>
                    </a:lnTo>
                    <a:lnTo>
                      <a:pt x="149" y="625"/>
                    </a:lnTo>
                    <a:lnTo>
                      <a:pt x="152" y="601"/>
                    </a:lnTo>
                    <a:lnTo>
                      <a:pt x="154" y="574"/>
                    </a:lnTo>
                    <a:lnTo>
                      <a:pt x="155" y="540"/>
                    </a:lnTo>
                    <a:lnTo>
                      <a:pt x="155" y="540"/>
                    </a:lnTo>
                    <a:lnTo>
                      <a:pt x="166" y="571"/>
                    </a:lnTo>
                    <a:lnTo>
                      <a:pt x="174" y="598"/>
                    </a:lnTo>
                    <a:lnTo>
                      <a:pt x="180" y="629"/>
                    </a:lnTo>
                    <a:lnTo>
                      <a:pt x="180" y="629"/>
                    </a:lnTo>
                    <a:lnTo>
                      <a:pt x="185" y="659"/>
                    </a:lnTo>
                    <a:lnTo>
                      <a:pt x="188" y="689"/>
                    </a:lnTo>
                    <a:lnTo>
                      <a:pt x="191" y="717"/>
                    </a:lnTo>
                    <a:lnTo>
                      <a:pt x="191" y="742"/>
                    </a:lnTo>
                    <a:lnTo>
                      <a:pt x="191" y="742"/>
                    </a:lnTo>
                    <a:lnTo>
                      <a:pt x="191" y="753"/>
                    </a:lnTo>
                    <a:lnTo>
                      <a:pt x="192" y="763"/>
                    </a:lnTo>
                    <a:lnTo>
                      <a:pt x="198" y="782"/>
                    </a:lnTo>
                    <a:lnTo>
                      <a:pt x="203" y="794"/>
                    </a:lnTo>
                    <a:lnTo>
                      <a:pt x="206" y="800"/>
                    </a:lnTo>
                    <a:lnTo>
                      <a:pt x="206" y="800"/>
                    </a:lnTo>
                    <a:lnTo>
                      <a:pt x="211" y="813"/>
                    </a:lnTo>
                    <a:lnTo>
                      <a:pt x="211" y="813"/>
                    </a:lnTo>
                    <a:lnTo>
                      <a:pt x="211" y="814"/>
                    </a:lnTo>
                    <a:lnTo>
                      <a:pt x="209" y="816"/>
                    </a:lnTo>
                    <a:lnTo>
                      <a:pt x="208" y="819"/>
                    </a:lnTo>
                    <a:lnTo>
                      <a:pt x="208" y="819"/>
                    </a:lnTo>
                    <a:lnTo>
                      <a:pt x="209" y="827"/>
                    </a:lnTo>
                    <a:lnTo>
                      <a:pt x="214" y="834"/>
                    </a:lnTo>
                    <a:lnTo>
                      <a:pt x="214" y="834"/>
                    </a:lnTo>
                    <a:lnTo>
                      <a:pt x="215" y="836"/>
                    </a:lnTo>
                    <a:lnTo>
                      <a:pt x="214" y="837"/>
                    </a:lnTo>
                    <a:lnTo>
                      <a:pt x="212" y="840"/>
                    </a:lnTo>
                    <a:lnTo>
                      <a:pt x="212" y="840"/>
                    </a:lnTo>
                    <a:lnTo>
                      <a:pt x="212" y="844"/>
                    </a:lnTo>
                    <a:lnTo>
                      <a:pt x="212" y="847"/>
                    </a:lnTo>
                    <a:lnTo>
                      <a:pt x="214" y="850"/>
                    </a:lnTo>
                    <a:lnTo>
                      <a:pt x="225" y="853"/>
                    </a:lnTo>
                    <a:lnTo>
                      <a:pt x="225" y="865"/>
                    </a:lnTo>
                    <a:lnTo>
                      <a:pt x="223" y="871"/>
                    </a:lnTo>
                    <a:lnTo>
                      <a:pt x="223" y="871"/>
                    </a:lnTo>
                    <a:lnTo>
                      <a:pt x="225" y="876"/>
                    </a:lnTo>
                    <a:lnTo>
                      <a:pt x="228" y="881"/>
                    </a:lnTo>
                    <a:lnTo>
                      <a:pt x="232" y="885"/>
                    </a:lnTo>
                    <a:lnTo>
                      <a:pt x="238" y="887"/>
                    </a:lnTo>
                    <a:lnTo>
                      <a:pt x="248" y="890"/>
                    </a:lnTo>
                    <a:lnTo>
                      <a:pt x="252" y="891"/>
                    </a:lnTo>
                    <a:lnTo>
                      <a:pt x="257" y="890"/>
                    </a:lnTo>
                    <a:lnTo>
                      <a:pt x="257" y="890"/>
                    </a:lnTo>
                    <a:lnTo>
                      <a:pt x="260" y="896"/>
                    </a:lnTo>
                    <a:lnTo>
                      <a:pt x="263" y="901"/>
                    </a:lnTo>
                    <a:lnTo>
                      <a:pt x="268" y="907"/>
                    </a:lnTo>
                    <a:lnTo>
                      <a:pt x="268" y="907"/>
                    </a:lnTo>
                    <a:lnTo>
                      <a:pt x="271" y="910"/>
                    </a:lnTo>
                    <a:lnTo>
                      <a:pt x="275" y="913"/>
                    </a:lnTo>
                    <a:lnTo>
                      <a:pt x="282" y="914"/>
                    </a:lnTo>
                    <a:lnTo>
                      <a:pt x="288" y="914"/>
                    </a:lnTo>
                    <a:lnTo>
                      <a:pt x="296" y="914"/>
                    </a:lnTo>
                    <a:lnTo>
                      <a:pt x="302" y="913"/>
                    </a:lnTo>
                    <a:lnTo>
                      <a:pt x="308" y="910"/>
                    </a:lnTo>
                    <a:lnTo>
                      <a:pt x="314" y="905"/>
                    </a:lnTo>
                    <a:lnTo>
                      <a:pt x="314" y="905"/>
                    </a:lnTo>
                    <a:lnTo>
                      <a:pt x="317" y="899"/>
                    </a:lnTo>
                    <a:lnTo>
                      <a:pt x="317" y="894"/>
                    </a:lnTo>
                    <a:lnTo>
                      <a:pt x="316" y="888"/>
                    </a:lnTo>
                    <a:lnTo>
                      <a:pt x="312" y="884"/>
                    </a:lnTo>
                    <a:lnTo>
                      <a:pt x="305" y="877"/>
                    </a:lnTo>
                    <a:lnTo>
                      <a:pt x="297" y="871"/>
                    </a:lnTo>
                    <a:lnTo>
                      <a:pt x="297" y="871"/>
                    </a:lnTo>
                    <a:close/>
                    <a:moveTo>
                      <a:pt x="164" y="57"/>
                    </a:moveTo>
                    <a:lnTo>
                      <a:pt x="160" y="56"/>
                    </a:lnTo>
                    <a:lnTo>
                      <a:pt x="158" y="50"/>
                    </a:lnTo>
                    <a:lnTo>
                      <a:pt x="164" y="57"/>
                    </a:lnTo>
                    <a:close/>
                    <a:moveTo>
                      <a:pt x="157" y="31"/>
                    </a:moveTo>
                    <a:lnTo>
                      <a:pt x="157" y="31"/>
                    </a:lnTo>
                    <a:lnTo>
                      <a:pt x="157" y="36"/>
                    </a:lnTo>
                    <a:lnTo>
                      <a:pt x="157" y="37"/>
                    </a:lnTo>
                    <a:lnTo>
                      <a:pt x="154" y="37"/>
                    </a:lnTo>
                    <a:lnTo>
                      <a:pt x="152" y="27"/>
                    </a:lnTo>
                    <a:lnTo>
                      <a:pt x="152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7" y="31"/>
                    </a:lnTo>
                    <a:lnTo>
                      <a:pt x="157" y="31"/>
                    </a:lnTo>
                    <a:close/>
                    <a:moveTo>
                      <a:pt x="192" y="114"/>
                    </a:moveTo>
                    <a:lnTo>
                      <a:pt x="192" y="114"/>
                    </a:lnTo>
                    <a:lnTo>
                      <a:pt x="186" y="116"/>
                    </a:lnTo>
                    <a:lnTo>
                      <a:pt x="180" y="114"/>
                    </a:lnTo>
                    <a:lnTo>
                      <a:pt x="168" y="113"/>
                    </a:lnTo>
                    <a:lnTo>
                      <a:pt x="168" y="113"/>
                    </a:lnTo>
                    <a:lnTo>
                      <a:pt x="154" y="113"/>
                    </a:lnTo>
                    <a:lnTo>
                      <a:pt x="146" y="113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49" y="105"/>
                    </a:lnTo>
                    <a:lnTo>
                      <a:pt x="152" y="99"/>
                    </a:lnTo>
                    <a:lnTo>
                      <a:pt x="154" y="87"/>
                    </a:lnTo>
                    <a:lnTo>
                      <a:pt x="154" y="87"/>
                    </a:lnTo>
                    <a:lnTo>
                      <a:pt x="155" y="82"/>
                    </a:lnTo>
                    <a:lnTo>
                      <a:pt x="154" y="80"/>
                    </a:lnTo>
                    <a:lnTo>
                      <a:pt x="151" y="80"/>
                    </a:lnTo>
                    <a:lnTo>
                      <a:pt x="155" y="67"/>
                    </a:lnTo>
                    <a:lnTo>
                      <a:pt x="155" y="67"/>
                    </a:lnTo>
                    <a:lnTo>
                      <a:pt x="158" y="68"/>
                    </a:lnTo>
                    <a:lnTo>
                      <a:pt x="163" y="70"/>
                    </a:lnTo>
                    <a:lnTo>
                      <a:pt x="171" y="70"/>
                    </a:lnTo>
                    <a:lnTo>
                      <a:pt x="171" y="70"/>
                    </a:lnTo>
                    <a:lnTo>
                      <a:pt x="172" y="70"/>
                    </a:lnTo>
                    <a:lnTo>
                      <a:pt x="174" y="73"/>
                    </a:lnTo>
                    <a:lnTo>
                      <a:pt x="174" y="73"/>
                    </a:lnTo>
                    <a:lnTo>
                      <a:pt x="178" y="76"/>
                    </a:lnTo>
                    <a:lnTo>
                      <a:pt x="183" y="77"/>
                    </a:lnTo>
                    <a:lnTo>
                      <a:pt x="194" y="79"/>
                    </a:lnTo>
                    <a:lnTo>
                      <a:pt x="194" y="79"/>
                    </a:lnTo>
                    <a:lnTo>
                      <a:pt x="197" y="80"/>
                    </a:lnTo>
                    <a:lnTo>
                      <a:pt x="201" y="84"/>
                    </a:lnTo>
                    <a:lnTo>
                      <a:pt x="206" y="91"/>
                    </a:lnTo>
                    <a:lnTo>
                      <a:pt x="206" y="91"/>
                    </a:lnTo>
                    <a:lnTo>
                      <a:pt x="208" y="94"/>
                    </a:lnTo>
                    <a:lnTo>
                      <a:pt x="209" y="97"/>
                    </a:lnTo>
                    <a:lnTo>
                      <a:pt x="209" y="97"/>
                    </a:lnTo>
                    <a:lnTo>
                      <a:pt x="212" y="104"/>
                    </a:lnTo>
                    <a:lnTo>
                      <a:pt x="215" y="108"/>
                    </a:lnTo>
                    <a:lnTo>
                      <a:pt x="215" y="108"/>
                    </a:lnTo>
                    <a:lnTo>
                      <a:pt x="206" y="110"/>
                    </a:lnTo>
                    <a:lnTo>
                      <a:pt x="198" y="111"/>
                    </a:lnTo>
                    <a:lnTo>
                      <a:pt x="192" y="114"/>
                    </a:lnTo>
                    <a:lnTo>
                      <a:pt x="192" y="1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42"/>
              <p:cNvSpPr>
                <a:spLocks/>
              </p:cNvSpPr>
              <p:nvPr/>
            </p:nvSpPr>
            <p:spPr bwMode="auto">
              <a:xfrm>
                <a:off x="1917701" y="7007225"/>
                <a:ext cx="222250" cy="125412"/>
              </a:xfrm>
              <a:custGeom>
                <a:avLst/>
                <a:gdLst>
                  <a:gd name="T0" fmla="*/ 94 w 140"/>
                  <a:gd name="T1" fmla="*/ 42 h 79"/>
                  <a:gd name="T2" fmla="*/ 91 w 140"/>
                  <a:gd name="T3" fmla="*/ 46 h 79"/>
                  <a:gd name="T4" fmla="*/ 83 w 140"/>
                  <a:gd name="T5" fmla="*/ 51 h 79"/>
                  <a:gd name="T6" fmla="*/ 73 w 140"/>
                  <a:gd name="T7" fmla="*/ 49 h 79"/>
                  <a:gd name="T8" fmla="*/ 73 w 140"/>
                  <a:gd name="T9" fmla="*/ 48 h 79"/>
                  <a:gd name="T10" fmla="*/ 77 w 140"/>
                  <a:gd name="T11" fmla="*/ 48 h 79"/>
                  <a:gd name="T12" fmla="*/ 88 w 140"/>
                  <a:gd name="T13" fmla="*/ 42 h 79"/>
                  <a:gd name="T14" fmla="*/ 54 w 140"/>
                  <a:gd name="T15" fmla="*/ 35 h 79"/>
                  <a:gd name="T16" fmla="*/ 54 w 140"/>
                  <a:gd name="T17" fmla="*/ 35 h 79"/>
                  <a:gd name="T18" fmla="*/ 46 w 140"/>
                  <a:gd name="T19" fmla="*/ 17 h 79"/>
                  <a:gd name="T20" fmla="*/ 42 w 140"/>
                  <a:gd name="T21" fmla="*/ 11 h 79"/>
                  <a:gd name="T22" fmla="*/ 37 w 140"/>
                  <a:gd name="T23" fmla="*/ 11 h 79"/>
                  <a:gd name="T24" fmla="*/ 33 w 140"/>
                  <a:gd name="T25" fmla="*/ 1 h 79"/>
                  <a:gd name="T26" fmla="*/ 29 w 140"/>
                  <a:gd name="T27" fmla="*/ 3 h 79"/>
                  <a:gd name="T28" fmla="*/ 26 w 140"/>
                  <a:gd name="T29" fmla="*/ 0 h 79"/>
                  <a:gd name="T30" fmla="*/ 22 w 140"/>
                  <a:gd name="T31" fmla="*/ 3 h 79"/>
                  <a:gd name="T32" fmla="*/ 20 w 140"/>
                  <a:gd name="T33" fmla="*/ 8 h 79"/>
                  <a:gd name="T34" fmla="*/ 19 w 140"/>
                  <a:gd name="T35" fmla="*/ 29 h 79"/>
                  <a:gd name="T36" fmla="*/ 16 w 140"/>
                  <a:gd name="T37" fmla="*/ 29 h 79"/>
                  <a:gd name="T38" fmla="*/ 11 w 140"/>
                  <a:gd name="T39" fmla="*/ 31 h 79"/>
                  <a:gd name="T40" fmla="*/ 5 w 140"/>
                  <a:gd name="T41" fmla="*/ 32 h 79"/>
                  <a:gd name="T42" fmla="*/ 0 w 140"/>
                  <a:gd name="T43" fmla="*/ 38 h 79"/>
                  <a:gd name="T44" fmla="*/ 6 w 140"/>
                  <a:gd name="T45" fmla="*/ 43 h 79"/>
                  <a:gd name="T46" fmla="*/ 19 w 140"/>
                  <a:gd name="T47" fmla="*/ 42 h 79"/>
                  <a:gd name="T48" fmla="*/ 26 w 140"/>
                  <a:gd name="T49" fmla="*/ 40 h 79"/>
                  <a:gd name="T50" fmla="*/ 33 w 140"/>
                  <a:gd name="T51" fmla="*/ 48 h 79"/>
                  <a:gd name="T52" fmla="*/ 39 w 140"/>
                  <a:gd name="T53" fmla="*/ 49 h 79"/>
                  <a:gd name="T54" fmla="*/ 46 w 140"/>
                  <a:gd name="T55" fmla="*/ 52 h 79"/>
                  <a:gd name="T56" fmla="*/ 53 w 140"/>
                  <a:gd name="T57" fmla="*/ 52 h 79"/>
                  <a:gd name="T58" fmla="*/ 62 w 140"/>
                  <a:gd name="T59" fmla="*/ 49 h 79"/>
                  <a:gd name="T60" fmla="*/ 83 w 140"/>
                  <a:gd name="T61" fmla="*/ 79 h 79"/>
                  <a:gd name="T62" fmla="*/ 130 w 140"/>
                  <a:gd name="T63" fmla="*/ 38 h 79"/>
                  <a:gd name="T64" fmla="*/ 140 w 140"/>
                  <a:gd name="T65" fmla="*/ 28 h 79"/>
                  <a:gd name="T66" fmla="*/ 93 w 140"/>
                  <a:gd name="T67" fmla="*/ 4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40" h="79">
                    <a:moveTo>
                      <a:pt x="93" y="42"/>
                    </a:moveTo>
                    <a:lnTo>
                      <a:pt x="94" y="42"/>
                    </a:lnTo>
                    <a:lnTo>
                      <a:pt x="94" y="42"/>
                    </a:lnTo>
                    <a:lnTo>
                      <a:pt x="91" y="46"/>
                    </a:lnTo>
                    <a:lnTo>
                      <a:pt x="86" y="49"/>
                    </a:lnTo>
                    <a:lnTo>
                      <a:pt x="83" y="51"/>
                    </a:lnTo>
                    <a:lnTo>
                      <a:pt x="79" y="51"/>
                    </a:lnTo>
                    <a:lnTo>
                      <a:pt x="73" y="49"/>
                    </a:lnTo>
                    <a:lnTo>
                      <a:pt x="71" y="48"/>
                    </a:lnTo>
                    <a:lnTo>
                      <a:pt x="73" y="48"/>
                    </a:lnTo>
                    <a:lnTo>
                      <a:pt x="73" y="48"/>
                    </a:lnTo>
                    <a:lnTo>
                      <a:pt x="77" y="48"/>
                    </a:lnTo>
                    <a:lnTo>
                      <a:pt x="82" y="46"/>
                    </a:lnTo>
                    <a:lnTo>
                      <a:pt x="88" y="42"/>
                    </a:lnTo>
                    <a:lnTo>
                      <a:pt x="88" y="42"/>
                    </a:lnTo>
                    <a:lnTo>
                      <a:pt x="54" y="35"/>
                    </a:lnTo>
                    <a:lnTo>
                      <a:pt x="54" y="35"/>
                    </a:lnTo>
                    <a:lnTo>
                      <a:pt x="54" y="35"/>
                    </a:lnTo>
                    <a:lnTo>
                      <a:pt x="46" y="17"/>
                    </a:lnTo>
                    <a:lnTo>
                      <a:pt x="46" y="17"/>
                    </a:lnTo>
                    <a:lnTo>
                      <a:pt x="45" y="12"/>
                    </a:lnTo>
                    <a:lnTo>
                      <a:pt x="42" y="11"/>
                    </a:lnTo>
                    <a:lnTo>
                      <a:pt x="37" y="11"/>
                    </a:lnTo>
                    <a:lnTo>
                      <a:pt x="37" y="11"/>
                    </a:lnTo>
                    <a:lnTo>
                      <a:pt x="36" y="5"/>
                    </a:lnTo>
                    <a:lnTo>
                      <a:pt x="33" y="1"/>
                    </a:lnTo>
                    <a:lnTo>
                      <a:pt x="29" y="1"/>
                    </a:lnTo>
                    <a:lnTo>
                      <a:pt x="29" y="3"/>
                    </a:lnTo>
                    <a:lnTo>
                      <a:pt x="29" y="3"/>
                    </a:lnTo>
                    <a:lnTo>
                      <a:pt x="26" y="0"/>
                    </a:lnTo>
                    <a:lnTo>
                      <a:pt x="23" y="0"/>
                    </a:lnTo>
                    <a:lnTo>
                      <a:pt x="22" y="3"/>
                    </a:lnTo>
                    <a:lnTo>
                      <a:pt x="20" y="8"/>
                    </a:lnTo>
                    <a:lnTo>
                      <a:pt x="20" y="8"/>
                    </a:lnTo>
                    <a:lnTo>
                      <a:pt x="19" y="21"/>
                    </a:lnTo>
                    <a:lnTo>
                      <a:pt x="19" y="29"/>
                    </a:lnTo>
                    <a:lnTo>
                      <a:pt x="19" y="29"/>
                    </a:lnTo>
                    <a:lnTo>
                      <a:pt x="16" y="29"/>
                    </a:lnTo>
                    <a:lnTo>
                      <a:pt x="16" y="29"/>
                    </a:lnTo>
                    <a:lnTo>
                      <a:pt x="11" y="31"/>
                    </a:lnTo>
                    <a:lnTo>
                      <a:pt x="5" y="32"/>
                    </a:lnTo>
                    <a:lnTo>
                      <a:pt x="5" y="32"/>
                    </a:lnTo>
                    <a:lnTo>
                      <a:pt x="0" y="35"/>
                    </a:lnTo>
                    <a:lnTo>
                      <a:pt x="0" y="38"/>
                    </a:lnTo>
                    <a:lnTo>
                      <a:pt x="2" y="42"/>
                    </a:lnTo>
                    <a:lnTo>
                      <a:pt x="6" y="43"/>
                    </a:lnTo>
                    <a:lnTo>
                      <a:pt x="6" y="43"/>
                    </a:lnTo>
                    <a:lnTo>
                      <a:pt x="19" y="42"/>
                    </a:lnTo>
                    <a:lnTo>
                      <a:pt x="26" y="40"/>
                    </a:lnTo>
                    <a:lnTo>
                      <a:pt x="26" y="40"/>
                    </a:lnTo>
                    <a:lnTo>
                      <a:pt x="28" y="45"/>
                    </a:lnTo>
                    <a:lnTo>
                      <a:pt x="33" y="48"/>
                    </a:lnTo>
                    <a:lnTo>
                      <a:pt x="39" y="49"/>
                    </a:lnTo>
                    <a:lnTo>
                      <a:pt x="39" y="49"/>
                    </a:lnTo>
                    <a:lnTo>
                      <a:pt x="40" y="51"/>
                    </a:lnTo>
                    <a:lnTo>
                      <a:pt x="46" y="52"/>
                    </a:lnTo>
                    <a:lnTo>
                      <a:pt x="46" y="52"/>
                    </a:lnTo>
                    <a:lnTo>
                      <a:pt x="53" y="52"/>
                    </a:lnTo>
                    <a:lnTo>
                      <a:pt x="57" y="52"/>
                    </a:lnTo>
                    <a:lnTo>
                      <a:pt x="62" y="49"/>
                    </a:lnTo>
                    <a:lnTo>
                      <a:pt x="83" y="79"/>
                    </a:lnTo>
                    <a:lnTo>
                      <a:pt x="83" y="79"/>
                    </a:lnTo>
                    <a:lnTo>
                      <a:pt x="111" y="55"/>
                    </a:lnTo>
                    <a:lnTo>
                      <a:pt x="130" y="38"/>
                    </a:lnTo>
                    <a:lnTo>
                      <a:pt x="140" y="28"/>
                    </a:lnTo>
                    <a:lnTo>
                      <a:pt x="140" y="28"/>
                    </a:lnTo>
                    <a:lnTo>
                      <a:pt x="140" y="26"/>
                    </a:lnTo>
                    <a:lnTo>
                      <a:pt x="93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43"/>
              <p:cNvSpPr>
                <a:spLocks/>
              </p:cNvSpPr>
              <p:nvPr/>
            </p:nvSpPr>
            <p:spPr bwMode="auto">
              <a:xfrm>
                <a:off x="2030413" y="7073900"/>
                <a:ext cx="36513" cy="14287"/>
              </a:xfrm>
              <a:custGeom>
                <a:avLst/>
                <a:gdLst>
                  <a:gd name="T0" fmla="*/ 2 w 23"/>
                  <a:gd name="T1" fmla="*/ 6 h 9"/>
                  <a:gd name="T2" fmla="*/ 0 w 23"/>
                  <a:gd name="T3" fmla="*/ 6 h 9"/>
                  <a:gd name="T4" fmla="*/ 0 w 23"/>
                  <a:gd name="T5" fmla="*/ 6 h 9"/>
                  <a:gd name="T6" fmla="*/ 2 w 23"/>
                  <a:gd name="T7" fmla="*/ 7 h 9"/>
                  <a:gd name="T8" fmla="*/ 8 w 23"/>
                  <a:gd name="T9" fmla="*/ 9 h 9"/>
                  <a:gd name="T10" fmla="*/ 12 w 23"/>
                  <a:gd name="T11" fmla="*/ 9 h 9"/>
                  <a:gd name="T12" fmla="*/ 15 w 23"/>
                  <a:gd name="T13" fmla="*/ 7 h 9"/>
                  <a:gd name="T14" fmla="*/ 20 w 23"/>
                  <a:gd name="T15" fmla="*/ 4 h 9"/>
                  <a:gd name="T16" fmla="*/ 23 w 23"/>
                  <a:gd name="T17" fmla="*/ 0 h 9"/>
                  <a:gd name="T18" fmla="*/ 22 w 23"/>
                  <a:gd name="T19" fmla="*/ 0 h 9"/>
                  <a:gd name="T20" fmla="*/ 19 w 23"/>
                  <a:gd name="T21" fmla="*/ 0 h 9"/>
                  <a:gd name="T22" fmla="*/ 19 w 23"/>
                  <a:gd name="T23" fmla="*/ 0 h 9"/>
                  <a:gd name="T24" fmla="*/ 17 w 23"/>
                  <a:gd name="T25" fmla="*/ 0 h 9"/>
                  <a:gd name="T26" fmla="*/ 17 w 23"/>
                  <a:gd name="T27" fmla="*/ 0 h 9"/>
                  <a:gd name="T28" fmla="*/ 11 w 23"/>
                  <a:gd name="T29" fmla="*/ 4 h 9"/>
                  <a:gd name="T30" fmla="*/ 6 w 23"/>
                  <a:gd name="T31" fmla="*/ 6 h 9"/>
                  <a:gd name="T32" fmla="*/ 2 w 23"/>
                  <a:gd name="T33" fmla="*/ 6 h 9"/>
                  <a:gd name="T34" fmla="*/ 2 w 23"/>
                  <a:gd name="T35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9">
                    <a:moveTo>
                      <a:pt x="2" y="6"/>
                    </a:moveTo>
                    <a:lnTo>
                      <a:pt x="0" y="6"/>
                    </a:lnTo>
                    <a:lnTo>
                      <a:pt x="0" y="6"/>
                    </a:lnTo>
                    <a:lnTo>
                      <a:pt x="2" y="7"/>
                    </a:lnTo>
                    <a:lnTo>
                      <a:pt x="8" y="9"/>
                    </a:lnTo>
                    <a:lnTo>
                      <a:pt x="12" y="9"/>
                    </a:lnTo>
                    <a:lnTo>
                      <a:pt x="15" y="7"/>
                    </a:lnTo>
                    <a:lnTo>
                      <a:pt x="20" y="4"/>
                    </a:lnTo>
                    <a:lnTo>
                      <a:pt x="23" y="0"/>
                    </a:lnTo>
                    <a:lnTo>
                      <a:pt x="22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1" y="4"/>
                    </a:lnTo>
                    <a:lnTo>
                      <a:pt x="6" y="6"/>
                    </a:lnTo>
                    <a:lnTo>
                      <a:pt x="2" y="6"/>
                    </a:lnTo>
                    <a:lnTo>
                      <a:pt x="2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44"/>
              <p:cNvSpPr>
                <a:spLocks/>
              </p:cNvSpPr>
              <p:nvPr/>
            </p:nvSpPr>
            <p:spPr bwMode="auto">
              <a:xfrm>
                <a:off x="1804988" y="6850063"/>
                <a:ext cx="433388" cy="223837"/>
              </a:xfrm>
              <a:custGeom>
                <a:avLst/>
                <a:gdLst>
                  <a:gd name="T0" fmla="*/ 273 w 273"/>
                  <a:gd name="T1" fmla="*/ 96 h 141"/>
                  <a:gd name="T2" fmla="*/ 238 w 273"/>
                  <a:gd name="T3" fmla="*/ 90 h 141"/>
                  <a:gd name="T4" fmla="*/ 235 w 273"/>
                  <a:gd name="T5" fmla="*/ 88 h 141"/>
                  <a:gd name="T6" fmla="*/ 178 w 273"/>
                  <a:gd name="T7" fmla="*/ 79 h 141"/>
                  <a:gd name="T8" fmla="*/ 157 w 273"/>
                  <a:gd name="T9" fmla="*/ 74 h 141"/>
                  <a:gd name="T10" fmla="*/ 151 w 273"/>
                  <a:gd name="T11" fmla="*/ 76 h 141"/>
                  <a:gd name="T12" fmla="*/ 128 w 273"/>
                  <a:gd name="T13" fmla="*/ 5 h 141"/>
                  <a:gd name="T14" fmla="*/ 8 w 273"/>
                  <a:gd name="T15" fmla="*/ 0 h 141"/>
                  <a:gd name="T16" fmla="*/ 0 w 273"/>
                  <a:gd name="T17" fmla="*/ 5 h 141"/>
                  <a:gd name="T18" fmla="*/ 0 w 273"/>
                  <a:gd name="T19" fmla="*/ 5 h 141"/>
                  <a:gd name="T20" fmla="*/ 45 w 273"/>
                  <a:gd name="T21" fmla="*/ 120 h 141"/>
                  <a:gd name="T22" fmla="*/ 45 w 273"/>
                  <a:gd name="T23" fmla="*/ 120 h 141"/>
                  <a:gd name="T24" fmla="*/ 57 w 273"/>
                  <a:gd name="T25" fmla="*/ 124 h 141"/>
                  <a:gd name="T26" fmla="*/ 87 w 273"/>
                  <a:gd name="T27" fmla="*/ 128 h 141"/>
                  <a:gd name="T28" fmla="*/ 87 w 273"/>
                  <a:gd name="T29" fmla="*/ 128 h 141"/>
                  <a:gd name="T30" fmla="*/ 90 w 273"/>
                  <a:gd name="T31" fmla="*/ 128 h 141"/>
                  <a:gd name="T32" fmla="*/ 90 w 273"/>
                  <a:gd name="T33" fmla="*/ 128 h 141"/>
                  <a:gd name="T34" fmla="*/ 90 w 273"/>
                  <a:gd name="T35" fmla="*/ 120 h 141"/>
                  <a:gd name="T36" fmla="*/ 91 w 273"/>
                  <a:gd name="T37" fmla="*/ 107 h 141"/>
                  <a:gd name="T38" fmla="*/ 91 w 273"/>
                  <a:gd name="T39" fmla="*/ 107 h 141"/>
                  <a:gd name="T40" fmla="*/ 93 w 273"/>
                  <a:gd name="T41" fmla="*/ 102 h 141"/>
                  <a:gd name="T42" fmla="*/ 94 w 273"/>
                  <a:gd name="T43" fmla="*/ 99 h 141"/>
                  <a:gd name="T44" fmla="*/ 97 w 273"/>
                  <a:gd name="T45" fmla="*/ 99 h 141"/>
                  <a:gd name="T46" fmla="*/ 100 w 273"/>
                  <a:gd name="T47" fmla="*/ 102 h 141"/>
                  <a:gd name="T48" fmla="*/ 100 w 273"/>
                  <a:gd name="T49" fmla="*/ 102 h 141"/>
                  <a:gd name="T50" fmla="*/ 100 w 273"/>
                  <a:gd name="T51" fmla="*/ 100 h 141"/>
                  <a:gd name="T52" fmla="*/ 104 w 273"/>
                  <a:gd name="T53" fmla="*/ 100 h 141"/>
                  <a:gd name="T54" fmla="*/ 107 w 273"/>
                  <a:gd name="T55" fmla="*/ 104 h 141"/>
                  <a:gd name="T56" fmla="*/ 108 w 273"/>
                  <a:gd name="T57" fmla="*/ 110 h 141"/>
                  <a:gd name="T58" fmla="*/ 108 w 273"/>
                  <a:gd name="T59" fmla="*/ 110 h 141"/>
                  <a:gd name="T60" fmla="*/ 113 w 273"/>
                  <a:gd name="T61" fmla="*/ 110 h 141"/>
                  <a:gd name="T62" fmla="*/ 116 w 273"/>
                  <a:gd name="T63" fmla="*/ 111 h 141"/>
                  <a:gd name="T64" fmla="*/ 117 w 273"/>
                  <a:gd name="T65" fmla="*/ 116 h 141"/>
                  <a:gd name="T66" fmla="*/ 125 w 273"/>
                  <a:gd name="T67" fmla="*/ 134 h 141"/>
                  <a:gd name="T68" fmla="*/ 125 w 273"/>
                  <a:gd name="T69" fmla="*/ 134 h 141"/>
                  <a:gd name="T70" fmla="*/ 125 w 273"/>
                  <a:gd name="T71" fmla="*/ 134 h 141"/>
                  <a:gd name="T72" fmla="*/ 125 w 273"/>
                  <a:gd name="T73" fmla="*/ 134 h 141"/>
                  <a:gd name="T74" fmla="*/ 159 w 273"/>
                  <a:gd name="T75" fmla="*/ 141 h 141"/>
                  <a:gd name="T76" fmla="*/ 159 w 273"/>
                  <a:gd name="T77" fmla="*/ 141 h 141"/>
                  <a:gd name="T78" fmla="*/ 161 w 273"/>
                  <a:gd name="T79" fmla="*/ 141 h 141"/>
                  <a:gd name="T80" fmla="*/ 164 w 273"/>
                  <a:gd name="T81" fmla="*/ 141 h 141"/>
                  <a:gd name="T82" fmla="*/ 211 w 273"/>
                  <a:gd name="T83" fmla="*/ 125 h 141"/>
                  <a:gd name="T84" fmla="*/ 235 w 273"/>
                  <a:gd name="T85" fmla="*/ 119 h 141"/>
                  <a:gd name="T86" fmla="*/ 273 w 273"/>
                  <a:gd name="T87" fmla="*/ 107 h 141"/>
                  <a:gd name="T88" fmla="*/ 273 w 273"/>
                  <a:gd name="T89" fmla="*/ 96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73" h="141">
                    <a:moveTo>
                      <a:pt x="273" y="96"/>
                    </a:moveTo>
                    <a:lnTo>
                      <a:pt x="238" y="90"/>
                    </a:lnTo>
                    <a:lnTo>
                      <a:pt x="235" y="88"/>
                    </a:lnTo>
                    <a:lnTo>
                      <a:pt x="178" y="79"/>
                    </a:lnTo>
                    <a:lnTo>
                      <a:pt x="157" y="74"/>
                    </a:lnTo>
                    <a:lnTo>
                      <a:pt x="151" y="76"/>
                    </a:lnTo>
                    <a:lnTo>
                      <a:pt x="128" y="5"/>
                    </a:lnTo>
                    <a:lnTo>
                      <a:pt x="8" y="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45" y="120"/>
                    </a:lnTo>
                    <a:lnTo>
                      <a:pt x="45" y="120"/>
                    </a:lnTo>
                    <a:lnTo>
                      <a:pt x="57" y="124"/>
                    </a:lnTo>
                    <a:lnTo>
                      <a:pt x="87" y="128"/>
                    </a:lnTo>
                    <a:lnTo>
                      <a:pt x="87" y="128"/>
                    </a:lnTo>
                    <a:lnTo>
                      <a:pt x="90" y="128"/>
                    </a:lnTo>
                    <a:lnTo>
                      <a:pt x="90" y="128"/>
                    </a:lnTo>
                    <a:lnTo>
                      <a:pt x="90" y="120"/>
                    </a:lnTo>
                    <a:lnTo>
                      <a:pt x="91" y="107"/>
                    </a:lnTo>
                    <a:lnTo>
                      <a:pt x="91" y="107"/>
                    </a:lnTo>
                    <a:lnTo>
                      <a:pt x="93" y="102"/>
                    </a:lnTo>
                    <a:lnTo>
                      <a:pt x="94" y="99"/>
                    </a:lnTo>
                    <a:lnTo>
                      <a:pt x="97" y="99"/>
                    </a:lnTo>
                    <a:lnTo>
                      <a:pt x="100" y="102"/>
                    </a:lnTo>
                    <a:lnTo>
                      <a:pt x="100" y="102"/>
                    </a:lnTo>
                    <a:lnTo>
                      <a:pt x="100" y="100"/>
                    </a:lnTo>
                    <a:lnTo>
                      <a:pt x="104" y="100"/>
                    </a:lnTo>
                    <a:lnTo>
                      <a:pt x="107" y="104"/>
                    </a:lnTo>
                    <a:lnTo>
                      <a:pt x="108" y="110"/>
                    </a:lnTo>
                    <a:lnTo>
                      <a:pt x="108" y="110"/>
                    </a:lnTo>
                    <a:lnTo>
                      <a:pt x="113" y="110"/>
                    </a:lnTo>
                    <a:lnTo>
                      <a:pt x="116" y="111"/>
                    </a:lnTo>
                    <a:lnTo>
                      <a:pt x="117" y="116"/>
                    </a:lnTo>
                    <a:lnTo>
                      <a:pt x="125" y="134"/>
                    </a:lnTo>
                    <a:lnTo>
                      <a:pt x="125" y="134"/>
                    </a:lnTo>
                    <a:lnTo>
                      <a:pt x="125" y="134"/>
                    </a:lnTo>
                    <a:lnTo>
                      <a:pt x="125" y="134"/>
                    </a:lnTo>
                    <a:lnTo>
                      <a:pt x="159" y="141"/>
                    </a:lnTo>
                    <a:lnTo>
                      <a:pt x="159" y="141"/>
                    </a:lnTo>
                    <a:lnTo>
                      <a:pt x="161" y="141"/>
                    </a:lnTo>
                    <a:lnTo>
                      <a:pt x="164" y="141"/>
                    </a:lnTo>
                    <a:lnTo>
                      <a:pt x="211" y="125"/>
                    </a:lnTo>
                    <a:lnTo>
                      <a:pt x="235" y="119"/>
                    </a:lnTo>
                    <a:lnTo>
                      <a:pt x="273" y="107"/>
                    </a:lnTo>
                    <a:lnTo>
                      <a:pt x="273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45"/>
              <p:cNvSpPr>
                <a:spLocks/>
              </p:cNvSpPr>
              <p:nvPr/>
            </p:nvSpPr>
            <p:spPr bwMode="auto">
              <a:xfrm>
                <a:off x="2270126" y="6678613"/>
                <a:ext cx="34925" cy="61912"/>
              </a:xfrm>
              <a:custGeom>
                <a:avLst/>
                <a:gdLst>
                  <a:gd name="T0" fmla="*/ 5 w 22"/>
                  <a:gd name="T1" fmla="*/ 34 h 39"/>
                  <a:gd name="T2" fmla="*/ 5 w 22"/>
                  <a:gd name="T3" fmla="*/ 34 h 39"/>
                  <a:gd name="T4" fmla="*/ 8 w 22"/>
                  <a:gd name="T5" fmla="*/ 39 h 39"/>
                  <a:gd name="T6" fmla="*/ 8 w 22"/>
                  <a:gd name="T7" fmla="*/ 39 h 39"/>
                  <a:gd name="T8" fmla="*/ 22 w 22"/>
                  <a:gd name="T9" fmla="*/ 0 h 39"/>
                  <a:gd name="T10" fmla="*/ 22 w 22"/>
                  <a:gd name="T11" fmla="*/ 0 h 39"/>
                  <a:gd name="T12" fmla="*/ 17 w 22"/>
                  <a:gd name="T13" fmla="*/ 5 h 39"/>
                  <a:gd name="T14" fmla="*/ 12 w 22"/>
                  <a:gd name="T15" fmla="*/ 10 h 39"/>
                  <a:gd name="T16" fmla="*/ 0 w 22"/>
                  <a:gd name="T17" fmla="*/ 17 h 39"/>
                  <a:gd name="T18" fmla="*/ 0 w 22"/>
                  <a:gd name="T19" fmla="*/ 17 h 39"/>
                  <a:gd name="T20" fmla="*/ 2 w 22"/>
                  <a:gd name="T21" fmla="*/ 17 h 39"/>
                  <a:gd name="T22" fmla="*/ 3 w 22"/>
                  <a:gd name="T23" fmla="*/ 19 h 39"/>
                  <a:gd name="T24" fmla="*/ 5 w 22"/>
                  <a:gd name="T25" fmla="*/ 23 h 39"/>
                  <a:gd name="T26" fmla="*/ 6 w 22"/>
                  <a:gd name="T27" fmla="*/ 30 h 39"/>
                  <a:gd name="T28" fmla="*/ 5 w 22"/>
                  <a:gd name="T29" fmla="*/ 34 h 39"/>
                  <a:gd name="T30" fmla="*/ 5 w 22"/>
                  <a:gd name="T31" fmla="*/ 3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2" h="39">
                    <a:moveTo>
                      <a:pt x="5" y="34"/>
                    </a:moveTo>
                    <a:lnTo>
                      <a:pt x="5" y="34"/>
                    </a:lnTo>
                    <a:lnTo>
                      <a:pt x="8" y="39"/>
                    </a:lnTo>
                    <a:lnTo>
                      <a:pt x="8" y="39"/>
                    </a:lnTo>
                    <a:lnTo>
                      <a:pt x="22" y="0"/>
                    </a:lnTo>
                    <a:lnTo>
                      <a:pt x="22" y="0"/>
                    </a:lnTo>
                    <a:lnTo>
                      <a:pt x="17" y="5"/>
                    </a:lnTo>
                    <a:lnTo>
                      <a:pt x="12" y="1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5" y="23"/>
                    </a:lnTo>
                    <a:lnTo>
                      <a:pt x="6" y="30"/>
                    </a:lnTo>
                    <a:lnTo>
                      <a:pt x="5" y="34"/>
                    </a:lnTo>
                    <a:lnTo>
                      <a:pt x="5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46"/>
              <p:cNvSpPr>
                <a:spLocks/>
              </p:cNvSpPr>
              <p:nvPr/>
            </p:nvSpPr>
            <p:spPr bwMode="auto">
              <a:xfrm>
                <a:off x="2220913" y="6710363"/>
                <a:ext cx="42863" cy="142875"/>
              </a:xfrm>
              <a:custGeom>
                <a:avLst/>
                <a:gdLst>
                  <a:gd name="T0" fmla="*/ 27 w 27"/>
                  <a:gd name="T1" fmla="*/ 19 h 90"/>
                  <a:gd name="T2" fmla="*/ 27 w 27"/>
                  <a:gd name="T3" fmla="*/ 19 h 90"/>
                  <a:gd name="T4" fmla="*/ 22 w 27"/>
                  <a:gd name="T5" fmla="*/ 13 h 90"/>
                  <a:gd name="T6" fmla="*/ 22 w 27"/>
                  <a:gd name="T7" fmla="*/ 7 h 90"/>
                  <a:gd name="T8" fmla="*/ 22 w 27"/>
                  <a:gd name="T9" fmla="*/ 3 h 90"/>
                  <a:gd name="T10" fmla="*/ 23 w 27"/>
                  <a:gd name="T11" fmla="*/ 0 h 90"/>
                  <a:gd name="T12" fmla="*/ 23 w 27"/>
                  <a:gd name="T13" fmla="*/ 0 h 90"/>
                  <a:gd name="T14" fmla="*/ 13 w 27"/>
                  <a:gd name="T15" fmla="*/ 3 h 90"/>
                  <a:gd name="T16" fmla="*/ 13 w 27"/>
                  <a:gd name="T17" fmla="*/ 3 h 90"/>
                  <a:gd name="T18" fmla="*/ 8 w 27"/>
                  <a:gd name="T19" fmla="*/ 5 h 90"/>
                  <a:gd name="T20" fmla="*/ 3 w 27"/>
                  <a:gd name="T21" fmla="*/ 3 h 90"/>
                  <a:gd name="T22" fmla="*/ 0 w 27"/>
                  <a:gd name="T23" fmla="*/ 0 h 90"/>
                  <a:gd name="T24" fmla="*/ 0 w 27"/>
                  <a:gd name="T25" fmla="*/ 0 h 90"/>
                  <a:gd name="T26" fmla="*/ 3 w 27"/>
                  <a:gd name="T27" fmla="*/ 22 h 90"/>
                  <a:gd name="T28" fmla="*/ 8 w 27"/>
                  <a:gd name="T29" fmla="*/ 51 h 90"/>
                  <a:gd name="T30" fmla="*/ 17 w 27"/>
                  <a:gd name="T31" fmla="*/ 90 h 90"/>
                  <a:gd name="T32" fmla="*/ 17 w 27"/>
                  <a:gd name="T33" fmla="*/ 90 h 90"/>
                  <a:gd name="T34" fmla="*/ 19 w 27"/>
                  <a:gd name="T35" fmla="*/ 81 h 90"/>
                  <a:gd name="T36" fmla="*/ 22 w 27"/>
                  <a:gd name="T37" fmla="*/ 68 h 90"/>
                  <a:gd name="T38" fmla="*/ 22 w 27"/>
                  <a:gd name="T39" fmla="*/ 68 h 90"/>
                  <a:gd name="T40" fmla="*/ 22 w 27"/>
                  <a:gd name="T41" fmla="*/ 42 h 90"/>
                  <a:gd name="T42" fmla="*/ 23 w 27"/>
                  <a:gd name="T43" fmla="*/ 30 h 90"/>
                  <a:gd name="T44" fmla="*/ 27 w 27"/>
                  <a:gd name="T45" fmla="*/ 19 h 90"/>
                  <a:gd name="T46" fmla="*/ 27 w 27"/>
                  <a:gd name="T47" fmla="*/ 1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" h="90">
                    <a:moveTo>
                      <a:pt x="27" y="19"/>
                    </a:moveTo>
                    <a:lnTo>
                      <a:pt x="27" y="19"/>
                    </a:lnTo>
                    <a:lnTo>
                      <a:pt x="22" y="13"/>
                    </a:lnTo>
                    <a:lnTo>
                      <a:pt x="22" y="7"/>
                    </a:lnTo>
                    <a:lnTo>
                      <a:pt x="22" y="3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13" y="3"/>
                    </a:lnTo>
                    <a:lnTo>
                      <a:pt x="13" y="3"/>
                    </a:lnTo>
                    <a:lnTo>
                      <a:pt x="8" y="5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22"/>
                    </a:lnTo>
                    <a:lnTo>
                      <a:pt x="8" y="51"/>
                    </a:lnTo>
                    <a:lnTo>
                      <a:pt x="17" y="90"/>
                    </a:lnTo>
                    <a:lnTo>
                      <a:pt x="17" y="90"/>
                    </a:lnTo>
                    <a:lnTo>
                      <a:pt x="19" y="81"/>
                    </a:lnTo>
                    <a:lnTo>
                      <a:pt x="22" y="68"/>
                    </a:lnTo>
                    <a:lnTo>
                      <a:pt x="22" y="68"/>
                    </a:lnTo>
                    <a:lnTo>
                      <a:pt x="22" y="42"/>
                    </a:lnTo>
                    <a:lnTo>
                      <a:pt x="23" y="30"/>
                    </a:lnTo>
                    <a:lnTo>
                      <a:pt x="27" y="19"/>
                    </a:lnTo>
                    <a:lnTo>
                      <a:pt x="27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47"/>
              <p:cNvSpPr>
                <a:spLocks/>
              </p:cNvSpPr>
              <p:nvPr/>
            </p:nvSpPr>
            <p:spPr bwMode="auto">
              <a:xfrm>
                <a:off x="2417763" y="6581775"/>
                <a:ext cx="42863" cy="46037"/>
              </a:xfrm>
              <a:custGeom>
                <a:avLst/>
                <a:gdLst>
                  <a:gd name="T0" fmla="*/ 21 w 27"/>
                  <a:gd name="T1" fmla="*/ 24 h 29"/>
                  <a:gd name="T2" fmla="*/ 21 w 27"/>
                  <a:gd name="T3" fmla="*/ 24 h 29"/>
                  <a:gd name="T4" fmla="*/ 26 w 27"/>
                  <a:gd name="T5" fmla="*/ 20 h 29"/>
                  <a:gd name="T6" fmla="*/ 27 w 27"/>
                  <a:gd name="T7" fmla="*/ 17 h 29"/>
                  <a:gd name="T8" fmla="*/ 26 w 27"/>
                  <a:gd name="T9" fmla="*/ 10 h 29"/>
                  <a:gd name="T10" fmla="*/ 18 w 27"/>
                  <a:gd name="T11" fmla="*/ 0 h 29"/>
                  <a:gd name="T12" fmla="*/ 17 w 27"/>
                  <a:gd name="T13" fmla="*/ 3 h 29"/>
                  <a:gd name="T14" fmla="*/ 17 w 27"/>
                  <a:gd name="T15" fmla="*/ 3 h 29"/>
                  <a:gd name="T16" fmla="*/ 17 w 27"/>
                  <a:gd name="T17" fmla="*/ 3 h 29"/>
                  <a:gd name="T18" fmla="*/ 17 w 27"/>
                  <a:gd name="T19" fmla="*/ 3 h 29"/>
                  <a:gd name="T20" fmla="*/ 15 w 27"/>
                  <a:gd name="T21" fmla="*/ 7 h 29"/>
                  <a:gd name="T22" fmla="*/ 15 w 27"/>
                  <a:gd name="T23" fmla="*/ 7 h 29"/>
                  <a:gd name="T24" fmla="*/ 7 w 27"/>
                  <a:gd name="T25" fmla="*/ 17 h 29"/>
                  <a:gd name="T26" fmla="*/ 4 w 27"/>
                  <a:gd name="T27" fmla="*/ 20 h 29"/>
                  <a:gd name="T28" fmla="*/ 0 w 27"/>
                  <a:gd name="T29" fmla="*/ 21 h 29"/>
                  <a:gd name="T30" fmla="*/ 0 w 27"/>
                  <a:gd name="T31" fmla="*/ 21 h 29"/>
                  <a:gd name="T32" fmla="*/ 1 w 27"/>
                  <a:gd name="T33" fmla="*/ 27 h 29"/>
                  <a:gd name="T34" fmla="*/ 1 w 27"/>
                  <a:gd name="T35" fmla="*/ 27 h 29"/>
                  <a:gd name="T36" fmla="*/ 1 w 27"/>
                  <a:gd name="T37" fmla="*/ 27 h 29"/>
                  <a:gd name="T38" fmla="*/ 1 w 27"/>
                  <a:gd name="T39" fmla="*/ 27 h 29"/>
                  <a:gd name="T40" fmla="*/ 10 w 27"/>
                  <a:gd name="T41" fmla="*/ 29 h 29"/>
                  <a:gd name="T42" fmla="*/ 17 w 27"/>
                  <a:gd name="T43" fmla="*/ 27 h 29"/>
                  <a:gd name="T44" fmla="*/ 21 w 27"/>
                  <a:gd name="T45" fmla="*/ 24 h 29"/>
                  <a:gd name="T46" fmla="*/ 21 w 27"/>
                  <a:gd name="T47" fmla="*/ 2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" h="29">
                    <a:moveTo>
                      <a:pt x="21" y="24"/>
                    </a:moveTo>
                    <a:lnTo>
                      <a:pt x="21" y="24"/>
                    </a:lnTo>
                    <a:lnTo>
                      <a:pt x="26" y="20"/>
                    </a:lnTo>
                    <a:lnTo>
                      <a:pt x="27" y="17"/>
                    </a:lnTo>
                    <a:lnTo>
                      <a:pt x="26" y="10"/>
                    </a:lnTo>
                    <a:lnTo>
                      <a:pt x="18" y="0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5" y="7"/>
                    </a:lnTo>
                    <a:lnTo>
                      <a:pt x="15" y="7"/>
                    </a:lnTo>
                    <a:lnTo>
                      <a:pt x="7" y="17"/>
                    </a:lnTo>
                    <a:lnTo>
                      <a:pt x="4" y="20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1" y="27"/>
                    </a:lnTo>
                    <a:lnTo>
                      <a:pt x="1" y="27"/>
                    </a:lnTo>
                    <a:lnTo>
                      <a:pt x="1" y="27"/>
                    </a:lnTo>
                    <a:lnTo>
                      <a:pt x="1" y="27"/>
                    </a:lnTo>
                    <a:lnTo>
                      <a:pt x="10" y="29"/>
                    </a:lnTo>
                    <a:lnTo>
                      <a:pt x="17" y="27"/>
                    </a:lnTo>
                    <a:lnTo>
                      <a:pt x="21" y="24"/>
                    </a:lnTo>
                    <a:lnTo>
                      <a:pt x="21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48"/>
              <p:cNvSpPr>
                <a:spLocks/>
              </p:cNvSpPr>
              <p:nvPr/>
            </p:nvSpPr>
            <p:spPr bwMode="auto">
              <a:xfrm>
                <a:off x="2300288" y="7011988"/>
                <a:ext cx="36513" cy="87312"/>
              </a:xfrm>
              <a:custGeom>
                <a:avLst/>
                <a:gdLst>
                  <a:gd name="T0" fmla="*/ 23 w 23"/>
                  <a:gd name="T1" fmla="*/ 55 h 55"/>
                  <a:gd name="T2" fmla="*/ 0 w 23"/>
                  <a:gd name="T3" fmla="*/ 55 h 55"/>
                  <a:gd name="T4" fmla="*/ 0 w 23"/>
                  <a:gd name="T5" fmla="*/ 55 h 55"/>
                  <a:gd name="T6" fmla="*/ 0 w 23"/>
                  <a:gd name="T7" fmla="*/ 40 h 55"/>
                  <a:gd name="T8" fmla="*/ 0 w 23"/>
                  <a:gd name="T9" fmla="*/ 22 h 55"/>
                  <a:gd name="T10" fmla="*/ 0 w 23"/>
                  <a:gd name="T11" fmla="*/ 0 h 55"/>
                  <a:gd name="T12" fmla="*/ 0 w 23"/>
                  <a:gd name="T13" fmla="*/ 0 h 55"/>
                  <a:gd name="T14" fmla="*/ 1 w 23"/>
                  <a:gd name="T15" fmla="*/ 5 h 55"/>
                  <a:gd name="T16" fmla="*/ 6 w 23"/>
                  <a:gd name="T17" fmla="*/ 20 h 55"/>
                  <a:gd name="T18" fmla="*/ 12 w 23"/>
                  <a:gd name="T19" fmla="*/ 39 h 55"/>
                  <a:gd name="T20" fmla="*/ 18 w 23"/>
                  <a:gd name="T21" fmla="*/ 48 h 55"/>
                  <a:gd name="T22" fmla="*/ 23 w 23"/>
                  <a:gd name="T23" fmla="*/ 55 h 55"/>
                  <a:gd name="T24" fmla="*/ 23 w 23"/>
                  <a:gd name="T2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55">
                    <a:moveTo>
                      <a:pt x="23" y="55"/>
                    </a:moveTo>
                    <a:lnTo>
                      <a:pt x="0" y="55"/>
                    </a:lnTo>
                    <a:lnTo>
                      <a:pt x="0" y="55"/>
                    </a:lnTo>
                    <a:lnTo>
                      <a:pt x="0" y="40"/>
                    </a:lnTo>
                    <a:lnTo>
                      <a:pt x="0" y="2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6" y="20"/>
                    </a:lnTo>
                    <a:lnTo>
                      <a:pt x="12" y="39"/>
                    </a:lnTo>
                    <a:lnTo>
                      <a:pt x="18" y="48"/>
                    </a:lnTo>
                    <a:lnTo>
                      <a:pt x="23" y="55"/>
                    </a:lnTo>
                    <a:lnTo>
                      <a:pt x="23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3373959" y="4527001"/>
              <a:ext cx="621977" cy="1323982"/>
              <a:chOff x="6919913" y="1900238"/>
              <a:chExt cx="703263" cy="1497012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7" name="Freeform 26"/>
              <p:cNvSpPr>
                <a:spLocks/>
              </p:cNvSpPr>
              <p:nvPr/>
            </p:nvSpPr>
            <p:spPr bwMode="auto">
              <a:xfrm>
                <a:off x="6991351" y="2105025"/>
                <a:ext cx="631825" cy="1292225"/>
              </a:xfrm>
              <a:custGeom>
                <a:avLst/>
                <a:gdLst>
                  <a:gd name="T0" fmla="*/ 388 w 398"/>
                  <a:gd name="T1" fmla="*/ 148 h 814"/>
                  <a:gd name="T2" fmla="*/ 371 w 398"/>
                  <a:gd name="T3" fmla="*/ 51 h 814"/>
                  <a:gd name="T4" fmla="*/ 347 w 398"/>
                  <a:gd name="T5" fmla="*/ 36 h 814"/>
                  <a:gd name="T6" fmla="*/ 327 w 398"/>
                  <a:gd name="T7" fmla="*/ 26 h 814"/>
                  <a:gd name="T8" fmla="*/ 313 w 398"/>
                  <a:gd name="T9" fmla="*/ 20 h 814"/>
                  <a:gd name="T10" fmla="*/ 297 w 398"/>
                  <a:gd name="T11" fmla="*/ 0 h 814"/>
                  <a:gd name="T12" fmla="*/ 293 w 398"/>
                  <a:gd name="T13" fmla="*/ 13 h 814"/>
                  <a:gd name="T14" fmla="*/ 239 w 398"/>
                  <a:gd name="T15" fmla="*/ 28 h 814"/>
                  <a:gd name="T16" fmla="*/ 230 w 398"/>
                  <a:gd name="T17" fmla="*/ 57 h 814"/>
                  <a:gd name="T18" fmla="*/ 222 w 398"/>
                  <a:gd name="T19" fmla="*/ 51 h 814"/>
                  <a:gd name="T20" fmla="*/ 234 w 398"/>
                  <a:gd name="T21" fmla="*/ 17 h 814"/>
                  <a:gd name="T22" fmla="*/ 217 w 398"/>
                  <a:gd name="T23" fmla="*/ 30 h 814"/>
                  <a:gd name="T24" fmla="*/ 185 w 398"/>
                  <a:gd name="T25" fmla="*/ 37 h 814"/>
                  <a:gd name="T26" fmla="*/ 129 w 398"/>
                  <a:gd name="T27" fmla="*/ 79 h 814"/>
                  <a:gd name="T28" fmla="*/ 85 w 398"/>
                  <a:gd name="T29" fmla="*/ 82 h 814"/>
                  <a:gd name="T30" fmla="*/ 63 w 398"/>
                  <a:gd name="T31" fmla="*/ 57 h 814"/>
                  <a:gd name="T32" fmla="*/ 42 w 398"/>
                  <a:gd name="T33" fmla="*/ 40 h 814"/>
                  <a:gd name="T34" fmla="*/ 17 w 398"/>
                  <a:gd name="T35" fmla="*/ 68 h 814"/>
                  <a:gd name="T36" fmla="*/ 31 w 398"/>
                  <a:gd name="T37" fmla="*/ 104 h 814"/>
                  <a:gd name="T38" fmla="*/ 82 w 398"/>
                  <a:gd name="T39" fmla="*/ 142 h 814"/>
                  <a:gd name="T40" fmla="*/ 163 w 398"/>
                  <a:gd name="T41" fmla="*/ 137 h 814"/>
                  <a:gd name="T42" fmla="*/ 163 w 398"/>
                  <a:gd name="T43" fmla="*/ 219 h 814"/>
                  <a:gd name="T44" fmla="*/ 142 w 398"/>
                  <a:gd name="T45" fmla="*/ 355 h 814"/>
                  <a:gd name="T46" fmla="*/ 159 w 398"/>
                  <a:gd name="T47" fmla="*/ 383 h 814"/>
                  <a:gd name="T48" fmla="*/ 157 w 398"/>
                  <a:gd name="T49" fmla="*/ 443 h 814"/>
                  <a:gd name="T50" fmla="*/ 173 w 398"/>
                  <a:gd name="T51" fmla="*/ 592 h 814"/>
                  <a:gd name="T52" fmla="*/ 176 w 398"/>
                  <a:gd name="T53" fmla="*/ 669 h 814"/>
                  <a:gd name="T54" fmla="*/ 176 w 398"/>
                  <a:gd name="T55" fmla="*/ 740 h 814"/>
                  <a:gd name="T56" fmla="*/ 146 w 398"/>
                  <a:gd name="T57" fmla="*/ 753 h 814"/>
                  <a:gd name="T58" fmla="*/ 120 w 398"/>
                  <a:gd name="T59" fmla="*/ 779 h 814"/>
                  <a:gd name="T60" fmla="*/ 136 w 398"/>
                  <a:gd name="T61" fmla="*/ 791 h 814"/>
                  <a:gd name="T62" fmla="*/ 160 w 398"/>
                  <a:gd name="T63" fmla="*/ 786 h 814"/>
                  <a:gd name="T64" fmla="*/ 230 w 398"/>
                  <a:gd name="T65" fmla="*/ 771 h 814"/>
                  <a:gd name="T66" fmla="*/ 236 w 398"/>
                  <a:gd name="T67" fmla="*/ 754 h 814"/>
                  <a:gd name="T68" fmla="*/ 237 w 398"/>
                  <a:gd name="T69" fmla="*/ 705 h 814"/>
                  <a:gd name="T70" fmla="*/ 245 w 398"/>
                  <a:gd name="T71" fmla="*/ 614 h 814"/>
                  <a:gd name="T72" fmla="*/ 251 w 398"/>
                  <a:gd name="T73" fmla="*/ 523 h 814"/>
                  <a:gd name="T74" fmla="*/ 274 w 398"/>
                  <a:gd name="T75" fmla="*/ 544 h 814"/>
                  <a:gd name="T76" fmla="*/ 282 w 398"/>
                  <a:gd name="T77" fmla="*/ 645 h 814"/>
                  <a:gd name="T78" fmla="*/ 279 w 398"/>
                  <a:gd name="T79" fmla="*/ 737 h 814"/>
                  <a:gd name="T80" fmla="*/ 285 w 398"/>
                  <a:gd name="T81" fmla="*/ 757 h 814"/>
                  <a:gd name="T82" fmla="*/ 284 w 398"/>
                  <a:gd name="T83" fmla="*/ 777 h 814"/>
                  <a:gd name="T84" fmla="*/ 264 w 398"/>
                  <a:gd name="T85" fmla="*/ 805 h 814"/>
                  <a:gd name="T86" fmla="*/ 293 w 398"/>
                  <a:gd name="T87" fmla="*/ 814 h 814"/>
                  <a:gd name="T88" fmla="*/ 338 w 398"/>
                  <a:gd name="T89" fmla="*/ 793 h 814"/>
                  <a:gd name="T90" fmla="*/ 345 w 398"/>
                  <a:gd name="T91" fmla="*/ 776 h 814"/>
                  <a:gd name="T92" fmla="*/ 351 w 398"/>
                  <a:gd name="T93" fmla="*/ 757 h 814"/>
                  <a:gd name="T94" fmla="*/ 353 w 398"/>
                  <a:gd name="T95" fmla="*/ 700 h 814"/>
                  <a:gd name="T96" fmla="*/ 353 w 398"/>
                  <a:gd name="T97" fmla="*/ 625 h 814"/>
                  <a:gd name="T98" fmla="*/ 342 w 398"/>
                  <a:gd name="T99" fmla="*/ 512 h 814"/>
                  <a:gd name="T100" fmla="*/ 334 w 398"/>
                  <a:gd name="T101" fmla="*/ 400 h 814"/>
                  <a:gd name="T102" fmla="*/ 334 w 398"/>
                  <a:gd name="T103" fmla="*/ 332 h 814"/>
                  <a:gd name="T104" fmla="*/ 375 w 398"/>
                  <a:gd name="T105" fmla="*/ 255 h 814"/>
                  <a:gd name="T106" fmla="*/ 395 w 398"/>
                  <a:gd name="T107" fmla="*/ 238 h 814"/>
                  <a:gd name="T108" fmla="*/ 396 w 398"/>
                  <a:gd name="T109" fmla="*/ 215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98" h="814">
                    <a:moveTo>
                      <a:pt x="396" y="215"/>
                    </a:moveTo>
                    <a:lnTo>
                      <a:pt x="396" y="215"/>
                    </a:lnTo>
                    <a:lnTo>
                      <a:pt x="393" y="182"/>
                    </a:lnTo>
                    <a:lnTo>
                      <a:pt x="388" y="148"/>
                    </a:lnTo>
                    <a:lnTo>
                      <a:pt x="388" y="148"/>
                    </a:lnTo>
                    <a:lnTo>
                      <a:pt x="376" y="84"/>
                    </a:lnTo>
                    <a:lnTo>
                      <a:pt x="376" y="84"/>
                    </a:lnTo>
                    <a:lnTo>
                      <a:pt x="375" y="68"/>
                    </a:lnTo>
                    <a:lnTo>
                      <a:pt x="373" y="59"/>
                    </a:lnTo>
                    <a:lnTo>
                      <a:pt x="371" y="51"/>
                    </a:lnTo>
                    <a:lnTo>
                      <a:pt x="371" y="51"/>
                    </a:lnTo>
                    <a:lnTo>
                      <a:pt x="370" y="48"/>
                    </a:lnTo>
                    <a:lnTo>
                      <a:pt x="365" y="47"/>
                    </a:lnTo>
                    <a:lnTo>
                      <a:pt x="356" y="40"/>
                    </a:lnTo>
                    <a:lnTo>
                      <a:pt x="347" y="36"/>
                    </a:lnTo>
                    <a:lnTo>
                      <a:pt x="339" y="34"/>
                    </a:lnTo>
                    <a:lnTo>
                      <a:pt x="339" y="34"/>
                    </a:lnTo>
                    <a:lnTo>
                      <a:pt x="334" y="33"/>
                    </a:lnTo>
                    <a:lnTo>
                      <a:pt x="327" y="26"/>
                    </a:lnTo>
                    <a:lnTo>
                      <a:pt x="327" y="26"/>
                    </a:lnTo>
                    <a:lnTo>
                      <a:pt x="322" y="23"/>
                    </a:lnTo>
                    <a:lnTo>
                      <a:pt x="319" y="22"/>
                    </a:lnTo>
                    <a:lnTo>
                      <a:pt x="314" y="22"/>
                    </a:lnTo>
                    <a:lnTo>
                      <a:pt x="314" y="22"/>
                    </a:lnTo>
                    <a:lnTo>
                      <a:pt x="313" y="20"/>
                    </a:lnTo>
                    <a:lnTo>
                      <a:pt x="310" y="16"/>
                    </a:lnTo>
                    <a:lnTo>
                      <a:pt x="304" y="5"/>
                    </a:lnTo>
                    <a:lnTo>
                      <a:pt x="304" y="5"/>
                    </a:lnTo>
                    <a:lnTo>
                      <a:pt x="301" y="2"/>
                    </a:lnTo>
                    <a:lnTo>
                      <a:pt x="297" y="0"/>
                    </a:lnTo>
                    <a:lnTo>
                      <a:pt x="297" y="0"/>
                    </a:lnTo>
                    <a:lnTo>
                      <a:pt x="297" y="6"/>
                    </a:lnTo>
                    <a:lnTo>
                      <a:pt x="297" y="10"/>
                    </a:lnTo>
                    <a:lnTo>
                      <a:pt x="293" y="13"/>
                    </a:lnTo>
                    <a:lnTo>
                      <a:pt x="293" y="13"/>
                    </a:lnTo>
                    <a:lnTo>
                      <a:pt x="236" y="68"/>
                    </a:lnTo>
                    <a:lnTo>
                      <a:pt x="236" y="68"/>
                    </a:lnTo>
                    <a:lnTo>
                      <a:pt x="247" y="40"/>
                    </a:lnTo>
                    <a:lnTo>
                      <a:pt x="243" y="28"/>
                    </a:lnTo>
                    <a:lnTo>
                      <a:pt x="239" y="28"/>
                    </a:lnTo>
                    <a:lnTo>
                      <a:pt x="239" y="28"/>
                    </a:lnTo>
                    <a:lnTo>
                      <a:pt x="236" y="34"/>
                    </a:lnTo>
                    <a:lnTo>
                      <a:pt x="236" y="34"/>
                    </a:lnTo>
                    <a:lnTo>
                      <a:pt x="230" y="57"/>
                    </a:lnTo>
                    <a:lnTo>
                      <a:pt x="230" y="57"/>
                    </a:lnTo>
                    <a:lnTo>
                      <a:pt x="222" y="73"/>
                    </a:lnTo>
                    <a:lnTo>
                      <a:pt x="214" y="85"/>
                    </a:lnTo>
                    <a:lnTo>
                      <a:pt x="214" y="85"/>
                    </a:lnTo>
                    <a:lnTo>
                      <a:pt x="222" y="51"/>
                    </a:lnTo>
                    <a:lnTo>
                      <a:pt x="222" y="51"/>
                    </a:lnTo>
                    <a:lnTo>
                      <a:pt x="225" y="45"/>
                    </a:lnTo>
                    <a:lnTo>
                      <a:pt x="228" y="39"/>
                    </a:lnTo>
                    <a:lnTo>
                      <a:pt x="233" y="31"/>
                    </a:lnTo>
                    <a:lnTo>
                      <a:pt x="233" y="31"/>
                    </a:lnTo>
                    <a:lnTo>
                      <a:pt x="234" y="17"/>
                    </a:lnTo>
                    <a:lnTo>
                      <a:pt x="234" y="17"/>
                    </a:lnTo>
                    <a:lnTo>
                      <a:pt x="230" y="23"/>
                    </a:lnTo>
                    <a:lnTo>
                      <a:pt x="230" y="23"/>
                    </a:lnTo>
                    <a:lnTo>
                      <a:pt x="227" y="26"/>
                    </a:lnTo>
                    <a:lnTo>
                      <a:pt x="217" y="30"/>
                    </a:lnTo>
                    <a:lnTo>
                      <a:pt x="206" y="31"/>
                    </a:lnTo>
                    <a:lnTo>
                      <a:pt x="196" y="31"/>
                    </a:lnTo>
                    <a:lnTo>
                      <a:pt x="196" y="31"/>
                    </a:lnTo>
                    <a:lnTo>
                      <a:pt x="191" y="33"/>
                    </a:lnTo>
                    <a:lnTo>
                      <a:pt x="185" y="37"/>
                    </a:lnTo>
                    <a:lnTo>
                      <a:pt x="171" y="47"/>
                    </a:lnTo>
                    <a:lnTo>
                      <a:pt x="153" y="67"/>
                    </a:lnTo>
                    <a:lnTo>
                      <a:pt x="153" y="67"/>
                    </a:lnTo>
                    <a:lnTo>
                      <a:pt x="145" y="73"/>
                    </a:lnTo>
                    <a:lnTo>
                      <a:pt x="129" y="79"/>
                    </a:lnTo>
                    <a:lnTo>
                      <a:pt x="114" y="84"/>
                    </a:lnTo>
                    <a:lnTo>
                      <a:pt x="102" y="85"/>
                    </a:lnTo>
                    <a:lnTo>
                      <a:pt x="102" y="85"/>
                    </a:lnTo>
                    <a:lnTo>
                      <a:pt x="92" y="85"/>
                    </a:lnTo>
                    <a:lnTo>
                      <a:pt x="85" y="82"/>
                    </a:lnTo>
                    <a:lnTo>
                      <a:pt x="79" y="79"/>
                    </a:lnTo>
                    <a:lnTo>
                      <a:pt x="75" y="76"/>
                    </a:lnTo>
                    <a:lnTo>
                      <a:pt x="75" y="76"/>
                    </a:lnTo>
                    <a:lnTo>
                      <a:pt x="63" y="57"/>
                    </a:lnTo>
                    <a:lnTo>
                      <a:pt x="63" y="57"/>
                    </a:lnTo>
                    <a:lnTo>
                      <a:pt x="48" y="40"/>
                    </a:lnTo>
                    <a:lnTo>
                      <a:pt x="48" y="40"/>
                    </a:lnTo>
                    <a:lnTo>
                      <a:pt x="42" y="34"/>
                    </a:lnTo>
                    <a:lnTo>
                      <a:pt x="42" y="34"/>
                    </a:lnTo>
                    <a:lnTo>
                      <a:pt x="42" y="40"/>
                    </a:lnTo>
                    <a:lnTo>
                      <a:pt x="40" y="45"/>
                    </a:lnTo>
                    <a:lnTo>
                      <a:pt x="40" y="45"/>
                    </a:lnTo>
                    <a:lnTo>
                      <a:pt x="28" y="59"/>
                    </a:lnTo>
                    <a:lnTo>
                      <a:pt x="17" y="68"/>
                    </a:lnTo>
                    <a:lnTo>
                      <a:pt x="17" y="68"/>
                    </a:lnTo>
                    <a:lnTo>
                      <a:pt x="12" y="6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31" y="104"/>
                    </a:lnTo>
                    <a:lnTo>
                      <a:pt x="31" y="104"/>
                    </a:lnTo>
                    <a:lnTo>
                      <a:pt x="43" y="114"/>
                    </a:lnTo>
                    <a:lnTo>
                      <a:pt x="58" y="125"/>
                    </a:lnTo>
                    <a:lnTo>
                      <a:pt x="71" y="136"/>
                    </a:lnTo>
                    <a:lnTo>
                      <a:pt x="82" y="142"/>
                    </a:lnTo>
                    <a:lnTo>
                      <a:pt x="82" y="142"/>
                    </a:lnTo>
                    <a:lnTo>
                      <a:pt x="89" y="144"/>
                    </a:lnTo>
                    <a:lnTo>
                      <a:pt x="100" y="144"/>
                    </a:lnTo>
                    <a:lnTo>
                      <a:pt x="126" y="141"/>
                    </a:lnTo>
                    <a:lnTo>
                      <a:pt x="163" y="137"/>
                    </a:lnTo>
                    <a:lnTo>
                      <a:pt x="163" y="137"/>
                    </a:lnTo>
                    <a:lnTo>
                      <a:pt x="165" y="168"/>
                    </a:lnTo>
                    <a:lnTo>
                      <a:pt x="165" y="195"/>
                    </a:lnTo>
                    <a:lnTo>
                      <a:pt x="165" y="208"/>
                    </a:lnTo>
                    <a:lnTo>
                      <a:pt x="163" y="219"/>
                    </a:lnTo>
                    <a:lnTo>
                      <a:pt x="163" y="219"/>
                    </a:lnTo>
                    <a:lnTo>
                      <a:pt x="149" y="292"/>
                    </a:lnTo>
                    <a:lnTo>
                      <a:pt x="139" y="349"/>
                    </a:lnTo>
                    <a:lnTo>
                      <a:pt x="139" y="349"/>
                    </a:lnTo>
                    <a:lnTo>
                      <a:pt x="140" y="352"/>
                    </a:lnTo>
                    <a:lnTo>
                      <a:pt x="142" y="355"/>
                    </a:lnTo>
                    <a:lnTo>
                      <a:pt x="148" y="361"/>
                    </a:lnTo>
                    <a:lnTo>
                      <a:pt x="159" y="367"/>
                    </a:lnTo>
                    <a:lnTo>
                      <a:pt x="159" y="367"/>
                    </a:lnTo>
                    <a:lnTo>
                      <a:pt x="159" y="375"/>
                    </a:lnTo>
                    <a:lnTo>
                      <a:pt x="159" y="383"/>
                    </a:lnTo>
                    <a:lnTo>
                      <a:pt x="157" y="395"/>
                    </a:lnTo>
                    <a:lnTo>
                      <a:pt x="157" y="395"/>
                    </a:lnTo>
                    <a:lnTo>
                      <a:pt x="156" y="404"/>
                    </a:lnTo>
                    <a:lnTo>
                      <a:pt x="156" y="415"/>
                    </a:lnTo>
                    <a:lnTo>
                      <a:pt x="157" y="443"/>
                    </a:lnTo>
                    <a:lnTo>
                      <a:pt x="163" y="504"/>
                    </a:lnTo>
                    <a:lnTo>
                      <a:pt x="163" y="504"/>
                    </a:lnTo>
                    <a:lnTo>
                      <a:pt x="169" y="557"/>
                    </a:lnTo>
                    <a:lnTo>
                      <a:pt x="173" y="577"/>
                    </a:lnTo>
                    <a:lnTo>
                      <a:pt x="173" y="592"/>
                    </a:lnTo>
                    <a:lnTo>
                      <a:pt x="173" y="592"/>
                    </a:lnTo>
                    <a:lnTo>
                      <a:pt x="173" y="609"/>
                    </a:lnTo>
                    <a:lnTo>
                      <a:pt x="173" y="632"/>
                    </a:lnTo>
                    <a:lnTo>
                      <a:pt x="176" y="669"/>
                    </a:lnTo>
                    <a:lnTo>
                      <a:pt x="176" y="669"/>
                    </a:lnTo>
                    <a:lnTo>
                      <a:pt x="174" y="683"/>
                    </a:lnTo>
                    <a:lnTo>
                      <a:pt x="173" y="706"/>
                    </a:lnTo>
                    <a:lnTo>
                      <a:pt x="168" y="739"/>
                    </a:lnTo>
                    <a:lnTo>
                      <a:pt x="176" y="740"/>
                    </a:lnTo>
                    <a:lnTo>
                      <a:pt x="176" y="740"/>
                    </a:lnTo>
                    <a:lnTo>
                      <a:pt x="168" y="745"/>
                    </a:lnTo>
                    <a:lnTo>
                      <a:pt x="162" y="748"/>
                    </a:lnTo>
                    <a:lnTo>
                      <a:pt x="156" y="749"/>
                    </a:lnTo>
                    <a:lnTo>
                      <a:pt x="156" y="749"/>
                    </a:lnTo>
                    <a:lnTo>
                      <a:pt x="146" y="753"/>
                    </a:lnTo>
                    <a:lnTo>
                      <a:pt x="136" y="759"/>
                    </a:lnTo>
                    <a:lnTo>
                      <a:pt x="129" y="763"/>
                    </a:lnTo>
                    <a:lnTo>
                      <a:pt x="125" y="768"/>
                    </a:lnTo>
                    <a:lnTo>
                      <a:pt x="122" y="774"/>
                    </a:lnTo>
                    <a:lnTo>
                      <a:pt x="120" y="779"/>
                    </a:lnTo>
                    <a:lnTo>
                      <a:pt x="120" y="779"/>
                    </a:lnTo>
                    <a:lnTo>
                      <a:pt x="122" y="785"/>
                    </a:lnTo>
                    <a:lnTo>
                      <a:pt x="125" y="788"/>
                    </a:lnTo>
                    <a:lnTo>
                      <a:pt x="129" y="791"/>
                    </a:lnTo>
                    <a:lnTo>
                      <a:pt x="136" y="791"/>
                    </a:lnTo>
                    <a:lnTo>
                      <a:pt x="143" y="791"/>
                    </a:lnTo>
                    <a:lnTo>
                      <a:pt x="149" y="791"/>
                    </a:lnTo>
                    <a:lnTo>
                      <a:pt x="156" y="790"/>
                    </a:lnTo>
                    <a:lnTo>
                      <a:pt x="160" y="786"/>
                    </a:lnTo>
                    <a:lnTo>
                      <a:pt x="160" y="786"/>
                    </a:lnTo>
                    <a:lnTo>
                      <a:pt x="171" y="782"/>
                    </a:lnTo>
                    <a:lnTo>
                      <a:pt x="183" y="779"/>
                    </a:lnTo>
                    <a:lnTo>
                      <a:pt x="220" y="773"/>
                    </a:lnTo>
                    <a:lnTo>
                      <a:pt x="220" y="773"/>
                    </a:lnTo>
                    <a:lnTo>
                      <a:pt x="230" y="771"/>
                    </a:lnTo>
                    <a:lnTo>
                      <a:pt x="236" y="768"/>
                    </a:lnTo>
                    <a:lnTo>
                      <a:pt x="237" y="763"/>
                    </a:lnTo>
                    <a:lnTo>
                      <a:pt x="237" y="760"/>
                    </a:lnTo>
                    <a:lnTo>
                      <a:pt x="237" y="757"/>
                    </a:lnTo>
                    <a:lnTo>
                      <a:pt x="236" y="754"/>
                    </a:lnTo>
                    <a:lnTo>
                      <a:pt x="233" y="751"/>
                    </a:lnTo>
                    <a:lnTo>
                      <a:pt x="233" y="751"/>
                    </a:lnTo>
                    <a:lnTo>
                      <a:pt x="233" y="739"/>
                    </a:lnTo>
                    <a:lnTo>
                      <a:pt x="234" y="725"/>
                    </a:lnTo>
                    <a:lnTo>
                      <a:pt x="237" y="705"/>
                    </a:lnTo>
                    <a:lnTo>
                      <a:pt x="237" y="705"/>
                    </a:lnTo>
                    <a:lnTo>
                      <a:pt x="240" y="685"/>
                    </a:lnTo>
                    <a:lnTo>
                      <a:pt x="243" y="665"/>
                    </a:lnTo>
                    <a:lnTo>
                      <a:pt x="245" y="642"/>
                    </a:lnTo>
                    <a:lnTo>
                      <a:pt x="245" y="614"/>
                    </a:lnTo>
                    <a:lnTo>
                      <a:pt x="245" y="614"/>
                    </a:lnTo>
                    <a:lnTo>
                      <a:pt x="247" y="585"/>
                    </a:lnTo>
                    <a:lnTo>
                      <a:pt x="248" y="560"/>
                    </a:lnTo>
                    <a:lnTo>
                      <a:pt x="250" y="540"/>
                    </a:lnTo>
                    <a:lnTo>
                      <a:pt x="251" y="523"/>
                    </a:lnTo>
                    <a:lnTo>
                      <a:pt x="251" y="523"/>
                    </a:lnTo>
                    <a:lnTo>
                      <a:pt x="251" y="477"/>
                    </a:lnTo>
                    <a:lnTo>
                      <a:pt x="251" y="477"/>
                    </a:lnTo>
                    <a:lnTo>
                      <a:pt x="274" y="544"/>
                    </a:lnTo>
                    <a:lnTo>
                      <a:pt x="274" y="544"/>
                    </a:lnTo>
                    <a:lnTo>
                      <a:pt x="277" y="561"/>
                    </a:lnTo>
                    <a:lnTo>
                      <a:pt x="280" y="588"/>
                    </a:lnTo>
                    <a:lnTo>
                      <a:pt x="282" y="618"/>
                    </a:lnTo>
                    <a:lnTo>
                      <a:pt x="282" y="645"/>
                    </a:lnTo>
                    <a:lnTo>
                      <a:pt x="282" y="645"/>
                    </a:lnTo>
                    <a:lnTo>
                      <a:pt x="279" y="688"/>
                    </a:lnTo>
                    <a:lnTo>
                      <a:pt x="277" y="706"/>
                    </a:lnTo>
                    <a:lnTo>
                      <a:pt x="277" y="725"/>
                    </a:lnTo>
                    <a:lnTo>
                      <a:pt x="277" y="725"/>
                    </a:lnTo>
                    <a:lnTo>
                      <a:pt x="279" y="737"/>
                    </a:lnTo>
                    <a:lnTo>
                      <a:pt x="282" y="746"/>
                    </a:lnTo>
                    <a:lnTo>
                      <a:pt x="284" y="751"/>
                    </a:lnTo>
                    <a:lnTo>
                      <a:pt x="284" y="754"/>
                    </a:lnTo>
                    <a:lnTo>
                      <a:pt x="284" y="754"/>
                    </a:lnTo>
                    <a:lnTo>
                      <a:pt x="285" y="757"/>
                    </a:lnTo>
                    <a:lnTo>
                      <a:pt x="287" y="762"/>
                    </a:lnTo>
                    <a:lnTo>
                      <a:pt x="291" y="768"/>
                    </a:lnTo>
                    <a:lnTo>
                      <a:pt x="291" y="768"/>
                    </a:lnTo>
                    <a:lnTo>
                      <a:pt x="288" y="773"/>
                    </a:lnTo>
                    <a:lnTo>
                      <a:pt x="284" y="777"/>
                    </a:lnTo>
                    <a:lnTo>
                      <a:pt x="273" y="790"/>
                    </a:lnTo>
                    <a:lnTo>
                      <a:pt x="273" y="790"/>
                    </a:lnTo>
                    <a:lnTo>
                      <a:pt x="267" y="796"/>
                    </a:lnTo>
                    <a:lnTo>
                      <a:pt x="265" y="800"/>
                    </a:lnTo>
                    <a:lnTo>
                      <a:pt x="264" y="805"/>
                    </a:lnTo>
                    <a:lnTo>
                      <a:pt x="265" y="808"/>
                    </a:lnTo>
                    <a:lnTo>
                      <a:pt x="270" y="811"/>
                    </a:lnTo>
                    <a:lnTo>
                      <a:pt x="279" y="813"/>
                    </a:lnTo>
                    <a:lnTo>
                      <a:pt x="293" y="814"/>
                    </a:lnTo>
                    <a:lnTo>
                      <a:pt x="293" y="814"/>
                    </a:lnTo>
                    <a:lnTo>
                      <a:pt x="308" y="813"/>
                    </a:lnTo>
                    <a:lnTo>
                      <a:pt x="319" y="810"/>
                    </a:lnTo>
                    <a:lnTo>
                      <a:pt x="328" y="805"/>
                    </a:lnTo>
                    <a:lnTo>
                      <a:pt x="334" y="799"/>
                    </a:lnTo>
                    <a:lnTo>
                      <a:pt x="338" y="793"/>
                    </a:lnTo>
                    <a:lnTo>
                      <a:pt x="341" y="788"/>
                    </a:lnTo>
                    <a:lnTo>
                      <a:pt x="342" y="783"/>
                    </a:lnTo>
                    <a:lnTo>
                      <a:pt x="342" y="783"/>
                    </a:lnTo>
                    <a:lnTo>
                      <a:pt x="344" y="780"/>
                    </a:lnTo>
                    <a:lnTo>
                      <a:pt x="345" y="776"/>
                    </a:lnTo>
                    <a:lnTo>
                      <a:pt x="345" y="776"/>
                    </a:lnTo>
                    <a:lnTo>
                      <a:pt x="345" y="760"/>
                    </a:lnTo>
                    <a:lnTo>
                      <a:pt x="345" y="760"/>
                    </a:lnTo>
                    <a:lnTo>
                      <a:pt x="350" y="759"/>
                    </a:lnTo>
                    <a:lnTo>
                      <a:pt x="351" y="757"/>
                    </a:lnTo>
                    <a:lnTo>
                      <a:pt x="351" y="753"/>
                    </a:lnTo>
                    <a:lnTo>
                      <a:pt x="351" y="753"/>
                    </a:lnTo>
                    <a:lnTo>
                      <a:pt x="351" y="743"/>
                    </a:lnTo>
                    <a:lnTo>
                      <a:pt x="353" y="725"/>
                    </a:lnTo>
                    <a:lnTo>
                      <a:pt x="353" y="700"/>
                    </a:lnTo>
                    <a:lnTo>
                      <a:pt x="351" y="674"/>
                    </a:lnTo>
                    <a:lnTo>
                      <a:pt x="351" y="674"/>
                    </a:lnTo>
                    <a:lnTo>
                      <a:pt x="350" y="662"/>
                    </a:lnTo>
                    <a:lnTo>
                      <a:pt x="350" y="649"/>
                    </a:lnTo>
                    <a:lnTo>
                      <a:pt x="353" y="625"/>
                    </a:lnTo>
                    <a:lnTo>
                      <a:pt x="354" y="601"/>
                    </a:lnTo>
                    <a:lnTo>
                      <a:pt x="354" y="591"/>
                    </a:lnTo>
                    <a:lnTo>
                      <a:pt x="353" y="578"/>
                    </a:lnTo>
                    <a:lnTo>
                      <a:pt x="353" y="578"/>
                    </a:lnTo>
                    <a:lnTo>
                      <a:pt x="342" y="512"/>
                    </a:lnTo>
                    <a:lnTo>
                      <a:pt x="333" y="446"/>
                    </a:lnTo>
                    <a:lnTo>
                      <a:pt x="333" y="446"/>
                    </a:lnTo>
                    <a:lnTo>
                      <a:pt x="333" y="433"/>
                    </a:lnTo>
                    <a:lnTo>
                      <a:pt x="333" y="423"/>
                    </a:lnTo>
                    <a:lnTo>
                      <a:pt x="334" y="400"/>
                    </a:lnTo>
                    <a:lnTo>
                      <a:pt x="336" y="380"/>
                    </a:lnTo>
                    <a:lnTo>
                      <a:pt x="338" y="363"/>
                    </a:lnTo>
                    <a:lnTo>
                      <a:pt x="338" y="363"/>
                    </a:lnTo>
                    <a:lnTo>
                      <a:pt x="338" y="347"/>
                    </a:lnTo>
                    <a:lnTo>
                      <a:pt x="334" y="332"/>
                    </a:lnTo>
                    <a:lnTo>
                      <a:pt x="333" y="315"/>
                    </a:lnTo>
                    <a:lnTo>
                      <a:pt x="354" y="281"/>
                    </a:lnTo>
                    <a:lnTo>
                      <a:pt x="354" y="281"/>
                    </a:lnTo>
                    <a:lnTo>
                      <a:pt x="364" y="265"/>
                    </a:lnTo>
                    <a:lnTo>
                      <a:pt x="375" y="255"/>
                    </a:lnTo>
                    <a:lnTo>
                      <a:pt x="379" y="248"/>
                    </a:lnTo>
                    <a:lnTo>
                      <a:pt x="385" y="244"/>
                    </a:lnTo>
                    <a:lnTo>
                      <a:pt x="385" y="244"/>
                    </a:lnTo>
                    <a:lnTo>
                      <a:pt x="391" y="241"/>
                    </a:lnTo>
                    <a:lnTo>
                      <a:pt x="395" y="238"/>
                    </a:lnTo>
                    <a:lnTo>
                      <a:pt x="396" y="233"/>
                    </a:lnTo>
                    <a:lnTo>
                      <a:pt x="398" y="230"/>
                    </a:lnTo>
                    <a:lnTo>
                      <a:pt x="398" y="222"/>
                    </a:lnTo>
                    <a:lnTo>
                      <a:pt x="396" y="215"/>
                    </a:lnTo>
                    <a:lnTo>
                      <a:pt x="396" y="2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7331076" y="2105025"/>
                <a:ext cx="131763" cy="134937"/>
              </a:xfrm>
              <a:custGeom>
                <a:avLst/>
                <a:gdLst>
                  <a:gd name="T0" fmla="*/ 8 w 83"/>
                  <a:gd name="T1" fmla="*/ 51 h 85"/>
                  <a:gd name="T2" fmla="*/ 8 w 83"/>
                  <a:gd name="T3" fmla="*/ 51 h 85"/>
                  <a:gd name="T4" fmla="*/ 0 w 83"/>
                  <a:gd name="T5" fmla="*/ 85 h 85"/>
                  <a:gd name="T6" fmla="*/ 0 w 83"/>
                  <a:gd name="T7" fmla="*/ 85 h 85"/>
                  <a:gd name="T8" fmla="*/ 8 w 83"/>
                  <a:gd name="T9" fmla="*/ 73 h 85"/>
                  <a:gd name="T10" fmla="*/ 16 w 83"/>
                  <a:gd name="T11" fmla="*/ 57 h 85"/>
                  <a:gd name="T12" fmla="*/ 16 w 83"/>
                  <a:gd name="T13" fmla="*/ 57 h 85"/>
                  <a:gd name="T14" fmla="*/ 22 w 83"/>
                  <a:gd name="T15" fmla="*/ 34 h 85"/>
                  <a:gd name="T16" fmla="*/ 22 w 83"/>
                  <a:gd name="T17" fmla="*/ 34 h 85"/>
                  <a:gd name="T18" fmla="*/ 25 w 83"/>
                  <a:gd name="T19" fmla="*/ 28 h 85"/>
                  <a:gd name="T20" fmla="*/ 29 w 83"/>
                  <a:gd name="T21" fmla="*/ 28 h 85"/>
                  <a:gd name="T22" fmla="*/ 33 w 83"/>
                  <a:gd name="T23" fmla="*/ 40 h 85"/>
                  <a:gd name="T24" fmla="*/ 33 w 83"/>
                  <a:gd name="T25" fmla="*/ 40 h 85"/>
                  <a:gd name="T26" fmla="*/ 22 w 83"/>
                  <a:gd name="T27" fmla="*/ 68 h 85"/>
                  <a:gd name="T28" fmla="*/ 22 w 83"/>
                  <a:gd name="T29" fmla="*/ 68 h 85"/>
                  <a:gd name="T30" fmla="*/ 79 w 83"/>
                  <a:gd name="T31" fmla="*/ 13 h 85"/>
                  <a:gd name="T32" fmla="*/ 79 w 83"/>
                  <a:gd name="T33" fmla="*/ 13 h 85"/>
                  <a:gd name="T34" fmla="*/ 83 w 83"/>
                  <a:gd name="T35" fmla="*/ 10 h 85"/>
                  <a:gd name="T36" fmla="*/ 83 w 83"/>
                  <a:gd name="T37" fmla="*/ 6 h 85"/>
                  <a:gd name="T38" fmla="*/ 83 w 83"/>
                  <a:gd name="T39" fmla="*/ 0 h 85"/>
                  <a:gd name="T40" fmla="*/ 83 w 83"/>
                  <a:gd name="T41" fmla="*/ 0 h 85"/>
                  <a:gd name="T42" fmla="*/ 82 w 83"/>
                  <a:gd name="T43" fmla="*/ 2 h 85"/>
                  <a:gd name="T44" fmla="*/ 82 w 83"/>
                  <a:gd name="T45" fmla="*/ 2 h 85"/>
                  <a:gd name="T46" fmla="*/ 80 w 83"/>
                  <a:gd name="T47" fmla="*/ 3 h 85"/>
                  <a:gd name="T48" fmla="*/ 76 w 83"/>
                  <a:gd name="T49" fmla="*/ 6 h 85"/>
                  <a:gd name="T50" fmla="*/ 76 w 83"/>
                  <a:gd name="T51" fmla="*/ 6 h 85"/>
                  <a:gd name="T52" fmla="*/ 53 w 83"/>
                  <a:gd name="T53" fmla="*/ 17 h 85"/>
                  <a:gd name="T54" fmla="*/ 33 w 83"/>
                  <a:gd name="T55" fmla="*/ 25 h 85"/>
                  <a:gd name="T56" fmla="*/ 33 w 83"/>
                  <a:gd name="T57" fmla="*/ 25 h 85"/>
                  <a:gd name="T58" fmla="*/ 29 w 83"/>
                  <a:gd name="T59" fmla="*/ 23 h 85"/>
                  <a:gd name="T60" fmla="*/ 28 w 83"/>
                  <a:gd name="T61" fmla="*/ 22 h 85"/>
                  <a:gd name="T62" fmla="*/ 22 w 83"/>
                  <a:gd name="T63" fmla="*/ 16 h 85"/>
                  <a:gd name="T64" fmla="*/ 22 w 83"/>
                  <a:gd name="T65" fmla="*/ 16 h 85"/>
                  <a:gd name="T66" fmla="*/ 20 w 83"/>
                  <a:gd name="T67" fmla="*/ 17 h 85"/>
                  <a:gd name="T68" fmla="*/ 20 w 83"/>
                  <a:gd name="T69" fmla="*/ 17 h 85"/>
                  <a:gd name="T70" fmla="*/ 19 w 83"/>
                  <a:gd name="T71" fmla="*/ 31 h 85"/>
                  <a:gd name="T72" fmla="*/ 19 w 83"/>
                  <a:gd name="T73" fmla="*/ 31 h 85"/>
                  <a:gd name="T74" fmla="*/ 14 w 83"/>
                  <a:gd name="T75" fmla="*/ 39 h 85"/>
                  <a:gd name="T76" fmla="*/ 11 w 83"/>
                  <a:gd name="T77" fmla="*/ 45 h 85"/>
                  <a:gd name="T78" fmla="*/ 8 w 83"/>
                  <a:gd name="T79" fmla="*/ 51 h 85"/>
                  <a:gd name="T80" fmla="*/ 8 w 83"/>
                  <a:gd name="T81" fmla="*/ 5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3" h="85">
                    <a:moveTo>
                      <a:pt x="8" y="51"/>
                    </a:moveTo>
                    <a:lnTo>
                      <a:pt x="8" y="51"/>
                    </a:lnTo>
                    <a:lnTo>
                      <a:pt x="0" y="85"/>
                    </a:lnTo>
                    <a:lnTo>
                      <a:pt x="0" y="85"/>
                    </a:lnTo>
                    <a:lnTo>
                      <a:pt x="8" y="73"/>
                    </a:lnTo>
                    <a:lnTo>
                      <a:pt x="16" y="57"/>
                    </a:lnTo>
                    <a:lnTo>
                      <a:pt x="16" y="57"/>
                    </a:lnTo>
                    <a:lnTo>
                      <a:pt x="22" y="34"/>
                    </a:lnTo>
                    <a:lnTo>
                      <a:pt x="22" y="34"/>
                    </a:lnTo>
                    <a:lnTo>
                      <a:pt x="25" y="28"/>
                    </a:lnTo>
                    <a:lnTo>
                      <a:pt x="29" y="28"/>
                    </a:lnTo>
                    <a:lnTo>
                      <a:pt x="33" y="40"/>
                    </a:lnTo>
                    <a:lnTo>
                      <a:pt x="33" y="40"/>
                    </a:lnTo>
                    <a:lnTo>
                      <a:pt x="22" y="68"/>
                    </a:lnTo>
                    <a:lnTo>
                      <a:pt x="22" y="68"/>
                    </a:lnTo>
                    <a:lnTo>
                      <a:pt x="79" y="13"/>
                    </a:lnTo>
                    <a:lnTo>
                      <a:pt x="79" y="13"/>
                    </a:lnTo>
                    <a:lnTo>
                      <a:pt x="83" y="10"/>
                    </a:lnTo>
                    <a:lnTo>
                      <a:pt x="83" y="6"/>
                    </a:lnTo>
                    <a:lnTo>
                      <a:pt x="83" y="0"/>
                    </a:lnTo>
                    <a:lnTo>
                      <a:pt x="83" y="0"/>
                    </a:lnTo>
                    <a:lnTo>
                      <a:pt x="82" y="2"/>
                    </a:lnTo>
                    <a:lnTo>
                      <a:pt x="82" y="2"/>
                    </a:lnTo>
                    <a:lnTo>
                      <a:pt x="80" y="3"/>
                    </a:lnTo>
                    <a:lnTo>
                      <a:pt x="76" y="6"/>
                    </a:lnTo>
                    <a:lnTo>
                      <a:pt x="76" y="6"/>
                    </a:lnTo>
                    <a:lnTo>
                      <a:pt x="53" y="17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29" y="23"/>
                    </a:lnTo>
                    <a:lnTo>
                      <a:pt x="28" y="22"/>
                    </a:lnTo>
                    <a:lnTo>
                      <a:pt x="22" y="16"/>
                    </a:lnTo>
                    <a:lnTo>
                      <a:pt x="22" y="16"/>
                    </a:lnTo>
                    <a:lnTo>
                      <a:pt x="20" y="17"/>
                    </a:lnTo>
                    <a:lnTo>
                      <a:pt x="20" y="17"/>
                    </a:lnTo>
                    <a:lnTo>
                      <a:pt x="19" y="31"/>
                    </a:lnTo>
                    <a:lnTo>
                      <a:pt x="19" y="31"/>
                    </a:lnTo>
                    <a:lnTo>
                      <a:pt x="14" y="39"/>
                    </a:lnTo>
                    <a:lnTo>
                      <a:pt x="11" y="45"/>
                    </a:lnTo>
                    <a:lnTo>
                      <a:pt x="8" y="51"/>
                    </a:lnTo>
                    <a:lnTo>
                      <a:pt x="8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7308851" y="1900238"/>
                <a:ext cx="203200" cy="244475"/>
              </a:xfrm>
              <a:custGeom>
                <a:avLst/>
                <a:gdLst>
                  <a:gd name="T0" fmla="*/ 6 w 128"/>
                  <a:gd name="T1" fmla="*/ 82 h 154"/>
                  <a:gd name="T2" fmla="*/ 6 w 128"/>
                  <a:gd name="T3" fmla="*/ 86 h 154"/>
                  <a:gd name="T4" fmla="*/ 5 w 128"/>
                  <a:gd name="T5" fmla="*/ 91 h 154"/>
                  <a:gd name="T6" fmla="*/ 6 w 128"/>
                  <a:gd name="T7" fmla="*/ 97 h 154"/>
                  <a:gd name="T8" fmla="*/ 6 w 128"/>
                  <a:gd name="T9" fmla="*/ 102 h 154"/>
                  <a:gd name="T10" fmla="*/ 5 w 128"/>
                  <a:gd name="T11" fmla="*/ 102 h 154"/>
                  <a:gd name="T12" fmla="*/ 6 w 128"/>
                  <a:gd name="T13" fmla="*/ 105 h 154"/>
                  <a:gd name="T14" fmla="*/ 6 w 128"/>
                  <a:gd name="T15" fmla="*/ 109 h 154"/>
                  <a:gd name="T16" fmla="*/ 5 w 128"/>
                  <a:gd name="T17" fmla="*/ 119 h 154"/>
                  <a:gd name="T18" fmla="*/ 6 w 128"/>
                  <a:gd name="T19" fmla="*/ 122 h 154"/>
                  <a:gd name="T20" fmla="*/ 14 w 128"/>
                  <a:gd name="T21" fmla="*/ 128 h 154"/>
                  <a:gd name="T22" fmla="*/ 22 w 128"/>
                  <a:gd name="T23" fmla="*/ 129 h 154"/>
                  <a:gd name="T24" fmla="*/ 34 w 128"/>
                  <a:gd name="T25" fmla="*/ 139 h 154"/>
                  <a:gd name="T26" fmla="*/ 36 w 128"/>
                  <a:gd name="T27" fmla="*/ 145 h 154"/>
                  <a:gd name="T28" fmla="*/ 36 w 128"/>
                  <a:gd name="T29" fmla="*/ 145 h 154"/>
                  <a:gd name="T30" fmla="*/ 42 w 128"/>
                  <a:gd name="T31" fmla="*/ 151 h 154"/>
                  <a:gd name="T32" fmla="*/ 47 w 128"/>
                  <a:gd name="T33" fmla="*/ 154 h 154"/>
                  <a:gd name="T34" fmla="*/ 67 w 128"/>
                  <a:gd name="T35" fmla="*/ 146 h 154"/>
                  <a:gd name="T36" fmla="*/ 90 w 128"/>
                  <a:gd name="T37" fmla="*/ 135 h 154"/>
                  <a:gd name="T38" fmla="*/ 96 w 128"/>
                  <a:gd name="T39" fmla="*/ 131 h 154"/>
                  <a:gd name="T40" fmla="*/ 94 w 128"/>
                  <a:gd name="T41" fmla="*/ 131 h 154"/>
                  <a:gd name="T42" fmla="*/ 94 w 128"/>
                  <a:gd name="T43" fmla="*/ 125 h 154"/>
                  <a:gd name="T44" fmla="*/ 102 w 128"/>
                  <a:gd name="T45" fmla="*/ 109 h 154"/>
                  <a:gd name="T46" fmla="*/ 116 w 128"/>
                  <a:gd name="T47" fmla="*/ 92 h 154"/>
                  <a:gd name="T48" fmla="*/ 122 w 128"/>
                  <a:gd name="T49" fmla="*/ 78 h 154"/>
                  <a:gd name="T50" fmla="*/ 128 w 128"/>
                  <a:gd name="T51" fmla="*/ 52 h 154"/>
                  <a:gd name="T52" fmla="*/ 127 w 128"/>
                  <a:gd name="T53" fmla="*/ 35 h 154"/>
                  <a:gd name="T54" fmla="*/ 124 w 128"/>
                  <a:gd name="T55" fmla="*/ 29 h 154"/>
                  <a:gd name="T56" fmla="*/ 111 w 128"/>
                  <a:gd name="T57" fmla="*/ 18 h 154"/>
                  <a:gd name="T58" fmla="*/ 96 w 128"/>
                  <a:gd name="T59" fmla="*/ 11 h 154"/>
                  <a:gd name="T60" fmla="*/ 68 w 128"/>
                  <a:gd name="T61" fmla="*/ 1 h 154"/>
                  <a:gd name="T62" fmla="*/ 59 w 128"/>
                  <a:gd name="T63" fmla="*/ 0 h 154"/>
                  <a:gd name="T64" fmla="*/ 45 w 128"/>
                  <a:gd name="T65" fmla="*/ 4 h 154"/>
                  <a:gd name="T66" fmla="*/ 36 w 128"/>
                  <a:gd name="T67" fmla="*/ 9 h 154"/>
                  <a:gd name="T68" fmla="*/ 30 w 128"/>
                  <a:gd name="T69" fmla="*/ 15 h 154"/>
                  <a:gd name="T70" fmla="*/ 30 w 128"/>
                  <a:gd name="T71" fmla="*/ 24 h 154"/>
                  <a:gd name="T72" fmla="*/ 31 w 128"/>
                  <a:gd name="T73" fmla="*/ 24 h 154"/>
                  <a:gd name="T74" fmla="*/ 22 w 128"/>
                  <a:gd name="T75" fmla="*/ 35 h 154"/>
                  <a:gd name="T76" fmla="*/ 14 w 128"/>
                  <a:gd name="T77" fmla="*/ 51 h 154"/>
                  <a:gd name="T78" fmla="*/ 14 w 128"/>
                  <a:gd name="T79" fmla="*/ 52 h 154"/>
                  <a:gd name="T80" fmla="*/ 17 w 128"/>
                  <a:gd name="T81" fmla="*/ 55 h 154"/>
                  <a:gd name="T82" fmla="*/ 19 w 128"/>
                  <a:gd name="T83" fmla="*/ 57 h 154"/>
                  <a:gd name="T84" fmla="*/ 13 w 128"/>
                  <a:gd name="T85" fmla="*/ 66 h 154"/>
                  <a:gd name="T86" fmla="*/ 10 w 128"/>
                  <a:gd name="T87" fmla="*/ 68 h 154"/>
                  <a:gd name="T88" fmla="*/ 0 w 128"/>
                  <a:gd name="T89" fmla="*/ 75 h 154"/>
                  <a:gd name="T90" fmla="*/ 0 w 128"/>
                  <a:gd name="T91" fmla="*/ 77 h 154"/>
                  <a:gd name="T92" fmla="*/ 6 w 128"/>
                  <a:gd name="T93" fmla="*/ 8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8" h="154">
                    <a:moveTo>
                      <a:pt x="6" y="82"/>
                    </a:moveTo>
                    <a:lnTo>
                      <a:pt x="6" y="82"/>
                    </a:lnTo>
                    <a:lnTo>
                      <a:pt x="8" y="83"/>
                    </a:lnTo>
                    <a:lnTo>
                      <a:pt x="6" y="86"/>
                    </a:lnTo>
                    <a:lnTo>
                      <a:pt x="5" y="91"/>
                    </a:lnTo>
                    <a:lnTo>
                      <a:pt x="5" y="91"/>
                    </a:lnTo>
                    <a:lnTo>
                      <a:pt x="6" y="94"/>
                    </a:lnTo>
                    <a:lnTo>
                      <a:pt x="6" y="97"/>
                    </a:lnTo>
                    <a:lnTo>
                      <a:pt x="10" y="98"/>
                    </a:lnTo>
                    <a:lnTo>
                      <a:pt x="6" y="102"/>
                    </a:lnTo>
                    <a:lnTo>
                      <a:pt x="6" y="102"/>
                    </a:lnTo>
                    <a:lnTo>
                      <a:pt x="5" y="102"/>
                    </a:lnTo>
                    <a:lnTo>
                      <a:pt x="6" y="105"/>
                    </a:lnTo>
                    <a:lnTo>
                      <a:pt x="6" y="105"/>
                    </a:lnTo>
                    <a:lnTo>
                      <a:pt x="6" y="108"/>
                    </a:lnTo>
                    <a:lnTo>
                      <a:pt x="6" y="109"/>
                    </a:lnTo>
                    <a:lnTo>
                      <a:pt x="5" y="114"/>
                    </a:lnTo>
                    <a:lnTo>
                      <a:pt x="5" y="119"/>
                    </a:lnTo>
                    <a:lnTo>
                      <a:pt x="5" y="119"/>
                    </a:lnTo>
                    <a:lnTo>
                      <a:pt x="6" y="122"/>
                    </a:lnTo>
                    <a:lnTo>
                      <a:pt x="10" y="125"/>
                    </a:lnTo>
                    <a:lnTo>
                      <a:pt x="14" y="128"/>
                    </a:lnTo>
                    <a:lnTo>
                      <a:pt x="22" y="129"/>
                    </a:lnTo>
                    <a:lnTo>
                      <a:pt x="22" y="129"/>
                    </a:lnTo>
                    <a:lnTo>
                      <a:pt x="30" y="134"/>
                    </a:lnTo>
                    <a:lnTo>
                      <a:pt x="34" y="139"/>
                    </a:lnTo>
                    <a:lnTo>
                      <a:pt x="36" y="143"/>
                    </a:lnTo>
                    <a:lnTo>
                      <a:pt x="36" y="145"/>
                    </a:lnTo>
                    <a:lnTo>
                      <a:pt x="36" y="145"/>
                    </a:lnTo>
                    <a:lnTo>
                      <a:pt x="36" y="145"/>
                    </a:lnTo>
                    <a:lnTo>
                      <a:pt x="36" y="145"/>
                    </a:lnTo>
                    <a:lnTo>
                      <a:pt x="42" y="151"/>
                    </a:lnTo>
                    <a:lnTo>
                      <a:pt x="43" y="152"/>
                    </a:lnTo>
                    <a:lnTo>
                      <a:pt x="47" y="154"/>
                    </a:lnTo>
                    <a:lnTo>
                      <a:pt x="47" y="154"/>
                    </a:lnTo>
                    <a:lnTo>
                      <a:pt x="67" y="146"/>
                    </a:lnTo>
                    <a:lnTo>
                      <a:pt x="90" y="135"/>
                    </a:lnTo>
                    <a:lnTo>
                      <a:pt x="90" y="135"/>
                    </a:lnTo>
                    <a:lnTo>
                      <a:pt x="94" y="132"/>
                    </a:lnTo>
                    <a:lnTo>
                      <a:pt x="96" y="131"/>
                    </a:lnTo>
                    <a:lnTo>
                      <a:pt x="96" y="131"/>
                    </a:lnTo>
                    <a:lnTo>
                      <a:pt x="94" y="131"/>
                    </a:lnTo>
                    <a:lnTo>
                      <a:pt x="94" y="131"/>
                    </a:lnTo>
                    <a:lnTo>
                      <a:pt x="94" y="125"/>
                    </a:lnTo>
                    <a:lnTo>
                      <a:pt x="97" y="119"/>
                    </a:lnTo>
                    <a:lnTo>
                      <a:pt x="102" y="109"/>
                    </a:lnTo>
                    <a:lnTo>
                      <a:pt x="110" y="102"/>
                    </a:lnTo>
                    <a:lnTo>
                      <a:pt x="116" y="92"/>
                    </a:lnTo>
                    <a:lnTo>
                      <a:pt x="116" y="92"/>
                    </a:lnTo>
                    <a:lnTo>
                      <a:pt x="122" y="78"/>
                    </a:lnTo>
                    <a:lnTo>
                      <a:pt x="127" y="61"/>
                    </a:lnTo>
                    <a:lnTo>
                      <a:pt x="128" y="52"/>
                    </a:lnTo>
                    <a:lnTo>
                      <a:pt x="128" y="45"/>
                    </a:lnTo>
                    <a:lnTo>
                      <a:pt x="127" y="35"/>
                    </a:lnTo>
                    <a:lnTo>
                      <a:pt x="124" y="29"/>
                    </a:lnTo>
                    <a:lnTo>
                      <a:pt x="124" y="29"/>
                    </a:lnTo>
                    <a:lnTo>
                      <a:pt x="117" y="23"/>
                    </a:lnTo>
                    <a:lnTo>
                      <a:pt x="111" y="18"/>
                    </a:lnTo>
                    <a:lnTo>
                      <a:pt x="104" y="14"/>
                    </a:lnTo>
                    <a:lnTo>
                      <a:pt x="96" y="11"/>
                    </a:lnTo>
                    <a:lnTo>
                      <a:pt x="80" y="6"/>
                    </a:lnTo>
                    <a:lnTo>
                      <a:pt x="68" y="1"/>
                    </a:lnTo>
                    <a:lnTo>
                      <a:pt x="68" y="1"/>
                    </a:lnTo>
                    <a:lnTo>
                      <a:pt x="59" y="0"/>
                    </a:lnTo>
                    <a:lnTo>
                      <a:pt x="51" y="1"/>
                    </a:lnTo>
                    <a:lnTo>
                      <a:pt x="45" y="4"/>
                    </a:lnTo>
                    <a:lnTo>
                      <a:pt x="36" y="9"/>
                    </a:lnTo>
                    <a:lnTo>
                      <a:pt x="36" y="9"/>
                    </a:lnTo>
                    <a:lnTo>
                      <a:pt x="33" y="12"/>
                    </a:lnTo>
                    <a:lnTo>
                      <a:pt x="30" y="15"/>
                    </a:lnTo>
                    <a:lnTo>
                      <a:pt x="30" y="20"/>
                    </a:lnTo>
                    <a:lnTo>
                      <a:pt x="30" y="24"/>
                    </a:lnTo>
                    <a:lnTo>
                      <a:pt x="31" y="24"/>
                    </a:lnTo>
                    <a:lnTo>
                      <a:pt x="31" y="24"/>
                    </a:lnTo>
                    <a:lnTo>
                      <a:pt x="22" y="35"/>
                    </a:lnTo>
                    <a:lnTo>
                      <a:pt x="22" y="35"/>
                    </a:lnTo>
                    <a:lnTo>
                      <a:pt x="17" y="45"/>
                    </a:lnTo>
                    <a:lnTo>
                      <a:pt x="14" y="51"/>
                    </a:lnTo>
                    <a:lnTo>
                      <a:pt x="14" y="51"/>
                    </a:lnTo>
                    <a:lnTo>
                      <a:pt x="14" y="52"/>
                    </a:lnTo>
                    <a:lnTo>
                      <a:pt x="16" y="54"/>
                    </a:lnTo>
                    <a:lnTo>
                      <a:pt x="17" y="55"/>
                    </a:lnTo>
                    <a:lnTo>
                      <a:pt x="19" y="57"/>
                    </a:lnTo>
                    <a:lnTo>
                      <a:pt x="19" y="57"/>
                    </a:lnTo>
                    <a:lnTo>
                      <a:pt x="16" y="63"/>
                    </a:lnTo>
                    <a:lnTo>
                      <a:pt x="13" y="66"/>
                    </a:lnTo>
                    <a:lnTo>
                      <a:pt x="10" y="68"/>
                    </a:lnTo>
                    <a:lnTo>
                      <a:pt x="10" y="68"/>
                    </a:lnTo>
                    <a:lnTo>
                      <a:pt x="3" y="72"/>
                    </a:lnTo>
                    <a:lnTo>
                      <a:pt x="0" y="75"/>
                    </a:lnTo>
                    <a:lnTo>
                      <a:pt x="0" y="75"/>
                    </a:lnTo>
                    <a:lnTo>
                      <a:pt x="0" y="77"/>
                    </a:lnTo>
                    <a:lnTo>
                      <a:pt x="2" y="78"/>
                    </a:lnTo>
                    <a:lnTo>
                      <a:pt x="6" y="82"/>
                    </a:lnTo>
                    <a:lnTo>
                      <a:pt x="6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Freeform 29"/>
              <p:cNvSpPr>
                <a:spLocks/>
              </p:cNvSpPr>
              <p:nvPr/>
            </p:nvSpPr>
            <p:spPr bwMode="auto">
              <a:xfrm>
                <a:off x="6919913" y="2046288"/>
                <a:ext cx="131763" cy="144462"/>
              </a:xfrm>
              <a:custGeom>
                <a:avLst/>
                <a:gdLst>
                  <a:gd name="T0" fmla="*/ 62 w 83"/>
                  <a:gd name="T1" fmla="*/ 91 h 91"/>
                  <a:gd name="T2" fmla="*/ 79 w 83"/>
                  <a:gd name="T3" fmla="*/ 77 h 91"/>
                  <a:gd name="T4" fmla="*/ 83 w 83"/>
                  <a:gd name="T5" fmla="*/ 70 h 91"/>
                  <a:gd name="T6" fmla="*/ 74 w 83"/>
                  <a:gd name="T7" fmla="*/ 56 h 91"/>
                  <a:gd name="T8" fmla="*/ 73 w 83"/>
                  <a:gd name="T9" fmla="*/ 53 h 91"/>
                  <a:gd name="T10" fmla="*/ 73 w 83"/>
                  <a:gd name="T11" fmla="*/ 48 h 91"/>
                  <a:gd name="T12" fmla="*/ 65 w 83"/>
                  <a:gd name="T13" fmla="*/ 30 h 91"/>
                  <a:gd name="T14" fmla="*/ 62 w 83"/>
                  <a:gd name="T15" fmla="*/ 25 h 91"/>
                  <a:gd name="T16" fmla="*/ 59 w 83"/>
                  <a:gd name="T17" fmla="*/ 19 h 91"/>
                  <a:gd name="T18" fmla="*/ 56 w 83"/>
                  <a:gd name="T19" fmla="*/ 14 h 91"/>
                  <a:gd name="T20" fmla="*/ 53 w 83"/>
                  <a:gd name="T21" fmla="*/ 10 h 91"/>
                  <a:gd name="T22" fmla="*/ 48 w 83"/>
                  <a:gd name="T23" fmla="*/ 3 h 91"/>
                  <a:gd name="T24" fmla="*/ 45 w 83"/>
                  <a:gd name="T25" fmla="*/ 0 h 91"/>
                  <a:gd name="T26" fmla="*/ 43 w 83"/>
                  <a:gd name="T27" fmla="*/ 10 h 91"/>
                  <a:gd name="T28" fmla="*/ 45 w 83"/>
                  <a:gd name="T29" fmla="*/ 20 h 91"/>
                  <a:gd name="T30" fmla="*/ 48 w 83"/>
                  <a:gd name="T31" fmla="*/ 27 h 91"/>
                  <a:gd name="T32" fmla="*/ 37 w 83"/>
                  <a:gd name="T33" fmla="*/ 23 h 91"/>
                  <a:gd name="T34" fmla="*/ 20 w 83"/>
                  <a:gd name="T35" fmla="*/ 17 h 91"/>
                  <a:gd name="T36" fmla="*/ 3 w 83"/>
                  <a:gd name="T37" fmla="*/ 13 h 91"/>
                  <a:gd name="T38" fmla="*/ 0 w 83"/>
                  <a:gd name="T39" fmla="*/ 16 h 91"/>
                  <a:gd name="T40" fmla="*/ 0 w 83"/>
                  <a:gd name="T41" fmla="*/ 17 h 91"/>
                  <a:gd name="T42" fmla="*/ 5 w 83"/>
                  <a:gd name="T43" fmla="*/ 22 h 91"/>
                  <a:gd name="T44" fmla="*/ 16 w 83"/>
                  <a:gd name="T45" fmla="*/ 25 h 91"/>
                  <a:gd name="T46" fmla="*/ 26 w 83"/>
                  <a:gd name="T47" fmla="*/ 31 h 91"/>
                  <a:gd name="T48" fmla="*/ 22 w 83"/>
                  <a:gd name="T49" fmla="*/ 31 h 91"/>
                  <a:gd name="T50" fmla="*/ 16 w 83"/>
                  <a:gd name="T51" fmla="*/ 33 h 91"/>
                  <a:gd name="T52" fmla="*/ 14 w 83"/>
                  <a:gd name="T53" fmla="*/ 36 h 91"/>
                  <a:gd name="T54" fmla="*/ 20 w 83"/>
                  <a:gd name="T55" fmla="*/ 42 h 91"/>
                  <a:gd name="T56" fmla="*/ 17 w 83"/>
                  <a:gd name="T57" fmla="*/ 42 h 91"/>
                  <a:gd name="T58" fmla="*/ 14 w 83"/>
                  <a:gd name="T59" fmla="*/ 45 h 91"/>
                  <a:gd name="T60" fmla="*/ 14 w 83"/>
                  <a:gd name="T61" fmla="*/ 48 h 91"/>
                  <a:gd name="T62" fmla="*/ 19 w 83"/>
                  <a:gd name="T63" fmla="*/ 53 h 91"/>
                  <a:gd name="T64" fmla="*/ 16 w 83"/>
                  <a:gd name="T65" fmla="*/ 54 h 91"/>
                  <a:gd name="T66" fmla="*/ 14 w 83"/>
                  <a:gd name="T67" fmla="*/ 59 h 91"/>
                  <a:gd name="T68" fmla="*/ 17 w 83"/>
                  <a:gd name="T69" fmla="*/ 63 h 91"/>
                  <a:gd name="T70" fmla="*/ 46 w 83"/>
                  <a:gd name="T71" fmla="*/ 77 h 91"/>
                  <a:gd name="T72" fmla="*/ 56 w 83"/>
                  <a:gd name="T73" fmla="*/ 80 h 91"/>
                  <a:gd name="T74" fmla="*/ 57 w 83"/>
                  <a:gd name="T75" fmla="*/ 90 h 91"/>
                  <a:gd name="T76" fmla="*/ 62 w 83"/>
                  <a:gd name="T77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3" h="91">
                    <a:moveTo>
                      <a:pt x="62" y="91"/>
                    </a:moveTo>
                    <a:lnTo>
                      <a:pt x="62" y="91"/>
                    </a:lnTo>
                    <a:lnTo>
                      <a:pt x="73" y="84"/>
                    </a:lnTo>
                    <a:lnTo>
                      <a:pt x="79" y="77"/>
                    </a:lnTo>
                    <a:lnTo>
                      <a:pt x="82" y="74"/>
                    </a:lnTo>
                    <a:lnTo>
                      <a:pt x="83" y="70"/>
                    </a:lnTo>
                    <a:lnTo>
                      <a:pt x="83" y="70"/>
                    </a:lnTo>
                    <a:lnTo>
                      <a:pt x="74" y="56"/>
                    </a:lnTo>
                    <a:lnTo>
                      <a:pt x="74" y="56"/>
                    </a:lnTo>
                    <a:lnTo>
                      <a:pt x="73" y="53"/>
                    </a:lnTo>
                    <a:lnTo>
                      <a:pt x="73" y="48"/>
                    </a:lnTo>
                    <a:lnTo>
                      <a:pt x="73" y="48"/>
                    </a:lnTo>
                    <a:lnTo>
                      <a:pt x="68" y="39"/>
                    </a:lnTo>
                    <a:lnTo>
                      <a:pt x="65" y="30"/>
                    </a:lnTo>
                    <a:lnTo>
                      <a:pt x="65" y="30"/>
                    </a:lnTo>
                    <a:lnTo>
                      <a:pt x="62" y="25"/>
                    </a:lnTo>
                    <a:lnTo>
                      <a:pt x="60" y="22"/>
                    </a:lnTo>
                    <a:lnTo>
                      <a:pt x="59" y="19"/>
                    </a:lnTo>
                    <a:lnTo>
                      <a:pt x="56" y="14"/>
                    </a:lnTo>
                    <a:lnTo>
                      <a:pt x="56" y="14"/>
                    </a:lnTo>
                    <a:lnTo>
                      <a:pt x="54" y="11"/>
                    </a:lnTo>
                    <a:lnTo>
                      <a:pt x="53" y="10"/>
                    </a:lnTo>
                    <a:lnTo>
                      <a:pt x="50" y="8"/>
                    </a:lnTo>
                    <a:lnTo>
                      <a:pt x="48" y="3"/>
                    </a:lnTo>
                    <a:lnTo>
                      <a:pt x="48" y="3"/>
                    </a:lnTo>
                    <a:lnTo>
                      <a:pt x="45" y="0"/>
                    </a:lnTo>
                    <a:lnTo>
                      <a:pt x="43" y="2"/>
                    </a:lnTo>
                    <a:lnTo>
                      <a:pt x="43" y="10"/>
                    </a:lnTo>
                    <a:lnTo>
                      <a:pt x="43" y="10"/>
                    </a:lnTo>
                    <a:lnTo>
                      <a:pt x="45" y="20"/>
                    </a:lnTo>
                    <a:lnTo>
                      <a:pt x="48" y="27"/>
                    </a:lnTo>
                    <a:lnTo>
                      <a:pt x="48" y="27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20" y="17"/>
                    </a:lnTo>
                    <a:lnTo>
                      <a:pt x="20" y="17"/>
                    </a:lnTo>
                    <a:lnTo>
                      <a:pt x="8" y="14"/>
                    </a:lnTo>
                    <a:lnTo>
                      <a:pt x="3" y="13"/>
                    </a:lnTo>
                    <a:lnTo>
                      <a:pt x="2" y="14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0" y="19"/>
                    </a:lnTo>
                    <a:lnTo>
                      <a:pt x="5" y="22"/>
                    </a:lnTo>
                    <a:lnTo>
                      <a:pt x="16" y="25"/>
                    </a:lnTo>
                    <a:lnTo>
                      <a:pt x="16" y="25"/>
                    </a:lnTo>
                    <a:lnTo>
                      <a:pt x="23" y="30"/>
                    </a:lnTo>
                    <a:lnTo>
                      <a:pt x="26" y="31"/>
                    </a:lnTo>
                    <a:lnTo>
                      <a:pt x="26" y="31"/>
                    </a:lnTo>
                    <a:lnTo>
                      <a:pt x="22" y="31"/>
                    </a:lnTo>
                    <a:lnTo>
                      <a:pt x="17" y="31"/>
                    </a:lnTo>
                    <a:lnTo>
                      <a:pt x="16" y="33"/>
                    </a:lnTo>
                    <a:lnTo>
                      <a:pt x="16" y="33"/>
                    </a:lnTo>
                    <a:lnTo>
                      <a:pt x="14" y="36"/>
                    </a:lnTo>
                    <a:lnTo>
                      <a:pt x="16" y="39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17" y="42"/>
                    </a:lnTo>
                    <a:lnTo>
                      <a:pt x="16" y="42"/>
                    </a:lnTo>
                    <a:lnTo>
                      <a:pt x="14" y="45"/>
                    </a:lnTo>
                    <a:lnTo>
                      <a:pt x="14" y="45"/>
                    </a:lnTo>
                    <a:lnTo>
                      <a:pt x="14" y="48"/>
                    </a:lnTo>
                    <a:lnTo>
                      <a:pt x="16" y="51"/>
                    </a:lnTo>
                    <a:lnTo>
                      <a:pt x="19" y="53"/>
                    </a:lnTo>
                    <a:lnTo>
                      <a:pt x="19" y="53"/>
                    </a:lnTo>
                    <a:lnTo>
                      <a:pt x="16" y="54"/>
                    </a:lnTo>
                    <a:lnTo>
                      <a:pt x="14" y="56"/>
                    </a:lnTo>
                    <a:lnTo>
                      <a:pt x="14" y="59"/>
                    </a:lnTo>
                    <a:lnTo>
                      <a:pt x="16" y="62"/>
                    </a:lnTo>
                    <a:lnTo>
                      <a:pt x="17" y="63"/>
                    </a:lnTo>
                    <a:lnTo>
                      <a:pt x="17" y="63"/>
                    </a:lnTo>
                    <a:lnTo>
                      <a:pt x="46" y="77"/>
                    </a:lnTo>
                    <a:lnTo>
                      <a:pt x="46" y="77"/>
                    </a:lnTo>
                    <a:lnTo>
                      <a:pt x="56" y="80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9" y="91"/>
                    </a:lnTo>
                    <a:lnTo>
                      <a:pt x="62" y="91"/>
                    </a:lnTo>
                    <a:lnTo>
                      <a:pt x="62" y="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30"/>
              <p:cNvSpPr>
                <a:spLocks/>
              </p:cNvSpPr>
              <p:nvPr/>
            </p:nvSpPr>
            <p:spPr bwMode="auto">
              <a:xfrm>
                <a:off x="7010401" y="2157413"/>
                <a:ext cx="47625" cy="55562"/>
              </a:xfrm>
              <a:custGeom>
                <a:avLst/>
                <a:gdLst>
                  <a:gd name="T0" fmla="*/ 28 w 30"/>
                  <a:gd name="T1" fmla="*/ 12 h 35"/>
                  <a:gd name="T2" fmla="*/ 28 w 30"/>
                  <a:gd name="T3" fmla="*/ 12 h 35"/>
                  <a:gd name="T4" fmla="*/ 30 w 30"/>
                  <a:gd name="T5" fmla="*/ 7 h 35"/>
                  <a:gd name="T6" fmla="*/ 30 w 30"/>
                  <a:gd name="T7" fmla="*/ 1 h 35"/>
                  <a:gd name="T8" fmla="*/ 30 w 30"/>
                  <a:gd name="T9" fmla="*/ 1 h 35"/>
                  <a:gd name="T10" fmla="*/ 26 w 30"/>
                  <a:gd name="T11" fmla="*/ 0 h 35"/>
                  <a:gd name="T12" fmla="*/ 26 w 30"/>
                  <a:gd name="T13" fmla="*/ 0 h 35"/>
                  <a:gd name="T14" fmla="*/ 26 w 30"/>
                  <a:gd name="T15" fmla="*/ 0 h 35"/>
                  <a:gd name="T16" fmla="*/ 26 w 30"/>
                  <a:gd name="T17" fmla="*/ 0 h 35"/>
                  <a:gd name="T18" fmla="*/ 25 w 30"/>
                  <a:gd name="T19" fmla="*/ 4 h 35"/>
                  <a:gd name="T20" fmla="*/ 22 w 30"/>
                  <a:gd name="T21" fmla="*/ 7 h 35"/>
                  <a:gd name="T22" fmla="*/ 16 w 30"/>
                  <a:gd name="T23" fmla="*/ 14 h 35"/>
                  <a:gd name="T24" fmla="*/ 5 w 30"/>
                  <a:gd name="T25" fmla="*/ 21 h 35"/>
                  <a:gd name="T26" fmla="*/ 5 w 30"/>
                  <a:gd name="T27" fmla="*/ 21 h 35"/>
                  <a:gd name="T28" fmla="*/ 2 w 30"/>
                  <a:gd name="T29" fmla="*/ 21 h 35"/>
                  <a:gd name="T30" fmla="*/ 0 w 30"/>
                  <a:gd name="T31" fmla="*/ 20 h 35"/>
                  <a:gd name="T32" fmla="*/ 0 w 30"/>
                  <a:gd name="T33" fmla="*/ 27 h 35"/>
                  <a:gd name="T34" fmla="*/ 0 w 30"/>
                  <a:gd name="T35" fmla="*/ 27 h 35"/>
                  <a:gd name="T36" fmla="*/ 0 w 30"/>
                  <a:gd name="T37" fmla="*/ 27 h 35"/>
                  <a:gd name="T38" fmla="*/ 5 w 30"/>
                  <a:gd name="T39" fmla="*/ 35 h 35"/>
                  <a:gd name="T40" fmla="*/ 5 w 30"/>
                  <a:gd name="T41" fmla="*/ 35 h 35"/>
                  <a:gd name="T42" fmla="*/ 16 w 30"/>
                  <a:gd name="T43" fmla="*/ 26 h 35"/>
                  <a:gd name="T44" fmla="*/ 28 w 30"/>
                  <a:gd name="T45" fmla="*/ 12 h 35"/>
                  <a:gd name="T46" fmla="*/ 28 w 30"/>
                  <a:gd name="T47" fmla="*/ 1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0" h="35">
                    <a:moveTo>
                      <a:pt x="28" y="12"/>
                    </a:moveTo>
                    <a:lnTo>
                      <a:pt x="28" y="12"/>
                    </a:lnTo>
                    <a:lnTo>
                      <a:pt x="30" y="7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5" y="4"/>
                    </a:lnTo>
                    <a:lnTo>
                      <a:pt x="22" y="7"/>
                    </a:lnTo>
                    <a:lnTo>
                      <a:pt x="16" y="14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2" y="21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5" y="35"/>
                    </a:lnTo>
                    <a:lnTo>
                      <a:pt x="5" y="35"/>
                    </a:lnTo>
                    <a:lnTo>
                      <a:pt x="16" y="26"/>
                    </a:lnTo>
                    <a:lnTo>
                      <a:pt x="28" y="12"/>
                    </a:lnTo>
                    <a:lnTo>
                      <a:pt x="28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Freeform 31"/>
              <p:cNvSpPr>
                <a:spLocks noEditPoints="1"/>
              </p:cNvSpPr>
              <p:nvPr/>
            </p:nvSpPr>
            <p:spPr bwMode="auto">
              <a:xfrm>
                <a:off x="7240588" y="2328863"/>
                <a:ext cx="360363" cy="371475"/>
              </a:xfrm>
              <a:custGeom>
                <a:avLst/>
                <a:gdLst>
                  <a:gd name="T0" fmla="*/ 225 w 227"/>
                  <a:gd name="T1" fmla="*/ 123 h 234"/>
                  <a:gd name="T2" fmla="*/ 216 w 227"/>
                  <a:gd name="T3" fmla="*/ 114 h 234"/>
                  <a:gd name="T4" fmla="*/ 193 w 227"/>
                  <a:gd name="T5" fmla="*/ 129 h 234"/>
                  <a:gd name="T6" fmla="*/ 156 w 227"/>
                  <a:gd name="T7" fmla="*/ 158 h 234"/>
                  <a:gd name="T8" fmla="*/ 131 w 227"/>
                  <a:gd name="T9" fmla="*/ 178 h 234"/>
                  <a:gd name="T10" fmla="*/ 120 w 227"/>
                  <a:gd name="T11" fmla="*/ 171 h 234"/>
                  <a:gd name="T12" fmla="*/ 117 w 227"/>
                  <a:gd name="T13" fmla="*/ 168 h 234"/>
                  <a:gd name="T14" fmla="*/ 110 w 227"/>
                  <a:gd name="T15" fmla="*/ 154 h 234"/>
                  <a:gd name="T16" fmla="*/ 99 w 227"/>
                  <a:gd name="T17" fmla="*/ 158 h 234"/>
                  <a:gd name="T18" fmla="*/ 91 w 227"/>
                  <a:gd name="T19" fmla="*/ 169 h 234"/>
                  <a:gd name="T20" fmla="*/ 86 w 227"/>
                  <a:gd name="T21" fmla="*/ 172 h 234"/>
                  <a:gd name="T22" fmla="*/ 76 w 227"/>
                  <a:gd name="T23" fmla="*/ 178 h 234"/>
                  <a:gd name="T24" fmla="*/ 130 w 227"/>
                  <a:gd name="T25" fmla="*/ 231 h 234"/>
                  <a:gd name="T26" fmla="*/ 134 w 227"/>
                  <a:gd name="T27" fmla="*/ 232 h 234"/>
                  <a:gd name="T28" fmla="*/ 140 w 227"/>
                  <a:gd name="T29" fmla="*/ 232 h 234"/>
                  <a:gd name="T30" fmla="*/ 144 w 227"/>
                  <a:gd name="T31" fmla="*/ 229 h 234"/>
                  <a:gd name="T32" fmla="*/ 225 w 227"/>
                  <a:gd name="T33" fmla="*/ 131 h 234"/>
                  <a:gd name="T34" fmla="*/ 227 w 227"/>
                  <a:gd name="T35" fmla="*/ 126 h 234"/>
                  <a:gd name="T36" fmla="*/ 225 w 227"/>
                  <a:gd name="T37" fmla="*/ 123 h 234"/>
                  <a:gd name="T38" fmla="*/ 49 w 227"/>
                  <a:gd name="T39" fmla="*/ 132 h 234"/>
                  <a:gd name="T40" fmla="*/ 40 w 227"/>
                  <a:gd name="T41" fmla="*/ 134 h 234"/>
                  <a:gd name="T42" fmla="*/ 33 w 227"/>
                  <a:gd name="T43" fmla="*/ 135 h 234"/>
                  <a:gd name="T44" fmla="*/ 40 w 227"/>
                  <a:gd name="T45" fmla="*/ 144 h 234"/>
                  <a:gd name="T46" fmla="*/ 43 w 227"/>
                  <a:gd name="T47" fmla="*/ 143 h 234"/>
                  <a:gd name="T48" fmla="*/ 49 w 227"/>
                  <a:gd name="T49" fmla="*/ 135 h 234"/>
                  <a:gd name="T50" fmla="*/ 51 w 227"/>
                  <a:gd name="T51" fmla="*/ 134 h 234"/>
                  <a:gd name="T52" fmla="*/ 49 w 227"/>
                  <a:gd name="T53" fmla="*/ 132 h 234"/>
                  <a:gd name="T54" fmla="*/ 99 w 227"/>
                  <a:gd name="T55" fmla="*/ 118 h 234"/>
                  <a:gd name="T56" fmla="*/ 144 w 227"/>
                  <a:gd name="T57" fmla="*/ 95 h 234"/>
                  <a:gd name="T58" fmla="*/ 151 w 227"/>
                  <a:gd name="T59" fmla="*/ 89 h 234"/>
                  <a:gd name="T60" fmla="*/ 171 w 227"/>
                  <a:gd name="T61" fmla="*/ 70 h 234"/>
                  <a:gd name="T62" fmla="*/ 105 w 227"/>
                  <a:gd name="T63" fmla="*/ 6 h 234"/>
                  <a:gd name="T64" fmla="*/ 100 w 227"/>
                  <a:gd name="T65" fmla="*/ 1 h 234"/>
                  <a:gd name="T66" fmla="*/ 94 w 227"/>
                  <a:gd name="T67" fmla="*/ 0 h 234"/>
                  <a:gd name="T68" fmla="*/ 91 w 227"/>
                  <a:gd name="T69" fmla="*/ 3 h 234"/>
                  <a:gd name="T70" fmla="*/ 5 w 227"/>
                  <a:gd name="T71" fmla="*/ 98 h 234"/>
                  <a:gd name="T72" fmla="*/ 0 w 227"/>
                  <a:gd name="T73" fmla="*/ 106 h 234"/>
                  <a:gd name="T74" fmla="*/ 3 w 227"/>
                  <a:gd name="T75" fmla="*/ 111 h 234"/>
                  <a:gd name="T76" fmla="*/ 23 w 227"/>
                  <a:gd name="T77" fmla="*/ 131 h 234"/>
                  <a:gd name="T78" fmla="*/ 23 w 227"/>
                  <a:gd name="T79" fmla="*/ 129 h 234"/>
                  <a:gd name="T80" fmla="*/ 28 w 227"/>
                  <a:gd name="T81" fmla="*/ 124 h 234"/>
                  <a:gd name="T82" fmla="*/ 36 w 227"/>
                  <a:gd name="T83" fmla="*/ 121 h 234"/>
                  <a:gd name="T84" fmla="*/ 39 w 227"/>
                  <a:gd name="T85" fmla="*/ 120 h 234"/>
                  <a:gd name="T86" fmla="*/ 43 w 227"/>
                  <a:gd name="T87" fmla="*/ 120 h 234"/>
                  <a:gd name="T88" fmla="*/ 57 w 227"/>
                  <a:gd name="T89" fmla="*/ 117 h 234"/>
                  <a:gd name="T90" fmla="*/ 62 w 227"/>
                  <a:gd name="T91" fmla="*/ 117 h 234"/>
                  <a:gd name="T92" fmla="*/ 83 w 227"/>
                  <a:gd name="T93" fmla="*/ 121 h 234"/>
                  <a:gd name="T94" fmla="*/ 88 w 227"/>
                  <a:gd name="T95" fmla="*/ 123 h 234"/>
                  <a:gd name="T96" fmla="*/ 99 w 227"/>
                  <a:gd name="T97" fmla="*/ 118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27" h="234">
                    <a:moveTo>
                      <a:pt x="225" y="123"/>
                    </a:moveTo>
                    <a:lnTo>
                      <a:pt x="225" y="123"/>
                    </a:lnTo>
                    <a:lnTo>
                      <a:pt x="216" y="114"/>
                    </a:lnTo>
                    <a:lnTo>
                      <a:pt x="216" y="114"/>
                    </a:lnTo>
                    <a:lnTo>
                      <a:pt x="211" y="117"/>
                    </a:lnTo>
                    <a:lnTo>
                      <a:pt x="193" y="129"/>
                    </a:lnTo>
                    <a:lnTo>
                      <a:pt x="193" y="129"/>
                    </a:lnTo>
                    <a:lnTo>
                      <a:pt x="156" y="158"/>
                    </a:lnTo>
                    <a:lnTo>
                      <a:pt x="131" y="178"/>
                    </a:lnTo>
                    <a:lnTo>
                      <a:pt x="131" y="178"/>
                    </a:lnTo>
                    <a:lnTo>
                      <a:pt x="125" y="175"/>
                    </a:lnTo>
                    <a:lnTo>
                      <a:pt x="120" y="171"/>
                    </a:lnTo>
                    <a:lnTo>
                      <a:pt x="117" y="168"/>
                    </a:lnTo>
                    <a:lnTo>
                      <a:pt x="117" y="168"/>
                    </a:lnTo>
                    <a:lnTo>
                      <a:pt x="110" y="154"/>
                    </a:lnTo>
                    <a:lnTo>
                      <a:pt x="110" y="154"/>
                    </a:lnTo>
                    <a:lnTo>
                      <a:pt x="103" y="155"/>
                    </a:lnTo>
                    <a:lnTo>
                      <a:pt x="99" y="158"/>
                    </a:lnTo>
                    <a:lnTo>
                      <a:pt x="94" y="163"/>
                    </a:lnTo>
                    <a:lnTo>
                      <a:pt x="91" y="169"/>
                    </a:lnTo>
                    <a:lnTo>
                      <a:pt x="91" y="169"/>
                    </a:lnTo>
                    <a:lnTo>
                      <a:pt x="86" y="172"/>
                    </a:lnTo>
                    <a:lnTo>
                      <a:pt x="82" y="175"/>
                    </a:lnTo>
                    <a:lnTo>
                      <a:pt x="76" y="178"/>
                    </a:lnTo>
                    <a:lnTo>
                      <a:pt x="76" y="178"/>
                    </a:lnTo>
                    <a:lnTo>
                      <a:pt x="130" y="231"/>
                    </a:lnTo>
                    <a:lnTo>
                      <a:pt x="130" y="231"/>
                    </a:lnTo>
                    <a:lnTo>
                      <a:pt x="134" y="232"/>
                    </a:lnTo>
                    <a:lnTo>
                      <a:pt x="137" y="234"/>
                    </a:lnTo>
                    <a:lnTo>
                      <a:pt x="140" y="232"/>
                    </a:lnTo>
                    <a:lnTo>
                      <a:pt x="144" y="229"/>
                    </a:lnTo>
                    <a:lnTo>
                      <a:pt x="144" y="229"/>
                    </a:lnTo>
                    <a:lnTo>
                      <a:pt x="225" y="131"/>
                    </a:lnTo>
                    <a:lnTo>
                      <a:pt x="225" y="131"/>
                    </a:lnTo>
                    <a:lnTo>
                      <a:pt x="227" y="128"/>
                    </a:lnTo>
                    <a:lnTo>
                      <a:pt x="227" y="126"/>
                    </a:lnTo>
                    <a:lnTo>
                      <a:pt x="225" y="123"/>
                    </a:lnTo>
                    <a:lnTo>
                      <a:pt x="225" y="123"/>
                    </a:lnTo>
                    <a:close/>
                    <a:moveTo>
                      <a:pt x="49" y="132"/>
                    </a:moveTo>
                    <a:lnTo>
                      <a:pt x="49" y="132"/>
                    </a:lnTo>
                    <a:lnTo>
                      <a:pt x="46" y="132"/>
                    </a:lnTo>
                    <a:lnTo>
                      <a:pt x="40" y="134"/>
                    </a:lnTo>
                    <a:lnTo>
                      <a:pt x="40" y="134"/>
                    </a:lnTo>
                    <a:lnTo>
                      <a:pt x="33" y="135"/>
                    </a:lnTo>
                    <a:lnTo>
                      <a:pt x="31" y="137"/>
                    </a:lnTo>
                    <a:lnTo>
                      <a:pt x="40" y="144"/>
                    </a:lnTo>
                    <a:lnTo>
                      <a:pt x="40" y="144"/>
                    </a:lnTo>
                    <a:lnTo>
                      <a:pt x="43" y="143"/>
                    </a:lnTo>
                    <a:lnTo>
                      <a:pt x="45" y="141"/>
                    </a:lnTo>
                    <a:lnTo>
                      <a:pt x="49" y="135"/>
                    </a:lnTo>
                    <a:lnTo>
                      <a:pt x="49" y="135"/>
                    </a:lnTo>
                    <a:lnTo>
                      <a:pt x="51" y="134"/>
                    </a:lnTo>
                    <a:lnTo>
                      <a:pt x="49" y="132"/>
                    </a:lnTo>
                    <a:lnTo>
                      <a:pt x="49" y="132"/>
                    </a:lnTo>
                    <a:close/>
                    <a:moveTo>
                      <a:pt x="99" y="118"/>
                    </a:moveTo>
                    <a:lnTo>
                      <a:pt x="99" y="118"/>
                    </a:lnTo>
                    <a:lnTo>
                      <a:pt x="120" y="107"/>
                    </a:lnTo>
                    <a:lnTo>
                      <a:pt x="144" y="95"/>
                    </a:lnTo>
                    <a:lnTo>
                      <a:pt x="144" y="95"/>
                    </a:lnTo>
                    <a:lnTo>
                      <a:pt x="151" y="89"/>
                    </a:lnTo>
                    <a:lnTo>
                      <a:pt x="160" y="81"/>
                    </a:lnTo>
                    <a:lnTo>
                      <a:pt x="171" y="70"/>
                    </a:lnTo>
                    <a:lnTo>
                      <a:pt x="171" y="70"/>
                    </a:lnTo>
                    <a:lnTo>
                      <a:pt x="105" y="6"/>
                    </a:lnTo>
                    <a:lnTo>
                      <a:pt x="105" y="6"/>
                    </a:lnTo>
                    <a:lnTo>
                      <a:pt x="100" y="1"/>
                    </a:lnTo>
                    <a:lnTo>
                      <a:pt x="97" y="0"/>
                    </a:lnTo>
                    <a:lnTo>
                      <a:pt x="94" y="0"/>
                    </a:lnTo>
                    <a:lnTo>
                      <a:pt x="91" y="3"/>
                    </a:lnTo>
                    <a:lnTo>
                      <a:pt x="91" y="3"/>
                    </a:lnTo>
                    <a:lnTo>
                      <a:pt x="5" y="98"/>
                    </a:lnTo>
                    <a:lnTo>
                      <a:pt x="5" y="98"/>
                    </a:lnTo>
                    <a:lnTo>
                      <a:pt x="2" y="103"/>
                    </a:lnTo>
                    <a:lnTo>
                      <a:pt x="0" y="106"/>
                    </a:lnTo>
                    <a:lnTo>
                      <a:pt x="2" y="107"/>
                    </a:lnTo>
                    <a:lnTo>
                      <a:pt x="3" y="111"/>
                    </a:lnTo>
                    <a:lnTo>
                      <a:pt x="3" y="111"/>
                    </a:lnTo>
                    <a:lnTo>
                      <a:pt x="23" y="131"/>
                    </a:lnTo>
                    <a:lnTo>
                      <a:pt x="23" y="131"/>
                    </a:lnTo>
                    <a:lnTo>
                      <a:pt x="23" y="129"/>
                    </a:lnTo>
                    <a:lnTo>
                      <a:pt x="25" y="126"/>
                    </a:lnTo>
                    <a:lnTo>
                      <a:pt x="28" y="124"/>
                    </a:lnTo>
                    <a:lnTo>
                      <a:pt x="28" y="124"/>
                    </a:lnTo>
                    <a:lnTo>
                      <a:pt x="36" y="121"/>
                    </a:lnTo>
                    <a:lnTo>
                      <a:pt x="36" y="121"/>
                    </a:lnTo>
                    <a:lnTo>
                      <a:pt x="39" y="120"/>
                    </a:lnTo>
                    <a:lnTo>
                      <a:pt x="43" y="120"/>
                    </a:lnTo>
                    <a:lnTo>
                      <a:pt x="43" y="120"/>
                    </a:lnTo>
                    <a:lnTo>
                      <a:pt x="49" y="120"/>
                    </a:lnTo>
                    <a:lnTo>
                      <a:pt x="57" y="117"/>
                    </a:lnTo>
                    <a:lnTo>
                      <a:pt x="57" y="117"/>
                    </a:lnTo>
                    <a:lnTo>
                      <a:pt x="62" y="117"/>
                    </a:lnTo>
                    <a:lnTo>
                      <a:pt x="70" y="118"/>
                    </a:lnTo>
                    <a:lnTo>
                      <a:pt x="83" y="121"/>
                    </a:lnTo>
                    <a:lnTo>
                      <a:pt x="83" y="121"/>
                    </a:lnTo>
                    <a:lnTo>
                      <a:pt x="88" y="123"/>
                    </a:lnTo>
                    <a:lnTo>
                      <a:pt x="91" y="121"/>
                    </a:lnTo>
                    <a:lnTo>
                      <a:pt x="99" y="118"/>
                    </a:lnTo>
                    <a:lnTo>
                      <a:pt x="99" y="1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7410451" y="2541588"/>
                <a:ext cx="19050" cy="36512"/>
              </a:xfrm>
              <a:custGeom>
                <a:avLst/>
                <a:gdLst>
                  <a:gd name="T0" fmla="*/ 7 w 12"/>
                  <a:gd name="T1" fmla="*/ 23 h 23"/>
                  <a:gd name="T2" fmla="*/ 7 w 12"/>
                  <a:gd name="T3" fmla="*/ 23 h 23"/>
                  <a:gd name="T4" fmla="*/ 4 w 12"/>
                  <a:gd name="T5" fmla="*/ 18 h 23"/>
                  <a:gd name="T6" fmla="*/ 1 w 12"/>
                  <a:gd name="T7" fmla="*/ 7 h 23"/>
                  <a:gd name="T8" fmla="*/ 1 w 12"/>
                  <a:gd name="T9" fmla="*/ 7 h 23"/>
                  <a:gd name="T10" fmla="*/ 0 w 12"/>
                  <a:gd name="T11" fmla="*/ 0 h 23"/>
                  <a:gd name="T12" fmla="*/ 12 w 12"/>
                  <a:gd name="T13" fmla="*/ 21 h 23"/>
                  <a:gd name="T14" fmla="*/ 12 w 12"/>
                  <a:gd name="T15" fmla="*/ 21 h 23"/>
                  <a:gd name="T16" fmla="*/ 7 w 12"/>
                  <a:gd name="T17" fmla="*/ 23 h 23"/>
                  <a:gd name="T18" fmla="*/ 7 w 12"/>
                  <a:gd name="T19" fmla="*/ 23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23">
                    <a:moveTo>
                      <a:pt x="7" y="23"/>
                    </a:moveTo>
                    <a:lnTo>
                      <a:pt x="7" y="23"/>
                    </a:lnTo>
                    <a:lnTo>
                      <a:pt x="4" y="18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0"/>
                    </a:lnTo>
                    <a:lnTo>
                      <a:pt x="12" y="21"/>
                    </a:lnTo>
                    <a:lnTo>
                      <a:pt x="12" y="21"/>
                    </a:lnTo>
                    <a:lnTo>
                      <a:pt x="7" y="23"/>
                    </a:lnTo>
                    <a:lnTo>
                      <a:pt x="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475656" y="4552273"/>
              <a:ext cx="575644" cy="1302922"/>
              <a:chOff x="411163" y="1928813"/>
              <a:chExt cx="650875" cy="147320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5" name="Freeform 39"/>
              <p:cNvSpPr>
                <a:spLocks/>
              </p:cNvSpPr>
              <p:nvPr/>
            </p:nvSpPr>
            <p:spPr bwMode="auto">
              <a:xfrm>
                <a:off x="411163" y="1928813"/>
                <a:ext cx="650875" cy="1473200"/>
              </a:xfrm>
              <a:custGeom>
                <a:avLst/>
                <a:gdLst>
                  <a:gd name="T0" fmla="*/ 360 w 410"/>
                  <a:gd name="T1" fmla="*/ 506 h 928"/>
                  <a:gd name="T2" fmla="*/ 371 w 410"/>
                  <a:gd name="T3" fmla="*/ 649 h 928"/>
                  <a:gd name="T4" fmla="*/ 391 w 410"/>
                  <a:gd name="T5" fmla="*/ 794 h 928"/>
                  <a:gd name="T6" fmla="*/ 391 w 410"/>
                  <a:gd name="T7" fmla="*/ 876 h 928"/>
                  <a:gd name="T8" fmla="*/ 393 w 410"/>
                  <a:gd name="T9" fmla="*/ 916 h 928"/>
                  <a:gd name="T10" fmla="*/ 349 w 410"/>
                  <a:gd name="T11" fmla="*/ 928 h 928"/>
                  <a:gd name="T12" fmla="*/ 337 w 410"/>
                  <a:gd name="T13" fmla="*/ 882 h 928"/>
                  <a:gd name="T14" fmla="*/ 325 w 410"/>
                  <a:gd name="T15" fmla="*/ 857 h 928"/>
                  <a:gd name="T16" fmla="*/ 328 w 410"/>
                  <a:gd name="T17" fmla="*/ 840 h 928"/>
                  <a:gd name="T18" fmla="*/ 320 w 410"/>
                  <a:gd name="T19" fmla="*/ 749 h 928"/>
                  <a:gd name="T20" fmla="*/ 292 w 410"/>
                  <a:gd name="T21" fmla="*/ 625 h 928"/>
                  <a:gd name="T22" fmla="*/ 285 w 410"/>
                  <a:gd name="T23" fmla="*/ 651 h 928"/>
                  <a:gd name="T24" fmla="*/ 285 w 410"/>
                  <a:gd name="T25" fmla="*/ 748 h 928"/>
                  <a:gd name="T26" fmla="*/ 291 w 410"/>
                  <a:gd name="T27" fmla="*/ 831 h 928"/>
                  <a:gd name="T28" fmla="*/ 285 w 410"/>
                  <a:gd name="T29" fmla="*/ 862 h 928"/>
                  <a:gd name="T30" fmla="*/ 246 w 410"/>
                  <a:gd name="T31" fmla="*/ 890 h 928"/>
                  <a:gd name="T32" fmla="*/ 209 w 410"/>
                  <a:gd name="T33" fmla="*/ 907 h 928"/>
                  <a:gd name="T34" fmla="*/ 171 w 410"/>
                  <a:gd name="T35" fmla="*/ 896 h 928"/>
                  <a:gd name="T36" fmla="*/ 222 w 410"/>
                  <a:gd name="T37" fmla="*/ 853 h 928"/>
                  <a:gd name="T38" fmla="*/ 225 w 410"/>
                  <a:gd name="T39" fmla="*/ 817 h 928"/>
                  <a:gd name="T40" fmla="*/ 217 w 410"/>
                  <a:gd name="T41" fmla="*/ 733 h 928"/>
                  <a:gd name="T42" fmla="*/ 215 w 410"/>
                  <a:gd name="T43" fmla="*/ 705 h 928"/>
                  <a:gd name="T44" fmla="*/ 214 w 410"/>
                  <a:gd name="T45" fmla="*/ 679 h 928"/>
                  <a:gd name="T46" fmla="*/ 181 w 410"/>
                  <a:gd name="T47" fmla="*/ 527 h 928"/>
                  <a:gd name="T48" fmla="*/ 177 w 410"/>
                  <a:gd name="T49" fmla="*/ 375 h 928"/>
                  <a:gd name="T50" fmla="*/ 77 w 410"/>
                  <a:gd name="T51" fmla="*/ 395 h 928"/>
                  <a:gd name="T52" fmla="*/ 40 w 410"/>
                  <a:gd name="T53" fmla="*/ 392 h 928"/>
                  <a:gd name="T54" fmla="*/ 20 w 410"/>
                  <a:gd name="T55" fmla="*/ 396 h 928"/>
                  <a:gd name="T56" fmla="*/ 15 w 410"/>
                  <a:gd name="T57" fmla="*/ 384 h 928"/>
                  <a:gd name="T58" fmla="*/ 10 w 410"/>
                  <a:gd name="T59" fmla="*/ 373 h 928"/>
                  <a:gd name="T60" fmla="*/ 12 w 410"/>
                  <a:gd name="T61" fmla="*/ 356 h 928"/>
                  <a:gd name="T62" fmla="*/ 4 w 410"/>
                  <a:gd name="T63" fmla="*/ 347 h 928"/>
                  <a:gd name="T64" fmla="*/ 18 w 410"/>
                  <a:gd name="T65" fmla="*/ 332 h 928"/>
                  <a:gd name="T66" fmla="*/ 58 w 410"/>
                  <a:gd name="T67" fmla="*/ 329 h 928"/>
                  <a:gd name="T68" fmla="*/ 115 w 410"/>
                  <a:gd name="T69" fmla="*/ 326 h 928"/>
                  <a:gd name="T70" fmla="*/ 123 w 410"/>
                  <a:gd name="T71" fmla="*/ 302 h 928"/>
                  <a:gd name="T72" fmla="*/ 132 w 410"/>
                  <a:gd name="T73" fmla="*/ 279 h 928"/>
                  <a:gd name="T74" fmla="*/ 135 w 410"/>
                  <a:gd name="T75" fmla="*/ 256 h 928"/>
                  <a:gd name="T76" fmla="*/ 151 w 410"/>
                  <a:gd name="T77" fmla="*/ 185 h 928"/>
                  <a:gd name="T78" fmla="*/ 186 w 410"/>
                  <a:gd name="T79" fmla="*/ 156 h 928"/>
                  <a:gd name="T80" fmla="*/ 181 w 410"/>
                  <a:gd name="T81" fmla="*/ 142 h 928"/>
                  <a:gd name="T82" fmla="*/ 154 w 410"/>
                  <a:gd name="T83" fmla="*/ 131 h 928"/>
                  <a:gd name="T84" fmla="*/ 149 w 410"/>
                  <a:gd name="T85" fmla="*/ 124 h 928"/>
                  <a:gd name="T86" fmla="*/ 141 w 410"/>
                  <a:gd name="T87" fmla="*/ 111 h 928"/>
                  <a:gd name="T88" fmla="*/ 137 w 410"/>
                  <a:gd name="T89" fmla="*/ 88 h 928"/>
                  <a:gd name="T90" fmla="*/ 129 w 410"/>
                  <a:gd name="T91" fmla="*/ 54 h 928"/>
                  <a:gd name="T92" fmla="*/ 127 w 410"/>
                  <a:gd name="T93" fmla="*/ 30 h 928"/>
                  <a:gd name="T94" fmla="*/ 172 w 410"/>
                  <a:gd name="T95" fmla="*/ 2 h 928"/>
                  <a:gd name="T96" fmla="*/ 228 w 410"/>
                  <a:gd name="T97" fmla="*/ 28 h 928"/>
                  <a:gd name="T98" fmla="*/ 235 w 410"/>
                  <a:gd name="T99" fmla="*/ 91 h 928"/>
                  <a:gd name="T100" fmla="*/ 269 w 410"/>
                  <a:gd name="T101" fmla="*/ 121 h 928"/>
                  <a:gd name="T102" fmla="*/ 340 w 410"/>
                  <a:gd name="T103" fmla="*/ 136 h 928"/>
                  <a:gd name="T104" fmla="*/ 382 w 410"/>
                  <a:gd name="T105" fmla="*/ 224 h 928"/>
                  <a:gd name="T106" fmla="*/ 399 w 410"/>
                  <a:gd name="T107" fmla="*/ 310 h 928"/>
                  <a:gd name="T108" fmla="*/ 383 w 410"/>
                  <a:gd name="T109" fmla="*/ 403 h 928"/>
                  <a:gd name="T110" fmla="*/ 402 w 410"/>
                  <a:gd name="T111" fmla="*/ 480 h 928"/>
                  <a:gd name="T112" fmla="*/ 366 w 410"/>
                  <a:gd name="T113" fmla="*/ 477 h 9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10" h="928">
                    <a:moveTo>
                      <a:pt x="366" y="477"/>
                    </a:moveTo>
                    <a:lnTo>
                      <a:pt x="366" y="477"/>
                    </a:lnTo>
                    <a:lnTo>
                      <a:pt x="368" y="481"/>
                    </a:lnTo>
                    <a:lnTo>
                      <a:pt x="368" y="491"/>
                    </a:lnTo>
                    <a:lnTo>
                      <a:pt x="366" y="497"/>
                    </a:lnTo>
                    <a:lnTo>
                      <a:pt x="365" y="501"/>
                    </a:lnTo>
                    <a:lnTo>
                      <a:pt x="360" y="506"/>
                    </a:lnTo>
                    <a:lnTo>
                      <a:pt x="356" y="507"/>
                    </a:lnTo>
                    <a:lnTo>
                      <a:pt x="356" y="507"/>
                    </a:lnTo>
                    <a:lnTo>
                      <a:pt x="362" y="543"/>
                    </a:lnTo>
                    <a:lnTo>
                      <a:pt x="368" y="574"/>
                    </a:lnTo>
                    <a:lnTo>
                      <a:pt x="370" y="600"/>
                    </a:lnTo>
                    <a:lnTo>
                      <a:pt x="370" y="600"/>
                    </a:lnTo>
                    <a:lnTo>
                      <a:pt x="371" y="649"/>
                    </a:lnTo>
                    <a:lnTo>
                      <a:pt x="373" y="672"/>
                    </a:lnTo>
                    <a:lnTo>
                      <a:pt x="376" y="691"/>
                    </a:lnTo>
                    <a:lnTo>
                      <a:pt x="376" y="691"/>
                    </a:lnTo>
                    <a:lnTo>
                      <a:pt x="380" y="711"/>
                    </a:lnTo>
                    <a:lnTo>
                      <a:pt x="386" y="739"/>
                    </a:lnTo>
                    <a:lnTo>
                      <a:pt x="390" y="768"/>
                    </a:lnTo>
                    <a:lnTo>
                      <a:pt x="391" y="794"/>
                    </a:lnTo>
                    <a:lnTo>
                      <a:pt x="391" y="794"/>
                    </a:lnTo>
                    <a:lnTo>
                      <a:pt x="391" y="839"/>
                    </a:lnTo>
                    <a:lnTo>
                      <a:pt x="390" y="859"/>
                    </a:lnTo>
                    <a:lnTo>
                      <a:pt x="385" y="867"/>
                    </a:lnTo>
                    <a:lnTo>
                      <a:pt x="385" y="867"/>
                    </a:lnTo>
                    <a:lnTo>
                      <a:pt x="386" y="868"/>
                    </a:lnTo>
                    <a:lnTo>
                      <a:pt x="391" y="876"/>
                    </a:lnTo>
                    <a:lnTo>
                      <a:pt x="396" y="884"/>
                    </a:lnTo>
                    <a:lnTo>
                      <a:pt x="397" y="890"/>
                    </a:lnTo>
                    <a:lnTo>
                      <a:pt x="397" y="894"/>
                    </a:lnTo>
                    <a:lnTo>
                      <a:pt x="397" y="894"/>
                    </a:lnTo>
                    <a:lnTo>
                      <a:pt x="396" y="905"/>
                    </a:lnTo>
                    <a:lnTo>
                      <a:pt x="396" y="911"/>
                    </a:lnTo>
                    <a:lnTo>
                      <a:pt x="393" y="916"/>
                    </a:lnTo>
                    <a:lnTo>
                      <a:pt x="390" y="921"/>
                    </a:lnTo>
                    <a:lnTo>
                      <a:pt x="383" y="925"/>
                    </a:lnTo>
                    <a:lnTo>
                      <a:pt x="373" y="927"/>
                    </a:lnTo>
                    <a:lnTo>
                      <a:pt x="360" y="928"/>
                    </a:lnTo>
                    <a:lnTo>
                      <a:pt x="360" y="928"/>
                    </a:lnTo>
                    <a:lnTo>
                      <a:pt x="356" y="928"/>
                    </a:lnTo>
                    <a:lnTo>
                      <a:pt x="349" y="928"/>
                    </a:lnTo>
                    <a:lnTo>
                      <a:pt x="345" y="927"/>
                    </a:lnTo>
                    <a:lnTo>
                      <a:pt x="340" y="924"/>
                    </a:lnTo>
                    <a:lnTo>
                      <a:pt x="336" y="917"/>
                    </a:lnTo>
                    <a:lnTo>
                      <a:pt x="334" y="911"/>
                    </a:lnTo>
                    <a:lnTo>
                      <a:pt x="336" y="901"/>
                    </a:lnTo>
                    <a:lnTo>
                      <a:pt x="336" y="901"/>
                    </a:lnTo>
                    <a:lnTo>
                      <a:pt x="337" y="882"/>
                    </a:lnTo>
                    <a:lnTo>
                      <a:pt x="337" y="873"/>
                    </a:lnTo>
                    <a:lnTo>
                      <a:pt x="336" y="871"/>
                    </a:lnTo>
                    <a:lnTo>
                      <a:pt x="334" y="871"/>
                    </a:lnTo>
                    <a:lnTo>
                      <a:pt x="325" y="868"/>
                    </a:lnTo>
                    <a:lnTo>
                      <a:pt x="328" y="860"/>
                    </a:lnTo>
                    <a:lnTo>
                      <a:pt x="328" y="860"/>
                    </a:lnTo>
                    <a:lnTo>
                      <a:pt x="325" y="857"/>
                    </a:lnTo>
                    <a:lnTo>
                      <a:pt x="323" y="854"/>
                    </a:lnTo>
                    <a:lnTo>
                      <a:pt x="323" y="851"/>
                    </a:lnTo>
                    <a:lnTo>
                      <a:pt x="323" y="851"/>
                    </a:lnTo>
                    <a:lnTo>
                      <a:pt x="328" y="845"/>
                    </a:lnTo>
                    <a:lnTo>
                      <a:pt x="329" y="844"/>
                    </a:lnTo>
                    <a:lnTo>
                      <a:pt x="328" y="840"/>
                    </a:lnTo>
                    <a:lnTo>
                      <a:pt x="328" y="840"/>
                    </a:lnTo>
                    <a:lnTo>
                      <a:pt x="326" y="833"/>
                    </a:lnTo>
                    <a:lnTo>
                      <a:pt x="325" y="828"/>
                    </a:lnTo>
                    <a:lnTo>
                      <a:pt x="325" y="828"/>
                    </a:lnTo>
                    <a:lnTo>
                      <a:pt x="323" y="796"/>
                    </a:lnTo>
                    <a:lnTo>
                      <a:pt x="322" y="771"/>
                    </a:lnTo>
                    <a:lnTo>
                      <a:pt x="320" y="749"/>
                    </a:lnTo>
                    <a:lnTo>
                      <a:pt x="320" y="749"/>
                    </a:lnTo>
                    <a:lnTo>
                      <a:pt x="316" y="728"/>
                    </a:lnTo>
                    <a:lnTo>
                      <a:pt x="311" y="702"/>
                    </a:lnTo>
                    <a:lnTo>
                      <a:pt x="305" y="679"/>
                    </a:lnTo>
                    <a:lnTo>
                      <a:pt x="303" y="663"/>
                    </a:lnTo>
                    <a:lnTo>
                      <a:pt x="303" y="663"/>
                    </a:lnTo>
                    <a:lnTo>
                      <a:pt x="300" y="648"/>
                    </a:lnTo>
                    <a:lnTo>
                      <a:pt x="292" y="625"/>
                    </a:lnTo>
                    <a:lnTo>
                      <a:pt x="283" y="594"/>
                    </a:lnTo>
                    <a:lnTo>
                      <a:pt x="283" y="594"/>
                    </a:lnTo>
                    <a:lnTo>
                      <a:pt x="285" y="612"/>
                    </a:lnTo>
                    <a:lnTo>
                      <a:pt x="286" y="628"/>
                    </a:lnTo>
                    <a:lnTo>
                      <a:pt x="285" y="638"/>
                    </a:lnTo>
                    <a:lnTo>
                      <a:pt x="285" y="638"/>
                    </a:lnTo>
                    <a:lnTo>
                      <a:pt x="285" y="651"/>
                    </a:lnTo>
                    <a:lnTo>
                      <a:pt x="285" y="669"/>
                    </a:lnTo>
                    <a:lnTo>
                      <a:pt x="288" y="702"/>
                    </a:lnTo>
                    <a:lnTo>
                      <a:pt x="288" y="702"/>
                    </a:lnTo>
                    <a:lnTo>
                      <a:pt x="288" y="714"/>
                    </a:lnTo>
                    <a:lnTo>
                      <a:pt x="285" y="728"/>
                    </a:lnTo>
                    <a:lnTo>
                      <a:pt x="285" y="742"/>
                    </a:lnTo>
                    <a:lnTo>
                      <a:pt x="285" y="748"/>
                    </a:lnTo>
                    <a:lnTo>
                      <a:pt x="285" y="754"/>
                    </a:lnTo>
                    <a:lnTo>
                      <a:pt x="285" y="754"/>
                    </a:lnTo>
                    <a:lnTo>
                      <a:pt x="288" y="765"/>
                    </a:lnTo>
                    <a:lnTo>
                      <a:pt x="288" y="774"/>
                    </a:lnTo>
                    <a:lnTo>
                      <a:pt x="289" y="791"/>
                    </a:lnTo>
                    <a:lnTo>
                      <a:pt x="289" y="791"/>
                    </a:lnTo>
                    <a:lnTo>
                      <a:pt x="291" y="831"/>
                    </a:lnTo>
                    <a:lnTo>
                      <a:pt x="291" y="842"/>
                    </a:lnTo>
                    <a:lnTo>
                      <a:pt x="291" y="851"/>
                    </a:lnTo>
                    <a:lnTo>
                      <a:pt x="288" y="857"/>
                    </a:lnTo>
                    <a:lnTo>
                      <a:pt x="286" y="859"/>
                    </a:lnTo>
                    <a:lnTo>
                      <a:pt x="285" y="859"/>
                    </a:lnTo>
                    <a:lnTo>
                      <a:pt x="285" y="859"/>
                    </a:lnTo>
                    <a:lnTo>
                      <a:pt x="285" y="862"/>
                    </a:lnTo>
                    <a:lnTo>
                      <a:pt x="285" y="870"/>
                    </a:lnTo>
                    <a:lnTo>
                      <a:pt x="285" y="874"/>
                    </a:lnTo>
                    <a:lnTo>
                      <a:pt x="282" y="879"/>
                    </a:lnTo>
                    <a:lnTo>
                      <a:pt x="279" y="882"/>
                    </a:lnTo>
                    <a:lnTo>
                      <a:pt x="272" y="884"/>
                    </a:lnTo>
                    <a:lnTo>
                      <a:pt x="272" y="884"/>
                    </a:lnTo>
                    <a:lnTo>
                      <a:pt x="246" y="890"/>
                    </a:lnTo>
                    <a:lnTo>
                      <a:pt x="246" y="884"/>
                    </a:lnTo>
                    <a:lnTo>
                      <a:pt x="246" y="884"/>
                    </a:lnTo>
                    <a:lnTo>
                      <a:pt x="243" y="888"/>
                    </a:lnTo>
                    <a:lnTo>
                      <a:pt x="234" y="896"/>
                    </a:lnTo>
                    <a:lnTo>
                      <a:pt x="226" y="901"/>
                    </a:lnTo>
                    <a:lnTo>
                      <a:pt x="218" y="904"/>
                    </a:lnTo>
                    <a:lnTo>
                      <a:pt x="209" y="907"/>
                    </a:lnTo>
                    <a:lnTo>
                      <a:pt x="200" y="908"/>
                    </a:lnTo>
                    <a:lnTo>
                      <a:pt x="200" y="908"/>
                    </a:lnTo>
                    <a:lnTo>
                      <a:pt x="191" y="907"/>
                    </a:lnTo>
                    <a:lnTo>
                      <a:pt x="181" y="905"/>
                    </a:lnTo>
                    <a:lnTo>
                      <a:pt x="175" y="904"/>
                    </a:lnTo>
                    <a:lnTo>
                      <a:pt x="172" y="901"/>
                    </a:lnTo>
                    <a:lnTo>
                      <a:pt x="171" y="896"/>
                    </a:lnTo>
                    <a:lnTo>
                      <a:pt x="171" y="891"/>
                    </a:lnTo>
                    <a:lnTo>
                      <a:pt x="175" y="885"/>
                    </a:lnTo>
                    <a:lnTo>
                      <a:pt x="181" y="877"/>
                    </a:lnTo>
                    <a:lnTo>
                      <a:pt x="181" y="877"/>
                    </a:lnTo>
                    <a:lnTo>
                      <a:pt x="198" y="865"/>
                    </a:lnTo>
                    <a:lnTo>
                      <a:pt x="212" y="857"/>
                    </a:lnTo>
                    <a:lnTo>
                      <a:pt x="222" y="853"/>
                    </a:lnTo>
                    <a:lnTo>
                      <a:pt x="226" y="851"/>
                    </a:lnTo>
                    <a:lnTo>
                      <a:pt x="220" y="850"/>
                    </a:lnTo>
                    <a:lnTo>
                      <a:pt x="220" y="850"/>
                    </a:lnTo>
                    <a:lnTo>
                      <a:pt x="223" y="836"/>
                    </a:lnTo>
                    <a:lnTo>
                      <a:pt x="225" y="825"/>
                    </a:lnTo>
                    <a:lnTo>
                      <a:pt x="225" y="817"/>
                    </a:lnTo>
                    <a:lnTo>
                      <a:pt x="225" y="817"/>
                    </a:lnTo>
                    <a:lnTo>
                      <a:pt x="215" y="786"/>
                    </a:lnTo>
                    <a:lnTo>
                      <a:pt x="211" y="768"/>
                    </a:lnTo>
                    <a:lnTo>
                      <a:pt x="211" y="760"/>
                    </a:lnTo>
                    <a:lnTo>
                      <a:pt x="211" y="754"/>
                    </a:lnTo>
                    <a:lnTo>
                      <a:pt x="211" y="754"/>
                    </a:lnTo>
                    <a:lnTo>
                      <a:pt x="215" y="739"/>
                    </a:lnTo>
                    <a:lnTo>
                      <a:pt x="217" y="733"/>
                    </a:lnTo>
                    <a:lnTo>
                      <a:pt x="217" y="725"/>
                    </a:lnTo>
                    <a:lnTo>
                      <a:pt x="217" y="725"/>
                    </a:lnTo>
                    <a:lnTo>
                      <a:pt x="215" y="717"/>
                    </a:lnTo>
                    <a:lnTo>
                      <a:pt x="217" y="712"/>
                    </a:lnTo>
                    <a:lnTo>
                      <a:pt x="217" y="709"/>
                    </a:lnTo>
                    <a:lnTo>
                      <a:pt x="215" y="705"/>
                    </a:lnTo>
                    <a:lnTo>
                      <a:pt x="215" y="705"/>
                    </a:lnTo>
                    <a:lnTo>
                      <a:pt x="211" y="697"/>
                    </a:lnTo>
                    <a:lnTo>
                      <a:pt x="211" y="692"/>
                    </a:lnTo>
                    <a:lnTo>
                      <a:pt x="211" y="689"/>
                    </a:lnTo>
                    <a:lnTo>
                      <a:pt x="211" y="689"/>
                    </a:lnTo>
                    <a:lnTo>
                      <a:pt x="215" y="683"/>
                    </a:lnTo>
                    <a:lnTo>
                      <a:pt x="215" y="682"/>
                    </a:lnTo>
                    <a:lnTo>
                      <a:pt x="214" y="679"/>
                    </a:lnTo>
                    <a:lnTo>
                      <a:pt x="214" y="679"/>
                    </a:lnTo>
                    <a:lnTo>
                      <a:pt x="211" y="669"/>
                    </a:lnTo>
                    <a:lnTo>
                      <a:pt x="209" y="662"/>
                    </a:lnTo>
                    <a:lnTo>
                      <a:pt x="209" y="662"/>
                    </a:lnTo>
                    <a:lnTo>
                      <a:pt x="197" y="603"/>
                    </a:lnTo>
                    <a:lnTo>
                      <a:pt x="186" y="554"/>
                    </a:lnTo>
                    <a:lnTo>
                      <a:pt x="181" y="527"/>
                    </a:lnTo>
                    <a:lnTo>
                      <a:pt x="178" y="504"/>
                    </a:lnTo>
                    <a:lnTo>
                      <a:pt x="178" y="504"/>
                    </a:lnTo>
                    <a:lnTo>
                      <a:pt x="177" y="483"/>
                    </a:lnTo>
                    <a:lnTo>
                      <a:pt x="177" y="461"/>
                    </a:lnTo>
                    <a:lnTo>
                      <a:pt x="178" y="420"/>
                    </a:lnTo>
                    <a:lnTo>
                      <a:pt x="178" y="387"/>
                    </a:lnTo>
                    <a:lnTo>
                      <a:pt x="177" y="375"/>
                    </a:lnTo>
                    <a:lnTo>
                      <a:pt x="175" y="366"/>
                    </a:lnTo>
                    <a:lnTo>
                      <a:pt x="175" y="366"/>
                    </a:lnTo>
                    <a:lnTo>
                      <a:pt x="129" y="381"/>
                    </a:lnTo>
                    <a:lnTo>
                      <a:pt x="97" y="390"/>
                    </a:lnTo>
                    <a:lnTo>
                      <a:pt x="78" y="395"/>
                    </a:lnTo>
                    <a:lnTo>
                      <a:pt x="78" y="395"/>
                    </a:lnTo>
                    <a:lnTo>
                      <a:pt x="77" y="395"/>
                    </a:lnTo>
                    <a:lnTo>
                      <a:pt x="74" y="392"/>
                    </a:lnTo>
                    <a:lnTo>
                      <a:pt x="69" y="386"/>
                    </a:lnTo>
                    <a:lnTo>
                      <a:pt x="64" y="375"/>
                    </a:lnTo>
                    <a:lnTo>
                      <a:pt x="64" y="375"/>
                    </a:lnTo>
                    <a:lnTo>
                      <a:pt x="44" y="389"/>
                    </a:lnTo>
                    <a:lnTo>
                      <a:pt x="44" y="389"/>
                    </a:lnTo>
                    <a:lnTo>
                      <a:pt x="40" y="392"/>
                    </a:lnTo>
                    <a:lnTo>
                      <a:pt x="33" y="393"/>
                    </a:lnTo>
                    <a:lnTo>
                      <a:pt x="30" y="393"/>
                    </a:lnTo>
                    <a:lnTo>
                      <a:pt x="29" y="392"/>
                    </a:lnTo>
                    <a:lnTo>
                      <a:pt x="30" y="389"/>
                    </a:lnTo>
                    <a:lnTo>
                      <a:pt x="30" y="389"/>
                    </a:lnTo>
                    <a:lnTo>
                      <a:pt x="24" y="395"/>
                    </a:lnTo>
                    <a:lnTo>
                      <a:pt x="20" y="396"/>
                    </a:lnTo>
                    <a:lnTo>
                      <a:pt x="16" y="396"/>
                    </a:lnTo>
                    <a:lnTo>
                      <a:pt x="15" y="393"/>
                    </a:lnTo>
                    <a:lnTo>
                      <a:pt x="15" y="393"/>
                    </a:lnTo>
                    <a:lnTo>
                      <a:pt x="13" y="389"/>
                    </a:lnTo>
                    <a:lnTo>
                      <a:pt x="13" y="386"/>
                    </a:lnTo>
                    <a:lnTo>
                      <a:pt x="15" y="384"/>
                    </a:lnTo>
                    <a:lnTo>
                      <a:pt x="15" y="384"/>
                    </a:lnTo>
                    <a:lnTo>
                      <a:pt x="12" y="386"/>
                    </a:lnTo>
                    <a:lnTo>
                      <a:pt x="9" y="386"/>
                    </a:lnTo>
                    <a:lnTo>
                      <a:pt x="7" y="383"/>
                    </a:lnTo>
                    <a:lnTo>
                      <a:pt x="7" y="383"/>
                    </a:lnTo>
                    <a:lnTo>
                      <a:pt x="6" y="378"/>
                    </a:lnTo>
                    <a:lnTo>
                      <a:pt x="7" y="375"/>
                    </a:lnTo>
                    <a:lnTo>
                      <a:pt x="10" y="373"/>
                    </a:lnTo>
                    <a:lnTo>
                      <a:pt x="10" y="373"/>
                    </a:lnTo>
                    <a:lnTo>
                      <a:pt x="6" y="372"/>
                    </a:lnTo>
                    <a:lnTo>
                      <a:pt x="4" y="369"/>
                    </a:lnTo>
                    <a:lnTo>
                      <a:pt x="4" y="366"/>
                    </a:lnTo>
                    <a:lnTo>
                      <a:pt x="6" y="364"/>
                    </a:lnTo>
                    <a:lnTo>
                      <a:pt x="6" y="364"/>
                    </a:lnTo>
                    <a:lnTo>
                      <a:pt x="12" y="356"/>
                    </a:lnTo>
                    <a:lnTo>
                      <a:pt x="16" y="350"/>
                    </a:lnTo>
                    <a:lnTo>
                      <a:pt x="16" y="350"/>
                    </a:lnTo>
                    <a:lnTo>
                      <a:pt x="21" y="344"/>
                    </a:lnTo>
                    <a:lnTo>
                      <a:pt x="21" y="344"/>
                    </a:lnTo>
                    <a:lnTo>
                      <a:pt x="9" y="347"/>
                    </a:lnTo>
                    <a:lnTo>
                      <a:pt x="9" y="347"/>
                    </a:lnTo>
                    <a:lnTo>
                      <a:pt x="4" y="347"/>
                    </a:lnTo>
                    <a:lnTo>
                      <a:pt x="0" y="344"/>
                    </a:lnTo>
                    <a:lnTo>
                      <a:pt x="0" y="343"/>
                    </a:lnTo>
                    <a:lnTo>
                      <a:pt x="0" y="339"/>
                    </a:lnTo>
                    <a:lnTo>
                      <a:pt x="1" y="338"/>
                    </a:lnTo>
                    <a:lnTo>
                      <a:pt x="4" y="336"/>
                    </a:lnTo>
                    <a:lnTo>
                      <a:pt x="4" y="336"/>
                    </a:lnTo>
                    <a:lnTo>
                      <a:pt x="18" y="332"/>
                    </a:lnTo>
                    <a:lnTo>
                      <a:pt x="27" y="327"/>
                    </a:lnTo>
                    <a:lnTo>
                      <a:pt x="27" y="327"/>
                    </a:lnTo>
                    <a:lnTo>
                      <a:pt x="37" y="324"/>
                    </a:lnTo>
                    <a:lnTo>
                      <a:pt x="40" y="324"/>
                    </a:lnTo>
                    <a:lnTo>
                      <a:pt x="44" y="326"/>
                    </a:lnTo>
                    <a:lnTo>
                      <a:pt x="44" y="326"/>
                    </a:lnTo>
                    <a:lnTo>
                      <a:pt x="58" y="329"/>
                    </a:lnTo>
                    <a:lnTo>
                      <a:pt x="67" y="329"/>
                    </a:lnTo>
                    <a:lnTo>
                      <a:pt x="67" y="329"/>
                    </a:lnTo>
                    <a:lnTo>
                      <a:pt x="72" y="329"/>
                    </a:lnTo>
                    <a:lnTo>
                      <a:pt x="89" y="326"/>
                    </a:lnTo>
                    <a:lnTo>
                      <a:pt x="89" y="326"/>
                    </a:lnTo>
                    <a:lnTo>
                      <a:pt x="111" y="326"/>
                    </a:lnTo>
                    <a:lnTo>
                      <a:pt x="115" y="326"/>
                    </a:lnTo>
                    <a:lnTo>
                      <a:pt x="120" y="324"/>
                    </a:lnTo>
                    <a:lnTo>
                      <a:pt x="121" y="321"/>
                    </a:lnTo>
                    <a:lnTo>
                      <a:pt x="123" y="318"/>
                    </a:lnTo>
                    <a:lnTo>
                      <a:pt x="123" y="318"/>
                    </a:lnTo>
                    <a:lnTo>
                      <a:pt x="123" y="310"/>
                    </a:lnTo>
                    <a:lnTo>
                      <a:pt x="123" y="306"/>
                    </a:lnTo>
                    <a:lnTo>
                      <a:pt x="123" y="302"/>
                    </a:lnTo>
                    <a:lnTo>
                      <a:pt x="126" y="298"/>
                    </a:lnTo>
                    <a:lnTo>
                      <a:pt x="126" y="298"/>
                    </a:lnTo>
                    <a:lnTo>
                      <a:pt x="131" y="292"/>
                    </a:lnTo>
                    <a:lnTo>
                      <a:pt x="132" y="290"/>
                    </a:lnTo>
                    <a:lnTo>
                      <a:pt x="132" y="287"/>
                    </a:lnTo>
                    <a:lnTo>
                      <a:pt x="132" y="287"/>
                    </a:lnTo>
                    <a:lnTo>
                      <a:pt x="132" y="279"/>
                    </a:lnTo>
                    <a:lnTo>
                      <a:pt x="132" y="273"/>
                    </a:lnTo>
                    <a:lnTo>
                      <a:pt x="132" y="273"/>
                    </a:lnTo>
                    <a:lnTo>
                      <a:pt x="132" y="270"/>
                    </a:lnTo>
                    <a:lnTo>
                      <a:pt x="135" y="267"/>
                    </a:lnTo>
                    <a:lnTo>
                      <a:pt x="135" y="262"/>
                    </a:lnTo>
                    <a:lnTo>
                      <a:pt x="135" y="256"/>
                    </a:lnTo>
                    <a:lnTo>
                      <a:pt x="135" y="256"/>
                    </a:lnTo>
                    <a:lnTo>
                      <a:pt x="137" y="244"/>
                    </a:lnTo>
                    <a:lnTo>
                      <a:pt x="140" y="228"/>
                    </a:lnTo>
                    <a:lnTo>
                      <a:pt x="146" y="202"/>
                    </a:lnTo>
                    <a:lnTo>
                      <a:pt x="146" y="202"/>
                    </a:lnTo>
                    <a:lnTo>
                      <a:pt x="146" y="196"/>
                    </a:lnTo>
                    <a:lnTo>
                      <a:pt x="148" y="191"/>
                    </a:lnTo>
                    <a:lnTo>
                      <a:pt x="151" y="185"/>
                    </a:lnTo>
                    <a:lnTo>
                      <a:pt x="158" y="181"/>
                    </a:lnTo>
                    <a:lnTo>
                      <a:pt x="158" y="181"/>
                    </a:lnTo>
                    <a:lnTo>
                      <a:pt x="169" y="171"/>
                    </a:lnTo>
                    <a:lnTo>
                      <a:pt x="175" y="164"/>
                    </a:lnTo>
                    <a:lnTo>
                      <a:pt x="175" y="164"/>
                    </a:lnTo>
                    <a:lnTo>
                      <a:pt x="180" y="159"/>
                    </a:lnTo>
                    <a:lnTo>
                      <a:pt x="186" y="156"/>
                    </a:lnTo>
                    <a:lnTo>
                      <a:pt x="192" y="153"/>
                    </a:lnTo>
                    <a:lnTo>
                      <a:pt x="192" y="153"/>
                    </a:lnTo>
                    <a:lnTo>
                      <a:pt x="192" y="148"/>
                    </a:lnTo>
                    <a:lnTo>
                      <a:pt x="191" y="145"/>
                    </a:lnTo>
                    <a:lnTo>
                      <a:pt x="188" y="142"/>
                    </a:lnTo>
                    <a:lnTo>
                      <a:pt x="188" y="142"/>
                    </a:lnTo>
                    <a:lnTo>
                      <a:pt x="181" y="142"/>
                    </a:lnTo>
                    <a:lnTo>
                      <a:pt x="172" y="144"/>
                    </a:lnTo>
                    <a:lnTo>
                      <a:pt x="166" y="145"/>
                    </a:lnTo>
                    <a:lnTo>
                      <a:pt x="163" y="144"/>
                    </a:lnTo>
                    <a:lnTo>
                      <a:pt x="161" y="142"/>
                    </a:lnTo>
                    <a:lnTo>
                      <a:pt x="161" y="142"/>
                    </a:lnTo>
                    <a:lnTo>
                      <a:pt x="157" y="136"/>
                    </a:lnTo>
                    <a:lnTo>
                      <a:pt x="154" y="131"/>
                    </a:lnTo>
                    <a:lnTo>
                      <a:pt x="154" y="131"/>
                    </a:lnTo>
                    <a:lnTo>
                      <a:pt x="152" y="127"/>
                    </a:lnTo>
                    <a:lnTo>
                      <a:pt x="152" y="125"/>
                    </a:lnTo>
                    <a:lnTo>
                      <a:pt x="154" y="124"/>
                    </a:lnTo>
                    <a:lnTo>
                      <a:pt x="154" y="124"/>
                    </a:lnTo>
                    <a:lnTo>
                      <a:pt x="151" y="124"/>
                    </a:lnTo>
                    <a:lnTo>
                      <a:pt x="149" y="124"/>
                    </a:lnTo>
                    <a:lnTo>
                      <a:pt x="149" y="122"/>
                    </a:lnTo>
                    <a:lnTo>
                      <a:pt x="149" y="122"/>
                    </a:lnTo>
                    <a:lnTo>
                      <a:pt x="148" y="116"/>
                    </a:lnTo>
                    <a:lnTo>
                      <a:pt x="148" y="114"/>
                    </a:lnTo>
                    <a:lnTo>
                      <a:pt x="148" y="114"/>
                    </a:lnTo>
                    <a:lnTo>
                      <a:pt x="144" y="113"/>
                    </a:lnTo>
                    <a:lnTo>
                      <a:pt x="141" y="111"/>
                    </a:lnTo>
                    <a:lnTo>
                      <a:pt x="141" y="105"/>
                    </a:lnTo>
                    <a:lnTo>
                      <a:pt x="141" y="105"/>
                    </a:lnTo>
                    <a:lnTo>
                      <a:pt x="143" y="99"/>
                    </a:lnTo>
                    <a:lnTo>
                      <a:pt x="141" y="93"/>
                    </a:lnTo>
                    <a:lnTo>
                      <a:pt x="141" y="93"/>
                    </a:lnTo>
                    <a:lnTo>
                      <a:pt x="138" y="90"/>
                    </a:lnTo>
                    <a:lnTo>
                      <a:pt x="137" y="88"/>
                    </a:lnTo>
                    <a:lnTo>
                      <a:pt x="135" y="87"/>
                    </a:lnTo>
                    <a:lnTo>
                      <a:pt x="134" y="82"/>
                    </a:lnTo>
                    <a:lnTo>
                      <a:pt x="134" y="82"/>
                    </a:lnTo>
                    <a:lnTo>
                      <a:pt x="134" y="73"/>
                    </a:lnTo>
                    <a:lnTo>
                      <a:pt x="132" y="62"/>
                    </a:lnTo>
                    <a:lnTo>
                      <a:pt x="132" y="62"/>
                    </a:lnTo>
                    <a:lnTo>
                      <a:pt x="129" y="54"/>
                    </a:lnTo>
                    <a:lnTo>
                      <a:pt x="129" y="54"/>
                    </a:lnTo>
                    <a:lnTo>
                      <a:pt x="126" y="51"/>
                    </a:lnTo>
                    <a:lnTo>
                      <a:pt x="124" y="48"/>
                    </a:lnTo>
                    <a:lnTo>
                      <a:pt x="124" y="42"/>
                    </a:lnTo>
                    <a:lnTo>
                      <a:pt x="124" y="42"/>
                    </a:lnTo>
                    <a:lnTo>
                      <a:pt x="126" y="34"/>
                    </a:lnTo>
                    <a:lnTo>
                      <a:pt x="127" y="30"/>
                    </a:lnTo>
                    <a:lnTo>
                      <a:pt x="131" y="27"/>
                    </a:lnTo>
                    <a:lnTo>
                      <a:pt x="134" y="22"/>
                    </a:lnTo>
                    <a:lnTo>
                      <a:pt x="140" y="17"/>
                    </a:lnTo>
                    <a:lnTo>
                      <a:pt x="149" y="11"/>
                    </a:lnTo>
                    <a:lnTo>
                      <a:pt x="160" y="6"/>
                    </a:lnTo>
                    <a:lnTo>
                      <a:pt x="160" y="6"/>
                    </a:lnTo>
                    <a:lnTo>
                      <a:pt x="172" y="2"/>
                    </a:lnTo>
                    <a:lnTo>
                      <a:pt x="185" y="0"/>
                    </a:lnTo>
                    <a:lnTo>
                      <a:pt x="195" y="2"/>
                    </a:lnTo>
                    <a:lnTo>
                      <a:pt x="203" y="3"/>
                    </a:lnTo>
                    <a:lnTo>
                      <a:pt x="212" y="8"/>
                    </a:lnTo>
                    <a:lnTo>
                      <a:pt x="218" y="14"/>
                    </a:lnTo>
                    <a:lnTo>
                      <a:pt x="223" y="20"/>
                    </a:lnTo>
                    <a:lnTo>
                      <a:pt x="228" y="28"/>
                    </a:lnTo>
                    <a:lnTo>
                      <a:pt x="228" y="28"/>
                    </a:lnTo>
                    <a:lnTo>
                      <a:pt x="231" y="37"/>
                    </a:lnTo>
                    <a:lnTo>
                      <a:pt x="231" y="45"/>
                    </a:lnTo>
                    <a:lnTo>
                      <a:pt x="232" y="62"/>
                    </a:lnTo>
                    <a:lnTo>
                      <a:pt x="232" y="79"/>
                    </a:lnTo>
                    <a:lnTo>
                      <a:pt x="232" y="85"/>
                    </a:lnTo>
                    <a:lnTo>
                      <a:pt x="235" y="91"/>
                    </a:lnTo>
                    <a:lnTo>
                      <a:pt x="235" y="91"/>
                    </a:lnTo>
                    <a:lnTo>
                      <a:pt x="242" y="102"/>
                    </a:lnTo>
                    <a:lnTo>
                      <a:pt x="248" y="110"/>
                    </a:lnTo>
                    <a:lnTo>
                      <a:pt x="254" y="116"/>
                    </a:lnTo>
                    <a:lnTo>
                      <a:pt x="260" y="119"/>
                    </a:lnTo>
                    <a:lnTo>
                      <a:pt x="260" y="119"/>
                    </a:lnTo>
                    <a:lnTo>
                      <a:pt x="269" y="121"/>
                    </a:lnTo>
                    <a:lnTo>
                      <a:pt x="286" y="122"/>
                    </a:lnTo>
                    <a:lnTo>
                      <a:pt x="306" y="124"/>
                    </a:lnTo>
                    <a:lnTo>
                      <a:pt x="322" y="127"/>
                    </a:lnTo>
                    <a:lnTo>
                      <a:pt x="322" y="127"/>
                    </a:lnTo>
                    <a:lnTo>
                      <a:pt x="333" y="130"/>
                    </a:lnTo>
                    <a:lnTo>
                      <a:pt x="337" y="133"/>
                    </a:lnTo>
                    <a:lnTo>
                      <a:pt x="340" y="136"/>
                    </a:lnTo>
                    <a:lnTo>
                      <a:pt x="346" y="145"/>
                    </a:lnTo>
                    <a:lnTo>
                      <a:pt x="354" y="162"/>
                    </a:lnTo>
                    <a:lnTo>
                      <a:pt x="354" y="162"/>
                    </a:lnTo>
                    <a:lnTo>
                      <a:pt x="362" y="182"/>
                    </a:lnTo>
                    <a:lnTo>
                      <a:pt x="371" y="199"/>
                    </a:lnTo>
                    <a:lnTo>
                      <a:pt x="379" y="216"/>
                    </a:lnTo>
                    <a:lnTo>
                      <a:pt x="382" y="224"/>
                    </a:lnTo>
                    <a:lnTo>
                      <a:pt x="382" y="233"/>
                    </a:lnTo>
                    <a:lnTo>
                      <a:pt x="382" y="233"/>
                    </a:lnTo>
                    <a:lnTo>
                      <a:pt x="383" y="244"/>
                    </a:lnTo>
                    <a:lnTo>
                      <a:pt x="385" y="255"/>
                    </a:lnTo>
                    <a:lnTo>
                      <a:pt x="391" y="278"/>
                    </a:lnTo>
                    <a:lnTo>
                      <a:pt x="397" y="299"/>
                    </a:lnTo>
                    <a:lnTo>
                      <a:pt x="399" y="310"/>
                    </a:lnTo>
                    <a:lnTo>
                      <a:pt x="399" y="318"/>
                    </a:lnTo>
                    <a:lnTo>
                      <a:pt x="399" y="318"/>
                    </a:lnTo>
                    <a:lnTo>
                      <a:pt x="396" y="336"/>
                    </a:lnTo>
                    <a:lnTo>
                      <a:pt x="390" y="363"/>
                    </a:lnTo>
                    <a:lnTo>
                      <a:pt x="385" y="386"/>
                    </a:lnTo>
                    <a:lnTo>
                      <a:pt x="383" y="395"/>
                    </a:lnTo>
                    <a:lnTo>
                      <a:pt x="383" y="403"/>
                    </a:lnTo>
                    <a:lnTo>
                      <a:pt x="383" y="403"/>
                    </a:lnTo>
                    <a:lnTo>
                      <a:pt x="397" y="441"/>
                    </a:lnTo>
                    <a:lnTo>
                      <a:pt x="410" y="472"/>
                    </a:lnTo>
                    <a:lnTo>
                      <a:pt x="410" y="472"/>
                    </a:lnTo>
                    <a:lnTo>
                      <a:pt x="410" y="475"/>
                    </a:lnTo>
                    <a:lnTo>
                      <a:pt x="407" y="478"/>
                    </a:lnTo>
                    <a:lnTo>
                      <a:pt x="402" y="480"/>
                    </a:lnTo>
                    <a:lnTo>
                      <a:pt x="396" y="481"/>
                    </a:lnTo>
                    <a:lnTo>
                      <a:pt x="396" y="481"/>
                    </a:lnTo>
                    <a:lnTo>
                      <a:pt x="390" y="480"/>
                    </a:lnTo>
                    <a:lnTo>
                      <a:pt x="382" y="478"/>
                    </a:lnTo>
                    <a:lnTo>
                      <a:pt x="376" y="477"/>
                    </a:lnTo>
                    <a:lnTo>
                      <a:pt x="366" y="477"/>
                    </a:lnTo>
                    <a:lnTo>
                      <a:pt x="366" y="4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40"/>
              <p:cNvSpPr>
                <a:spLocks noEditPoints="1"/>
              </p:cNvSpPr>
              <p:nvPr/>
            </p:nvSpPr>
            <p:spPr bwMode="auto">
              <a:xfrm>
                <a:off x="517526" y="2098675"/>
                <a:ext cx="369888" cy="496887"/>
              </a:xfrm>
              <a:custGeom>
                <a:avLst/>
                <a:gdLst>
                  <a:gd name="T0" fmla="*/ 125 w 233"/>
                  <a:gd name="T1" fmla="*/ 41 h 313"/>
                  <a:gd name="T2" fmla="*/ 125 w 233"/>
                  <a:gd name="T3" fmla="*/ 43 h 313"/>
                  <a:gd name="T4" fmla="*/ 127 w 233"/>
                  <a:gd name="T5" fmla="*/ 43 h 313"/>
                  <a:gd name="T6" fmla="*/ 125 w 233"/>
                  <a:gd name="T7" fmla="*/ 43 h 313"/>
                  <a:gd name="T8" fmla="*/ 125 w 233"/>
                  <a:gd name="T9" fmla="*/ 41 h 313"/>
                  <a:gd name="T10" fmla="*/ 196 w 233"/>
                  <a:gd name="T11" fmla="*/ 240 h 313"/>
                  <a:gd name="T12" fmla="*/ 178 w 233"/>
                  <a:gd name="T13" fmla="*/ 199 h 313"/>
                  <a:gd name="T14" fmla="*/ 162 w 233"/>
                  <a:gd name="T15" fmla="*/ 152 h 313"/>
                  <a:gd name="T16" fmla="*/ 161 w 233"/>
                  <a:gd name="T17" fmla="*/ 140 h 313"/>
                  <a:gd name="T18" fmla="*/ 165 w 233"/>
                  <a:gd name="T19" fmla="*/ 91 h 313"/>
                  <a:gd name="T20" fmla="*/ 178 w 233"/>
                  <a:gd name="T21" fmla="*/ 37 h 313"/>
                  <a:gd name="T22" fmla="*/ 181 w 233"/>
                  <a:gd name="T23" fmla="*/ 20 h 313"/>
                  <a:gd name="T24" fmla="*/ 184 w 233"/>
                  <a:gd name="T25" fmla="*/ 6 h 313"/>
                  <a:gd name="T26" fmla="*/ 178 w 233"/>
                  <a:gd name="T27" fmla="*/ 0 h 313"/>
                  <a:gd name="T28" fmla="*/ 170 w 233"/>
                  <a:gd name="T29" fmla="*/ 15 h 313"/>
                  <a:gd name="T30" fmla="*/ 150 w 233"/>
                  <a:gd name="T31" fmla="*/ 40 h 313"/>
                  <a:gd name="T32" fmla="*/ 142 w 233"/>
                  <a:gd name="T33" fmla="*/ 44 h 313"/>
                  <a:gd name="T34" fmla="*/ 127 w 233"/>
                  <a:gd name="T35" fmla="*/ 43 h 313"/>
                  <a:gd name="T36" fmla="*/ 128 w 233"/>
                  <a:gd name="T37" fmla="*/ 47 h 313"/>
                  <a:gd name="T38" fmla="*/ 130 w 233"/>
                  <a:gd name="T39" fmla="*/ 75 h 313"/>
                  <a:gd name="T40" fmla="*/ 130 w 233"/>
                  <a:gd name="T41" fmla="*/ 112 h 313"/>
                  <a:gd name="T42" fmla="*/ 130 w 233"/>
                  <a:gd name="T43" fmla="*/ 143 h 313"/>
                  <a:gd name="T44" fmla="*/ 139 w 233"/>
                  <a:gd name="T45" fmla="*/ 67 h 313"/>
                  <a:gd name="T46" fmla="*/ 136 w 233"/>
                  <a:gd name="T47" fmla="*/ 63 h 313"/>
                  <a:gd name="T48" fmla="*/ 139 w 233"/>
                  <a:gd name="T49" fmla="*/ 52 h 313"/>
                  <a:gd name="T50" fmla="*/ 144 w 233"/>
                  <a:gd name="T51" fmla="*/ 51 h 313"/>
                  <a:gd name="T52" fmla="*/ 147 w 233"/>
                  <a:gd name="T53" fmla="*/ 51 h 313"/>
                  <a:gd name="T54" fmla="*/ 151 w 233"/>
                  <a:gd name="T55" fmla="*/ 57 h 313"/>
                  <a:gd name="T56" fmla="*/ 148 w 233"/>
                  <a:gd name="T57" fmla="*/ 67 h 313"/>
                  <a:gd name="T58" fmla="*/ 151 w 233"/>
                  <a:gd name="T59" fmla="*/ 106 h 313"/>
                  <a:gd name="T60" fmla="*/ 151 w 233"/>
                  <a:gd name="T61" fmla="*/ 168 h 313"/>
                  <a:gd name="T62" fmla="*/ 151 w 233"/>
                  <a:gd name="T63" fmla="*/ 195 h 313"/>
                  <a:gd name="T64" fmla="*/ 158 w 233"/>
                  <a:gd name="T65" fmla="*/ 266 h 313"/>
                  <a:gd name="T66" fmla="*/ 128 w 233"/>
                  <a:gd name="T67" fmla="*/ 262 h 313"/>
                  <a:gd name="T68" fmla="*/ 130 w 233"/>
                  <a:gd name="T69" fmla="*/ 280 h 313"/>
                  <a:gd name="T70" fmla="*/ 131 w 233"/>
                  <a:gd name="T71" fmla="*/ 305 h 313"/>
                  <a:gd name="T72" fmla="*/ 134 w 233"/>
                  <a:gd name="T73" fmla="*/ 310 h 313"/>
                  <a:gd name="T74" fmla="*/ 145 w 233"/>
                  <a:gd name="T75" fmla="*/ 313 h 313"/>
                  <a:gd name="T76" fmla="*/ 151 w 233"/>
                  <a:gd name="T77" fmla="*/ 313 h 313"/>
                  <a:gd name="T78" fmla="*/ 181 w 233"/>
                  <a:gd name="T79" fmla="*/ 306 h 313"/>
                  <a:gd name="T80" fmla="*/ 196 w 233"/>
                  <a:gd name="T81" fmla="*/ 305 h 313"/>
                  <a:gd name="T82" fmla="*/ 233 w 233"/>
                  <a:gd name="T83" fmla="*/ 306 h 313"/>
                  <a:gd name="T84" fmla="*/ 219 w 233"/>
                  <a:gd name="T85" fmla="*/ 282 h 313"/>
                  <a:gd name="T86" fmla="*/ 196 w 233"/>
                  <a:gd name="T87" fmla="*/ 240 h 313"/>
                  <a:gd name="T88" fmla="*/ 0 w 233"/>
                  <a:gd name="T89" fmla="*/ 222 h 313"/>
                  <a:gd name="T90" fmla="*/ 11 w 233"/>
                  <a:gd name="T91" fmla="*/ 242 h 313"/>
                  <a:gd name="T92" fmla="*/ 11 w 233"/>
                  <a:gd name="T93" fmla="*/ 252 h 313"/>
                  <a:gd name="T94" fmla="*/ 7 w 233"/>
                  <a:gd name="T95" fmla="*/ 260 h 313"/>
                  <a:gd name="T96" fmla="*/ 8 w 233"/>
                  <a:gd name="T97" fmla="*/ 260 h 313"/>
                  <a:gd name="T98" fmla="*/ 16 w 233"/>
                  <a:gd name="T99" fmla="*/ 262 h 313"/>
                  <a:gd name="T100" fmla="*/ 19 w 233"/>
                  <a:gd name="T101" fmla="*/ 257 h 313"/>
                  <a:gd name="T102" fmla="*/ 22 w 233"/>
                  <a:gd name="T103" fmla="*/ 251 h 313"/>
                  <a:gd name="T104" fmla="*/ 20 w 233"/>
                  <a:gd name="T105" fmla="*/ 237 h 313"/>
                  <a:gd name="T106" fmla="*/ 16 w 233"/>
                  <a:gd name="T107" fmla="*/ 226 h 313"/>
                  <a:gd name="T108" fmla="*/ 10 w 233"/>
                  <a:gd name="T109" fmla="*/ 220 h 313"/>
                  <a:gd name="T110" fmla="*/ 0 w 233"/>
                  <a:gd name="T111" fmla="*/ 222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33" h="313">
                    <a:moveTo>
                      <a:pt x="125" y="41"/>
                    </a:moveTo>
                    <a:lnTo>
                      <a:pt x="125" y="41"/>
                    </a:lnTo>
                    <a:lnTo>
                      <a:pt x="125" y="43"/>
                    </a:lnTo>
                    <a:lnTo>
                      <a:pt x="125" y="43"/>
                    </a:lnTo>
                    <a:lnTo>
                      <a:pt x="127" y="43"/>
                    </a:lnTo>
                    <a:lnTo>
                      <a:pt x="127" y="43"/>
                    </a:lnTo>
                    <a:lnTo>
                      <a:pt x="125" y="43"/>
                    </a:lnTo>
                    <a:lnTo>
                      <a:pt x="125" y="43"/>
                    </a:lnTo>
                    <a:lnTo>
                      <a:pt x="125" y="41"/>
                    </a:lnTo>
                    <a:lnTo>
                      <a:pt x="125" y="41"/>
                    </a:lnTo>
                    <a:close/>
                    <a:moveTo>
                      <a:pt x="196" y="240"/>
                    </a:moveTo>
                    <a:lnTo>
                      <a:pt x="196" y="240"/>
                    </a:lnTo>
                    <a:lnTo>
                      <a:pt x="187" y="220"/>
                    </a:lnTo>
                    <a:lnTo>
                      <a:pt x="178" y="199"/>
                    </a:lnTo>
                    <a:lnTo>
                      <a:pt x="168" y="177"/>
                    </a:lnTo>
                    <a:lnTo>
                      <a:pt x="162" y="152"/>
                    </a:lnTo>
                    <a:lnTo>
                      <a:pt x="162" y="152"/>
                    </a:lnTo>
                    <a:lnTo>
                      <a:pt x="161" y="140"/>
                    </a:lnTo>
                    <a:lnTo>
                      <a:pt x="162" y="125"/>
                    </a:lnTo>
                    <a:lnTo>
                      <a:pt x="165" y="91"/>
                    </a:lnTo>
                    <a:lnTo>
                      <a:pt x="171" y="60"/>
                    </a:lnTo>
                    <a:lnTo>
                      <a:pt x="178" y="37"/>
                    </a:lnTo>
                    <a:lnTo>
                      <a:pt x="178" y="37"/>
                    </a:lnTo>
                    <a:lnTo>
                      <a:pt x="181" y="20"/>
                    </a:lnTo>
                    <a:lnTo>
                      <a:pt x="184" y="6"/>
                    </a:lnTo>
                    <a:lnTo>
                      <a:pt x="184" y="6"/>
                    </a:lnTo>
                    <a:lnTo>
                      <a:pt x="178" y="0"/>
                    </a:lnTo>
                    <a:lnTo>
                      <a:pt x="178" y="0"/>
                    </a:lnTo>
                    <a:lnTo>
                      <a:pt x="175" y="7"/>
                    </a:lnTo>
                    <a:lnTo>
                      <a:pt x="170" y="15"/>
                    </a:lnTo>
                    <a:lnTo>
                      <a:pt x="159" y="29"/>
                    </a:lnTo>
                    <a:lnTo>
                      <a:pt x="150" y="40"/>
                    </a:lnTo>
                    <a:lnTo>
                      <a:pt x="142" y="44"/>
                    </a:lnTo>
                    <a:lnTo>
                      <a:pt x="142" y="44"/>
                    </a:lnTo>
                    <a:lnTo>
                      <a:pt x="133" y="44"/>
                    </a:lnTo>
                    <a:lnTo>
                      <a:pt x="127" y="43"/>
                    </a:lnTo>
                    <a:lnTo>
                      <a:pt x="127" y="43"/>
                    </a:lnTo>
                    <a:lnTo>
                      <a:pt x="128" y="47"/>
                    </a:lnTo>
                    <a:lnTo>
                      <a:pt x="130" y="57"/>
                    </a:lnTo>
                    <a:lnTo>
                      <a:pt x="130" y="75"/>
                    </a:lnTo>
                    <a:lnTo>
                      <a:pt x="130" y="75"/>
                    </a:lnTo>
                    <a:lnTo>
                      <a:pt x="130" y="112"/>
                    </a:lnTo>
                    <a:lnTo>
                      <a:pt x="130" y="143"/>
                    </a:lnTo>
                    <a:lnTo>
                      <a:pt x="130" y="143"/>
                    </a:lnTo>
                    <a:lnTo>
                      <a:pt x="136" y="98"/>
                    </a:lnTo>
                    <a:lnTo>
                      <a:pt x="139" y="67"/>
                    </a:lnTo>
                    <a:lnTo>
                      <a:pt x="139" y="67"/>
                    </a:lnTo>
                    <a:lnTo>
                      <a:pt x="136" y="63"/>
                    </a:lnTo>
                    <a:lnTo>
                      <a:pt x="138" y="57"/>
                    </a:lnTo>
                    <a:lnTo>
                      <a:pt x="139" y="52"/>
                    </a:lnTo>
                    <a:lnTo>
                      <a:pt x="142" y="51"/>
                    </a:lnTo>
                    <a:lnTo>
                      <a:pt x="144" y="51"/>
                    </a:lnTo>
                    <a:lnTo>
                      <a:pt x="144" y="51"/>
                    </a:lnTo>
                    <a:lnTo>
                      <a:pt x="147" y="51"/>
                    </a:lnTo>
                    <a:lnTo>
                      <a:pt x="148" y="52"/>
                    </a:lnTo>
                    <a:lnTo>
                      <a:pt x="151" y="57"/>
                    </a:lnTo>
                    <a:lnTo>
                      <a:pt x="155" y="63"/>
                    </a:lnTo>
                    <a:lnTo>
                      <a:pt x="148" y="67"/>
                    </a:lnTo>
                    <a:lnTo>
                      <a:pt x="148" y="67"/>
                    </a:lnTo>
                    <a:lnTo>
                      <a:pt x="151" y="106"/>
                    </a:lnTo>
                    <a:lnTo>
                      <a:pt x="153" y="140"/>
                    </a:lnTo>
                    <a:lnTo>
                      <a:pt x="151" y="168"/>
                    </a:lnTo>
                    <a:lnTo>
                      <a:pt x="151" y="168"/>
                    </a:lnTo>
                    <a:lnTo>
                      <a:pt x="151" y="195"/>
                    </a:lnTo>
                    <a:lnTo>
                      <a:pt x="155" y="228"/>
                    </a:lnTo>
                    <a:lnTo>
                      <a:pt x="158" y="266"/>
                    </a:lnTo>
                    <a:lnTo>
                      <a:pt x="142" y="276"/>
                    </a:lnTo>
                    <a:lnTo>
                      <a:pt x="128" y="262"/>
                    </a:lnTo>
                    <a:lnTo>
                      <a:pt x="128" y="262"/>
                    </a:lnTo>
                    <a:lnTo>
                      <a:pt x="130" y="280"/>
                    </a:lnTo>
                    <a:lnTo>
                      <a:pt x="131" y="305"/>
                    </a:lnTo>
                    <a:lnTo>
                      <a:pt x="131" y="305"/>
                    </a:lnTo>
                    <a:lnTo>
                      <a:pt x="131" y="310"/>
                    </a:lnTo>
                    <a:lnTo>
                      <a:pt x="134" y="310"/>
                    </a:lnTo>
                    <a:lnTo>
                      <a:pt x="139" y="311"/>
                    </a:lnTo>
                    <a:lnTo>
                      <a:pt x="145" y="313"/>
                    </a:lnTo>
                    <a:lnTo>
                      <a:pt x="145" y="313"/>
                    </a:lnTo>
                    <a:lnTo>
                      <a:pt x="151" y="313"/>
                    </a:lnTo>
                    <a:lnTo>
                      <a:pt x="159" y="313"/>
                    </a:lnTo>
                    <a:lnTo>
                      <a:pt x="181" y="306"/>
                    </a:lnTo>
                    <a:lnTo>
                      <a:pt x="181" y="306"/>
                    </a:lnTo>
                    <a:lnTo>
                      <a:pt x="196" y="305"/>
                    </a:lnTo>
                    <a:lnTo>
                      <a:pt x="213" y="305"/>
                    </a:lnTo>
                    <a:lnTo>
                      <a:pt x="233" y="306"/>
                    </a:lnTo>
                    <a:lnTo>
                      <a:pt x="233" y="306"/>
                    </a:lnTo>
                    <a:lnTo>
                      <a:pt x="219" y="282"/>
                    </a:lnTo>
                    <a:lnTo>
                      <a:pt x="196" y="240"/>
                    </a:lnTo>
                    <a:lnTo>
                      <a:pt x="196" y="240"/>
                    </a:lnTo>
                    <a:close/>
                    <a:moveTo>
                      <a:pt x="0" y="222"/>
                    </a:moveTo>
                    <a:lnTo>
                      <a:pt x="0" y="222"/>
                    </a:lnTo>
                    <a:lnTo>
                      <a:pt x="7" y="231"/>
                    </a:lnTo>
                    <a:lnTo>
                      <a:pt x="11" y="242"/>
                    </a:lnTo>
                    <a:lnTo>
                      <a:pt x="11" y="246"/>
                    </a:lnTo>
                    <a:lnTo>
                      <a:pt x="11" y="252"/>
                    </a:lnTo>
                    <a:lnTo>
                      <a:pt x="10" y="256"/>
                    </a:lnTo>
                    <a:lnTo>
                      <a:pt x="7" y="260"/>
                    </a:lnTo>
                    <a:lnTo>
                      <a:pt x="7" y="260"/>
                    </a:lnTo>
                    <a:lnTo>
                      <a:pt x="8" y="260"/>
                    </a:lnTo>
                    <a:lnTo>
                      <a:pt x="11" y="262"/>
                    </a:lnTo>
                    <a:lnTo>
                      <a:pt x="16" y="262"/>
                    </a:lnTo>
                    <a:lnTo>
                      <a:pt x="17" y="260"/>
                    </a:lnTo>
                    <a:lnTo>
                      <a:pt x="19" y="257"/>
                    </a:lnTo>
                    <a:lnTo>
                      <a:pt x="19" y="257"/>
                    </a:lnTo>
                    <a:lnTo>
                      <a:pt x="22" y="251"/>
                    </a:lnTo>
                    <a:lnTo>
                      <a:pt x="22" y="242"/>
                    </a:lnTo>
                    <a:lnTo>
                      <a:pt x="20" y="237"/>
                    </a:lnTo>
                    <a:lnTo>
                      <a:pt x="19" y="231"/>
                    </a:lnTo>
                    <a:lnTo>
                      <a:pt x="16" y="226"/>
                    </a:lnTo>
                    <a:lnTo>
                      <a:pt x="10" y="220"/>
                    </a:lnTo>
                    <a:lnTo>
                      <a:pt x="10" y="220"/>
                    </a:lnTo>
                    <a:lnTo>
                      <a:pt x="0" y="222"/>
                    </a:lnTo>
                    <a:lnTo>
                      <a:pt x="0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131840" y="4546657"/>
              <a:ext cx="395931" cy="1304326"/>
              <a:chOff x="6259513" y="1922463"/>
              <a:chExt cx="447675" cy="1474787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8" name="Freeform 49"/>
              <p:cNvSpPr>
                <a:spLocks noEditPoints="1"/>
              </p:cNvSpPr>
              <p:nvPr/>
            </p:nvSpPr>
            <p:spPr bwMode="auto">
              <a:xfrm>
                <a:off x="6259513" y="1922463"/>
                <a:ext cx="447675" cy="1474787"/>
              </a:xfrm>
              <a:custGeom>
                <a:avLst/>
                <a:gdLst>
                  <a:gd name="T0" fmla="*/ 251 w 282"/>
                  <a:gd name="T1" fmla="*/ 841 h 929"/>
                  <a:gd name="T2" fmla="*/ 234 w 282"/>
                  <a:gd name="T3" fmla="*/ 744 h 929"/>
                  <a:gd name="T4" fmla="*/ 222 w 282"/>
                  <a:gd name="T5" fmla="*/ 658 h 929"/>
                  <a:gd name="T6" fmla="*/ 219 w 282"/>
                  <a:gd name="T7" fmla="*/ 505 h 929"/>
                  <a:gd name="T8" fmla="*/ 211 w 282"/>
                  <a:gd name="T9" fmla="*/ 387 h 929"/>
                  <a:gd name="T10" fmla="*/ 205 w 282"/>
                  <a:gd name="T11" fmla="*/ 334 h 929"/>
                  <a:gd name="T12" fmla="*/ 207 w 282"/>
                  <a:gd name="T13" fmla="*/ 322 h 929"/>
                  <a:gd name="T14" fmla="*/ 222 w 282"/>
                  <a:gd name="T15" fmla="*/ 310 h 929"/>
                  <a:gd name="T16" fmla="*/ 254 w 282"/>
                  <a:gd name="T17" fmla="*/ 297 h 929"/>
                  <a:gd name="T18" fmla="*/ 245 w 282"/>
                  <a:gd name="T19" fmla="*/ 239 h 929"/>
                  <a:gd name="T20" fmla="*/ 214 w 282"/>
                  <a:gd name="T21" fmla="*/ 169 h 929"/>
                  <a:gd name="T22" fmla="*/ 151 w 282"/>
                  <a:gd name="T23" fmla="*/ 140 h 929"/>
                  <a:gd name="T24" fmla="*/ 140 w 282"/>
                  <a:gd name="T25" fmla="*/ 125 h 929"/>
                  <a:gd name="T26" fmla="*/ 154 w 282"/>
                  <a:gd name="T27" fmla="*/ 92 h 929"/>
                  <a:gd name="T28" fmla="*/ 153 w 282"/>
                  <a:gd name="T29" fmla="*/ 34 h 929"/>
                  <a:gd name="T30" fmla="*/ 106 w 282"/>
                  <a:gd name="T31" fmla="*/ 0 h 929"/>
                  <a:gd name="T32" fmla="*/ 69 w 282"/>
                  <a:gd name="T33" fmla="*/ 44 h 929"/>
                  <a:gd name="T34" fmla="*/ 66 w 282"/>
                  <a:gd name="T35" fmla="*/ 77 h 929"/>
                  <a:gd name="T36" fmla="*/ 83 w 282"/>
                  <a:gd name="T37" fmla="*/ 123 h 929"/>
                  <a:gd name="T38" fmla="*/ 15 w 282"/>
                  <a:gd name="T39" fmla="*/ 158 h 929"/>
                  <a:gd name="T40" fmla="*/ 0 w 282"/>
                  <a:gd name="T41" fmla="*/ 223 h 929"/>
                  <a:gd name="T42" fmla="*/ 12 w 282"/>
                  <a:gd name="T43" fmla="*/ 326 h 929"/>
                  <a:gd name="T44" fmla="*/ 9 w 282"/>
                  <a:gd name="T45" fmla="*/ 447 h 929"/>
                  <a:gd name="T46" fmla="*/ 35 w 282"/>
                  <a:gd name="T47" fmla="*/ 667 h 929"/>
                  <a:gd name="T48" fmla="*/ 31 w 282"/>
                  <a:gd name="T49" fmla="*/ 815 h 929"/>
                  <a:gd name="T50" fmla="*/ 20 w 282"/>
                  <a:gd name="T51" fmla="*/ 900 h 929"/>
                  <a:gd name="T52" fmla="*/ 38 w 282"/>
                  <a:gd name="T53" fmla="*/ 929 h 929"/>
                  <a:gd name="T54" fmla="*/ 79 w 282"/>
                  <a:gd name="T55" fmla="*/ 905 h 929"/>
                  <a:gd name="T56" fmla="*/ 97 w 282"/>
                  <a:gd name="T57" fmla="*/ 851 h 929"/>
                  <a:gd name="T58" fmla="*/ 106 w 282"/>
                  <a:gd name="T59" fmla="*/ 720 h 929"/>
                  <a:gd name="T60" fmla="*/ 123 w 282"/>
                  <a:gd name="T61" fmla="*/ 607 h 929"/>
                  <a:gd name="T62" fmla="*/ 137 w 282"/>
                  <a:gd name="T63" fmla="*/ 581 h 929"/>
                  <a:gd name="T64" fmla="*/ 151 w 282"/>
                  <a:gd name="T65" fmla="*/ 642 h 929"/>
                  <a:gd name="T66" fmla="*/ 160 w 282"/>
                  <a:gd name="T67" fmla="*/ 703 h 929"/>
                  <a:gd name="T68" fmla="*/ 185 w 282"/>
                  <a:gd name="T69" fmla="*/ 857 h 929"/>
                  <a:gd name="T70" fmla="*/ 217 w 282"/>
                  <a:gd name="T71" fmla="*/ 891 h 929"/>
                  <a:gd name="T72" fmla="*/ 270 w 282"/>
                  <a:gd name="T73" fmla="*/ 911 h 929"/>
                  <a:gd name="T74" fmla="*/ 274 w 282"/>
                  <a:gd name="T75" fmla="*/ 875 h 929"/>
                  <a:gd name="T76" fmla="*/ 71 w 282"/>
                  <a:gd name="T77" fmla="*/ 368 h 929"/>
                  <a:gd name="T78" fmla="*/ 123 w 282"/>
                  <a:gd name="T79" fmla="*/ 333 h 929"/>
                  <a:gd name="T80" fmla="*/ 129 w 282"/>
                  <a:gd name="T81" fmla="*/ 303 h 929"/>
                  <a:gd name="T82" fmla="*/ 122 w 282"/>
                  <a:gd name="T83" fmla="*/ 293 h 929"/>
                  <a:gd name="T84" fmla="*/ 92 w 282"/>
                  <a:gd name="T85" fmla="*/ 288 h 929"/>
                  <a:gd name="T86" fmla="*/ 111 w 282"/>
                  <a:gd name="T87" fmla="*/ 280 h 929"/>
                  <a:gd name="T88" fmla="*/ 125 w 282"/>
                  <a:gd name="T89" fmla="*/ 256 h 929"/>
                  <a:gd name="T90" fmla="*/ 105 w 282"/>
                  <a:gd name="T91" fmla="*/ 249 h 929"/>
                  <a:gd name="T92" fmla="*/ 79 w 282"/>
                  <a:gd name="T93" fmla="*/ 231 h 929"/>
                  <a:gd name="T94" fmla="*/ 65 w 282"/>
                  <a:gd name="T95" fmla="*/ 191 h 929"/>
                  <a:gd name="T96" fmla="*/ 199 w 282"/>
                  <a:gd name="T97" fmla="*/ 199 h 929"/>
                  <a:gd name="T98" fmla="*/ 151 w 282"/>
                  <a:gd name="T99" fmla="*/ 252 h 929"/>
                  <a:gd name="T100" fmla="*/ 143 w 282"/>
                  <a:gd name="T101" fmla="*/ 293 h 929"/>
                  <a:gd name="T102" fmla="*/ 140 w 282"/>
                  <a:gd name="T103" fmla="*/ 297 h 929"/>
                  <a:gd name="T104" fmla="*/ 146 w 282"/>
                  <a:gd name="T105" fmla="*/ 313 h 929"/>
                  <a:gd name="T106" fmla="*/ 146 w 282"/>
                  <a:gd name="T107" fmla="*/ 322 h 929"/>
                  <a:gd name="T108" fmla="*/ 170 w 282"/>
                  <a:gd name="T109" fmla="*/ 331 h 929"/>
                  <a:gd name="T110" fmla="*/ 75 w 282"/>
                  <a:gd name="T111" fmla="*/ 283 h 9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2" h="929">
                    <a:moveTo>
                      <a:pt x="274" y="875"/>
                    </a:moveTo>
                    <a:lnTo>
                      <a:pt x="274" y="875"/>
                    </a:lnTo>
                    <a:lnTo>
                      <a:pt x="264" y="866"/>
                    </a:lnTo>
                    <a:lnTo>
                      <a:pt x="253" y="858"/>
                    </a:lnTo>
                    <a:lnTo>
                      <a:pt x="242" y="852"/>
                    </a:lnTo>
                    <a:lnTo>
                      <a:pt x="242" y="848"/>
                    </a:lnTo>
                    <a:lnTo>
                      <a:pt x="251" y="841"/>
                    </a:lnTo>
                    <a:lnTo>
                      <a:pt x="251" y="841"/>
                    </a:lnTo>
                    <a:lnTo>
                      <a:pt x="253" y="829"/>
                    </a:lnTo>
                    <a:lnTo>
                      <a:pt x="251" y="818"/>
                    </a:lnTo>
                    <a:lnTo>
                      <a:pt x="250" y="807"/>
                    </a:lnTo>
                    <a:lnTo>
                      <a:pt x="250" y="807"/>
                    </a:lnTo>
                    <a:lnTo>
                      <a:pt x="240" y="780"/>
                    </a:lnTo>
                    <a:lnTo>
                      <a:pt x="236" y="761"/>
                    </a:lnTo>
                    <a:lnTo>
                      <a:pt x="234" y="744"/>
                    </a:lnTo>
                    <a:lnTo>
                      <a:pt x="234" y="744"/>
                    </a:lnTo>
                    <a:lnTo>
                      <a:pt x="236" y="715"/>
                    </a:lnTo>
                    <a:lnTo>
                      <a:pt x="234" y="703"/>
                    </a:lnTo>
                    <a:lnTo>
                      <a:pt x="231" y="698"/>
                    </a:lnTo>
                    <a:lnTo>
                      <a:pt x="228" y="693"/>
                    </a:lnTo>
                    <a:lnTo>
                      <a:pt x="228" y="693"/>
                    </a:lnTo>
                    <a:lnTo>
                      <a:pt x="225" y="687"/>
                    </a:lnTo>
                    <a:lnTo>
                      <a:pt x="223" y="679"/>
                    </a:lnTo>
                    <a:lnTo>
                      <a:pt x="222" y="658"/>
                    </a:lnTo>
                    <a:lnTo>
                      <a:pt x="220" y="627"/>
                    </a:lnTo>
                    <a:lnTo>
                      <a:pt x="220" y="627"/>
                    </a:lnTo>
                    <a:lnTo>
                      <a:pt x="222" y="615"/>
                    </a:lnTo>
                    <a:lnTo>
                      <a:pt x="222" y="595"/>
                    </a:lnTo>
                    <a:lnTo>
                      <a:pt x="223" y="570"/>
                    </a:lnTo>
                    <a:lnTo>
                      <a:pt x="223" y="548"/>
                    </a:lnTo>
                    <a:lnTo>
                      <a:pt x="223" y="548"/>
                    </a:lnTo>
                    <a:lnTo>
                      <a:pt x="219" y="505"/>
                    </a:lnTo>
                    <a:lnTo>
                      <a:pt x="216" y="481"/>
                    </a:lnTo>
                    <a:lnTo>
                      <a:pt x="234" y="478"/>
                    </a:lnTo>
                    <a:lnTo>
                      <a:pt x="234" y="478"/>
                    </a:lnTo>
                    <a:lnTo>
                      <a:pt x="228" y="448"/>
                    </a:lnTo>
                    <a:lnTo>
                      <a:pt x="222" y="424"/>
                    </a:lnTo>
                    <a:lnTo>
                      <a:pt x="217" y="404"/>
                    </a:lnTo>
                    <a:lnTo>
                      <a:pt x="217" y="404"/>
                    </a:lnTo>
                    <a:lnTo>
                      <a:pt x="211" y="387"/>
                    </a:lnTo>
                    <a:lnTo>
                      <a:pt x="207" y="365"/>
                    </a:lnTo>
                    <a:lnTo>
                      <a:pt x="202" y="347"/>
                    </a:lnTo>
                    <a:lnTo>
                      <a:pt x="202" y="336"/>
                    </a:lnTo>
                    <a:lnTo>
                      <a:pt x="202" y="336"/>
                    </a:lnTo>
                    <a:lnTo>
                      <a:pt x="202" y="334"/>
                    </a:lnTo>
                    <a:lnTo>
                      <a:pt x="202" y="334"/>
                    </a:lnTo>
                    <a:lnTo>
                      <a:pt x="205" y="334"/>
                    </a:lnTo>
                    <a:lnTo>
                      <a:pt x="205" y="334"/>
                    </a:lnTo>
                    <a:lnTo>
                      <a:pt x="207" y="334"/>
                    </a:lnTo>
                    <a:lnTo>
                      <a:pt x="208" y="333"/>
                    </a:lnTo>
                    <a:lnTo>
                      <a:pt x="207" y="328"/>
                    </a:lnTo>
                    <a:lnTo>
                      <a:pt x="207" y="328"/>
                    </a:lnTo>
                    <a:lnTo>
                      <a:pt x="208" y="326"/>
                    </a:lnTo>
                    <a:lnTo>
                      <a:pt x="208" y="323"/>
                    </a:lnTo>
                    <a:lnTo>
                      <a:pt x="207" y="322"/>
                    </a:lnTo>
                    <a:lnTo>
                      <a:pt x="207" y="322"/>
                    </a:lnTo>
                    <a:lnTo>
                      <a:pt x="208" y="320"/>
                    </a:lnTo>
                    <a:lnTo>
                      <a:pt x="210" y="319"/>
                    </a:lnTo>
                    <a:lnTo>
                      <a:pt x="210" y="316"/>
                    </a:lnTo>
                    <a:lnTo>
                      <a:pt x="210" y="316"/>
                    </a:lnTo>
                    <a:lnTo>
                      <a:pt x="210" y="314"/>
                    </a:lnTo>
                    <a:lnTo>
                      <a:pt x="208" y="313"/>
                    </a:lnTo>
                    <a:lnTo>
                      <a:pt x="208" y="313"/>
                    </a:lnTo>
                    <a:lnTo>
                      <a:pt x="222" y="310"/>
                    </a:lnTo>
                    <a:lnTo>
                      <a:pt x="231" y="308"/>
                    </a:lnTo>
                    <a:lnTo>
                      <a:pt x="237" y="308"/>
                    </a:lnTo>
                    <a:lnTo>
                      <a:pt x="237" y="308"/>
                    </a:lnTo>
                    <a:lnTo>
                      <a:pt x="244" y="308"/>
                    </a:lnTo>
                    <a:lnTo>
                      <a:pt x="248" y="305"/>
                    </a:lnTo>
                    <a:lnTo>
                      <a:pt x="253" y="302"/>
                    </a:lnTo>
                    <a:lnTo>
                      <a:pt x="254" y="297"/>
                    </a:lnTo>
                    <a:lnTo>
                      <a:pt x="254" y="297"/>
                    </a:lnTo>
                    <a:lnTo>
                      <a:pt x="256" y="289"/>
                    </a:lnTo>
                    <a:lnTo>
                      <a:pt x="256" y="280"/>
                    </a:lnTo>
                    <a:lnTo>
                      <a:pt x="256" y="269"/>
                    </a:lnTo>
                    <a:lnTo>
                      <a:pt x="254" y="260"/>
                    </a:lnTo>
                    <a:lnTo>
                      <a:pt x="254" y="260"/>
                    </a:lnTo>
                    <a:lnTo>
                      <a:pt x="251" y="249"/>
                    </a:lnTo>
                    <a:lnTo>
                      <a:pt x="248" y="243"/>
                    </a:lnTo>
                    <a:lnTo>
                      <a:pt x="245" y="239"/>
                    </a:lnTo>
                    <a:lnTo>
                      <a:pt x="245" y="239"/>
                    </a:lnTo>
                    <a:lnTo>
                      <a:pt x="237" y="229"/>
                    </a:lnTo>
                    <a:lnTo>
                      <a:pt x="234" y="223"/>
                    </a:lnTo>
                    <a:lnTo>
                      <a:pt x="234" y="223"/>
                    </a:lnTo>
                    <a:lnTo>
                      <a:pt x="223" y="195"/>
                    </a:lnTo>
                    <a:lnTo>
                      <a:pt x="223" y="195"/>
                    </a:lnTo>
                    <a:lnTo>
                      <a:pt x="214" y="169"/>
                    </a:lnTo>
                    <a:lnTo>
                      <a:pt x="214" y="169"/>
                    </a:lnTo>
                    <a:lnTo>
                      <a:pt x="214" y="165"/>
                    </a:lnTo>
                    <a:lnTo>
                      <a:pt x="213" y="160"/>
                    </a:lnTo>
                    <a:lnTo>
                      <a:pt x="208" y="155"/>
                    </a:lnTo>
                    <a:lnTo>
                      <a:pt x="200" y="152"/>
                    </a:lnTo>
                    <a:lnTo>
                      <a:pt x="200" y="152"/>
                    </a:lnTo>
                    <a:lnTo>
                      <a:pt x="171" y="146"/>
                    </a:lnTo>
                    <a:lnTo>
                      <a:pt x="159" y="143"/>
                    </a:lnTo>
                    <a:lnTo>
                      <a:pt x="151" y="140"/>
                    </a:lnTo>
                    <a:lnTo>
                      <a:pt x="151" y="140"/>
                    </a:lnTo>
                    <a:lnTo>
                      <a:pt x="151" y="138"/>
                    </a:lnTo>
                    <a:lnTo>
                      <a:pt x="149" y="135"/>
                    </a:lnTo>
                    <a:lnTo>
                      <a:pt x="148" y="131"/>
                    </a:lnTo>
                    <a:lnTo>
                      <a:pt x="145" y="129"/>
                    </a:lnTo>
                    <a:lnTo>
                      <a:pt x="140" y="128"/>
                    </a:lnTo>
                    <a:lnTo>
                      <a:pt x="140" y="125"/>
                    </a:lnTo>
                    <a:lnTo>
                      <a:pt x="140" y="125"/>
                    </a:lnTo>
                    <a:lnTo>
                      <a:pt x="142" y="115"/>
                    </a:lnTo>
                    <a:lnTo>
                      <a:pt x="145" y="106"/>
                    </a:lnTo>
                    <a:lnTo>
                      <a:pt x="145" y="98"/>
                    </a:lnTo>
                    <a:lnTo>
                      <a:pt x="145" y="98"/>
                    </a:lnTo>
                    <a:lnTo>
                      <a:pt x="149" y="98"/>
                    </a:lnTo>
                    <a:lnTo>
                      <a:pt x="153" y="97"/>
                    </a:lnTo>
                    <a:lnTo>
                      <a:pt x="154" y="92"/>
                    </a:lnTo>
                    <a:lnTo>
                      <a:pt x="154" y="92"/>
                    </a:lnTo>
                    <a:lnTo>
                      <a:pt x="159" y="71"/>
                    </a:lnTo>
                    <a:lnTo>
                      <a:pt x="159" y="71"/>
                    </a:lnTo>
                    <a:lnTo>
                      <a:pt x="157" y="69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38"/>
                    </a:lnTo>
                    <a:lnTo>
                      <a:pt x="154" y="38"/>
                    </a:lnTo>
                    <a:lnTo>
                      <a:pt x="153" y="34"/>
                    </a:lnTo>
                    <a:lnTo>
                      <a:pt x="151" y="27"/>
                    </a:lnTo>
                    <a:lnTo>
                      <a:pt x="148" y="21"/>
                    </a:lnTo>
                    <a:lnTo>
                      <a:pt x="143" y="15"/>
                    </a:lnTo>
                    <a:lnTo>
                      <a:pt x="137" y="9"/>
                    </a:lnTo>
                    <a:lnTo>
                      <a:pt x="129" y="4"/>
                    </a:lnTo>
                    <a:lnTo>
                      <a:pt x="119" y="1"/>
                    </a:lnTo>
                    <a:lnTo>
                      <a:pt x="106" y="0"/>
                    </a:lnTo>
                    <a:lnTo>
                      <a:pt x="106" y="0"/>
                    </a:lnTo>
                    <a:lnTo>
                      <a:pt x="100" y="0"/>
                    </a:lnTo>
                    <a:lnTo>
                      <a:pt x="96" y="1"/>
                    </a:lnTo>
                    <a:lnTo>
                      <a:pt x="86" y="6"/>
                    </a:lnTo>
                    <a:lnTo>
                      <a:pt x="80" y="12"/>
                    </a:lnTo>
                    <a:lnTo>
                      <a:pt x="74" y="20"/>
                    </a:lnTo>
                    <a:lnTo>
                      <a:pt x="71" y="27"/>
                    </a:lnTo>
                    <a:lnTo>
                      <a:pt x="69" y="35"/>
                    </a:lnTo>
                    <a:lnTo>
                      <a:pt x="69" y="44"/>
                    </a:lnTo>
                    <a:lnTo>
                      <a:pt x="69" y="44"/>
                    </a:lnTo>
                    <a:lnTo>
                      <a:pt x="72" y="68"/>
                    </a:lnTo>
                    <a:lnTo>
                      <a:pt x="72" y="68"/>
                    </a:lnTo>
                    <a:lnTo>
                      <a:pt x="71" y="68"/>
                    </a:lnTo>
                    <a:lnTo>
                      <a:pt x="68" y="69"/>
                    </a:lnTo>
                    <a:lnTo>
                      <a:pt x="66" y="72"/>
                    </a:lnTo>
                    <a:lnTo>
                      <a:pt x="65" y="74"/>
                    </a:lnTo>
                    <a:lnTo>
                      <a:pt x="66" y="77"/>
                    </a:lnTo>
                    <a:lnTo>
                      <a:pt x="66" y="77"/>
                    </a:lnTo>
                    <a:lnTo>
                      <a:pt x="68" y="86"/>
                    </a:lnTo>
                    <a:lnTo>
                      <a:pt x="71" y="92"/>
                    </a:lnTo>
                    <a:lnTo>
                      <a:pt x="74" y="97"/>
                    </a:lnTo>
                    <a:lnTo>
                      <a:pt x="75" y="98"/>
                    </a:lnTo>
                    <a:lnTo>
                      <a:pt x="79" y="98"/>
                    </a:lnTo>
                    <a:lnTo>
                      <a:pt x="83" y="123"/>
                    </a:lnTo>
                    <a:lnTo>
                      <a:pt x="83" y="123"/>
                    </a:lnTo>
                    <a:lnTo>
                      <a:pt x="79" y="128"/>
                    </a:lnTo>
                    <a:lnTo>
                      <a:pt x="75" y="132"/>
                    </a:lnTo>
                    <a:lnTo>
                      <a:pt x="69" y="137"/>
                    </a:lnTo>
                    <a:lnTo>
                      <a:pt x="69" y="137"/>
                    </a:lnTo>
                    <a:lnTo>
                      <a:pt x="46" y="146"/>
                    </a:lnTo>
                    <a:lnTo>
                      <a:pt x="23" y="155"/>
                    </a:lnTo>
                    <a:lnTo>
                      <a:pt x="23" y="155"/>
                    </a:lnTo>
                    <a:lnTo>
                      <a:pt x="15" y="158"/>
                    </a:lnTo>
                    <a:lnTo>
                      <a:pt x="9" y="163"/>
                    </a:lnTo>
                    <a:lnTo>
                      <a:pt x="6" y="171"/>
                    </a:lnTo>
                    <a:lnTo>
                      <a:pt x="5" y="183"/>
                    </a:lnTo>
                    <a:lnTo>
                      <a:pt x="5" y="183"/>
                    </a:lnTo>
                    <a:lnTo>
                      <a:pt x="2" y="206"/>
                    </a:lnTo>
                    <a:lnTo>
                      <a:pt x="0" y="214"/>
                    </a:lnTo>
                    <a:lnTo>
                      <a:pt x="0" y="223"/>
                    </a:lnTo>
                    <a:lnTo>
                      <a:pt x="0" y="223"/>
                    </a:lnTo>
                    <a:lnTo>
                      <a:pt x="0" y="249"/>
                    </a:lnTo>
                    <a:lnTo>
                      <a:pt x="0" y="283"/>
                    </a:lnTo>
                    <a:lnTo>
                      <a:pt x="0" y="283"/>
                    </a:lnTo>
                    <a:lnTo>
                      <a:pt x="0" y="299"/>
                    </a:lnTo>
                    <a:lnTo>
                      <a:pt x="2" y="306"/>
                    </a:lnTo>
                    <a:lnTo>
                      <a:pt x="3" y="314"/>
                    </a:lnTo>
                    <a:lnTo>
                      <a:pt x="8" y="320"/>
                    </a:lnTo>
                    <a:lnTo>
                      <a:pt x="12" y="326"/>
                    </a:lnTo>
                    <a:lnTo>
                      <a:pt x="18" y="333"/>
                    </a:lnTo>
                    <a:lnTo>
                      <a:pt x="28" y="337"/>
                    </a:lnTo>
                    <a:lnTo>
                      <a:pt x="28" y="337"/>
                    </a:lnTo>
                    <a:lnTo>
                      <a:pt x="22" y="359"/>
                    </a:lnTo>
                    <a:lnTo>
                      <a:pt x="17" y="384"/>
                    </a:lnTo>
                    <a:lnTo>
                      <a:pt x="12" y="416"/>
                    </a:lnTo>
                    <a:lnTo>
                      <a:pt x="12" y="416"/>
                    </a:lnTo>
                    <a:lnTo>
                      <a:pt x="9" y="447"/>
                    </a:lnTo>
                    <a:lnTo>
                      <a:pt x="9" y="470"/>
                    </a:lnTo>
                    <a:lnTo>
                      <a:pt x="9" y="490"/>
                    </a:lnTo>
                    <a:lnTo>
                      <a:pt x="28" y="493"/>
                    </a:lnTo>
                    <a:lnTo>
                      <a:pt x="28" y="493"/>
                    </a:lnTo>
                    <a:lnTo>
                      <a:pt x="32" y="562"/>
                    </a:lnTo>
                    <a:lnTo>
                      <a:pt x="32" y="562"/>
                    </a:lnTo>
                    <a:lnTo>
                      <a:pt x="35" y="632"/>
                    </a:lnTo>
                    <a:lnTo>
                      <a:pt x="35" y="667"/>
                    </a:lnTo>
                    <a:lnTo>
                      <a:pt x="34" y="704"/>
                    </a:lnTo>
                    <a:lnTo>
                      <a:pt x="34" y="704"/>
                    </a:lnTo>
                    <a:lnTo>
                      <a:pt x="34" y="740"/>
                    </a:lnTo>
                    <a:lnTo>
                      <a:pt x="34" y="767"/>
                    </a:lnTo>
                    <a:lnTo>
                      <a:pt x="34" y="792"/>
                    </a:lnTo>
                    <a:lnTo>
                      <a:pt x="34" y="803"/>
                    </a:lnTo>
                    <a:lnTo>
                      <a:pt x="31" y="815"/>
                    </a:lnTo>
                    <a:lnTo>
                      <a:pt x="31" y="815"/>
                    </a:lnTo>
                    <a:lnTo>
                      <a:pt x="29" y="827"/>
                    </a:lnTo>
                    <a:lnTo>
                      <a:pt x="28" y="840"/>
                    </a:lnTo>
                    <a:lnTo>
                      <a:pt x="29" y="863"/>
                    </a:lnTo>
                    <a:lnTo>
                      <a:pt x="31" y="880"/>
                    </a:lnTo>
                    <a:lnTo>
                      <a:pt x="32" y="889"/>
                    </a:lnTo>
                    <a:lnTo>
                      <a:pt x="32" y="889"/>
                    </a:lnTo>
                    <a:lnTo>
                      <a:pt x="28" y="892"/>
                    </a:lnTo>
                    <a:lnTo>
                      <a:pt x="20" y="900"/>
                    </a:lnTo>
                    <a:lnTo>
                      <a:pt x="17" y="905"/>
                    </a:lnTo>
                    <a:lnTo>
                      <a:pt x="15" y="911"/>
                    </a:lnTo>
                    <a:lnTo>
                      <a:pt x="15" y="917"/>
                    </a:lnTo>
                    <a:lnTo>
                      <a:pt x="18" y="921"/>
                    </a:lnTo>
                    <a:lnTo>
                      <a:pt x="18" y="921"/>
                    </a:lnTo>
                    <a:lnTo>
                      <a:pt x="25" y="928"/>
                    </a:lnTo>
                    <a:lnTo>
                      <a:pt x="31" y="929"/>
                    </a:lnTo>
                    <a:lnTo>
                      <a:pt x="38" y="929"/>
                    </a:lnTo>
                    <a:lnTo>
                      <a:pt x="46" y="928"/>
                    </a:lnTo>
                    <a:lnTo>
                      <a:pt x="52" y="925"/>
                    </a:lnTo>
                    <a:lnTo>
                      <a:pt x="60" y="921"/>
                    </a:lnTo>
                    <a:lnTo>
                      <a:pt x="65" y="917"/>
                    </a:lnTo>
                    <a:lnTo>
                      <a:pt x="69" y="911"/>
                    </a:lnTo>
                    <a:lnTo>
                      <a:pt x="69" y="911"/>
                    </a:lnTo>
                    <a:lnTo>
                      <a:pt x="74" y="908"/>
                    </a:lnTo>
                    <a:lnTo>
                      <a:pt x="79" y="905"/>
                    </a:lnTo>
                    <a:lnTo>
                      <a:pt x="89" y="900"/>
                    </a:lnTo>
                    <a:lnTo>
                      <a:pt x="94" y="897"/>
                    </a:lnTo>
                    <a:lnTo>
                      <a:pt x="97" y="892"/>
                    </a:lnTo>
                    <a:lnTo>
                      <a:pt x="97" y="886"/>
                    </a:lnTo>
                    <a:lnTo>
                      <a:pt x="96" y="877"/>
                    </a:lnTo>
                    <a:lnTo>
                      <a:pt x="102" y="874"/>
                    </a:lnTo>
                    <a:lnTo>
                      <a:pt x="102" y="874"/>
                    </a:lnTo>
                    <a:lnTo>
                      <a:pt x="97" y="851"/>
                    </a:lnTo>
                    <a:lnTo>
                      <a:pt x="94" y="831"/>
                    </a:lnTo>
                    <a:lnTo>
                      <a:pt x="92" y="812"/>
                    </a:lnTo>
                    <a:lnTo>
                      <a:pt x="92" y="812"/>
                    </a:lnTo>
                    <a:lnTo>
                      <a:pt x="96" y="797"/>
                    </a:lnTo>
                    <a:lnTo>
                      <a:pt x="100" y="774"/>
                    </a:lnTo>
                    <a:lnTo>
                      <a:pt x="105" y="749"/>
                    </a:lnTo>
                    <a:lnTo>
                      <a:pt x="106" y="735"/>
                    </a:lnTo>
                    <a:lnTo>
                      <a:pt x="106" y="720"/>
                    </a:lnTo>
                    <a:lnTo>
                      <a:pt x="106" y="720"/>
                    </a:lnTo>
                    <a:lnTo>
                      <a:pt x="106" y="707"/>
                    </a:lnTo>
                    <a:lnTo>
                      <a:pt x="106" y="696"/>
                    </a:lnTo>
                    <a:lnTo>
                      <a:pt x="109" y="679"/>
                    </a:lnTo>
                    <a:lnTo>
                      <a:pt x="112" y="669"/>
                    </a:lnTo>
                    <a:lnTo>
                      <a:pt x="116" y="656"/>
                    </a:lnTo>
                    <a:lnTo>
                      <a:pt x="116" y="656"/>
                    </a:lnTo>
                    <a:lnTo>
                      <a:pt x="123" y="607"/>
                    </a:lnTo>
                    <a:lnTo>
                      <a:pt x="126" y="579"/>
                    </a:lnTo>
                    <a:lnTo>
                      <a:pt x="126" y="567"/>
                    </a:lnTo>
                    <a:lnTo>
                      <a:pt x="125" y="558"/>
                    </a:lnTo>
                    <a:lnTo>
                      <a:pt x="125" y="558"/>
                    </a:lnTo>
                    <a:lnTo>
                      <a:pt x="129" y="565"/>
                    </a:lnTo>
                    <a:lnTo>
                      <a:pt x="134" y="573"/>
                    </a:lnTo>
                    <a:lnTo>
                      <a:pt x="137" y="581"/>
                    </a:lnTo>
                    <a:lnTo>
                      <a:pt x="137" y="581"/>
                    </a:lnTo>
                    <a:lnTo>
                      <a:pt x="139" y="589"/>
                    </a:lnTo>
                    <a:lnTo>
                      <a:pt x="139" y="595"/>
                    </a:lnTo>
                    <a:lnTo>
                      <a:pt x="139" y="602"/>
                    </a:lnTo>
                    <a:lnTo>
                      <a:pt x="142" y="613"/>
                    </a:lnTo>
                    <a:lnTo>
                      <a:pt x="142" y="613"/>
                    </a:lnTo>
                    <a:lnTo>
                      <a:pt x="149" y="630"/>
                    </a:lnTo>
                    <a:lnTo>
                      <a:pt x="151" y="636"/>
                    </a:lnTo>
                    <a:lnTo>
                      <a:pt x="151" y="642"/>
                    </a:lnTo>
                    <a:lnTo>
                      <a:pt x="151" y="642"/>
                    </a:lnTo>
                    <a:lnTo>
                      <a:pt x="153" y="661"/>
                    </a:lnTo>
                    <a:lnTo>
                      <a:pt x="157" y="676"/>
                    </a:lnTo>
                    <a:lnTo>
                      <a:pt x="157" y="676"/>
                    </a:lnTo>
                    <a:lnTo>
                      <a:pt x="159" y="683"/>
                    </a:lnTo>
                    <a:lnTo>
                      <a:pt x="159" y="689"/>
                    </a:lnTo>
                    <a:lnTo>
                      <a:pt x="160" y="703"/>
                    </a:lnTo>
                    <a:lnTo>
                      <a:pt x="160" y="703"/>
                    </a:lnTo>
                    <a:lnTo>
                      <a:pt x="176" y="801"/>
                    </a:lnTo>
                    <a:lnTo>
                      <a:pt x="176" y="801"/>
                    </a:lnTo>
                    <a:lnTo>
                      <a:pt x="177" y="814"/>
                    </a:lnTo>
                    <a:lnTo>
                      <a:pt x="182" y="829"/>
                    </a:lnTo>
                    <a:lnTo>
                      <a:pt x="188" y="848"/>
                    </a:lnTo>
                    <a:lnTo>
                      <a:pt x="188" y="848"/>
                    </a:lnTo>
                    <a:lnTo>
                      <a:pt x="186" y="852"/>
                    </a:lnTo>
                    <a:lnTo>
                      <a:pt x="185" y="857"/>
                    </a:lnTo>
                    <a:lnTo>
                      <a:pt x="183" y="861"/>
                    </a:lnTo>
                    <a:lnTo>
                      <a:pt x="183" y="861"/>
                    </a:lnTo>
                    <a:lnTo>
                      <a:pt x="185" y="868"/>
                    </a:lnTo>
                    <a:lnTo>
                      <a:pt x="186" y="872"/>
                    </a:lnTo>
                    <a:lnTo>
                      <a:pt x="193" y="877"/>
                    </a:lnTo>
                    <a:lnTo>
                      <a:pt x="200" y="881"/>
                    </a:lnTo>
                    <a:lnTo>
                      <a:pt x="200" y="881"/>
                    </a:lnTo>
                    <a:lnTo>
                      <a:pt x="217" y="891"/>
                    </a:lnTo>
                    <a:lnTo>
                      <a:pt x="227" y="895"/>
                    </a:lnTo>
                    <a:lnTo>
                      <a:pt x="236" y="901"/>
                    </a:lnTo>
                    <a:lnTo>
                      <a:pt x="236" y="901"/>
                    </a:lnTo>
                    <a:lnTo>
                      <a:pt x="244" y="908"/>
                    </a:lnTo>
                    <a:lnTo>
                      <a:pt x="253" y="912"/>
                    </a:lnTo>
                    <a:lnTo>
                      <a:pt x="262" y="914"/>
                    </a:lnTo>
                    <a:lnTo>
                      <a:pt x="270" y="911"/>
                    </a:lnTo>
                    <a:lnTo>
                      <a:pt x="270" y="911"/>
                    </a:lnTo>
                    <a:lnTo>
                      <a:pt x="274" y="909"/>
                    </a:lnTo>
                    <a:lnTo>
                      <a:pt x="277" y="906"/>
                    </a:lnTo>
                    <a:lnTo>
                      <a:pt x="281" y="901"/>
                    </a:lnTo>
                    <a:lnTo>
                      <a:pt x="282" y="897"/>
                    </a:lnTo>
                    <a:lnTo>
                      <a:pt x="282" y="892"/>
                    </a:lnTo>
                    <a:lnTo>
                      <a:pt x="281" y="886"/>
                    </a:lnTo>
                    <a:lnTo>
                      <a:pt x="279" y="881"/>
                    </a:lnTo>
                    <a:lnTo>
                      <a:pt x="274" y="875"/>
                    </a:lnTo>
                    <a:lnTo>
                      <a:pt x="274" y="875"/>
                    </a:lnTo>
                    <a:close/>
                    <a:moveTo>
                      <a:pt x="197" y="359"/>
                    </a:moveTo>
                    <a:lnTo>
                      <a:pt x="197" y="359"/>
                    </a:lnTo>
                    <a:lnTo>
                      <a:pt x="197" y="363"/>
                    </a:lnTo>
                    <a:lnTo>
                      <a:pt x="194" y="367"/>
                    </a:lnTo>
                    <a:lnTo>
                      <a:pt x="191" y="368"/>
                    </a:lnTo>
                    <a:lnTo>
                      <a:pt x="186" y="370"/>
                    </a:lnTo>
                    <a:lnTo>
                      <a:pt x="71" y="368"/>
                    </a:lnTo>
                    <a:lnTo>
                      <a:pt x="71" y="368"/>
                    </a:lnTo>
                    <a:lnTo>
                      <a:pt x="66" y="368"/>
                    </a:lnTo>
                    <a:lnTo>
                      <a:pt x="63" y="365"/>
                    </a:lnTo>
                    <a:lnTo>
                      <a:pt x="62" y="362"/>
                    </a:lnTo>
                    <a:lnTo>
                      <a:pt x="60" y="359"/>
                    </a:lnTo>
                    <a:lnTo>
                      <a:pt x="60" y="331"/>
                    </a:lnTo>
                    <a:lnTo>
                      <a:pt x="120" y="343"/>
                    </a:lnTo>
                    <a:lnTo>
                      <a:pt x="123" y="333"/>
                    </a:lnTo>
                    <a:lnTo>
                      <a:pt x="123" y="333"/>
                    </a:lnTo>
                    <a:lnTo>
                      <a:pt x="123" y="333"/>
                    </a:lnTo>
                    <a:lnTo>
                      <a:pt x="123" y="333"/>
                    </a:lnTo>
                    <a:lnTo>
                      <a:pt x="123" y="333"/>
                    </a:lnTo>
                    <a:lnTo>
                      <a:pt x="123" y="331"/>
                    </a:lnTo>
                    <a:lnTo>
                      <a:pt x="123" y="331"/>
                    </a:lnTo>
                    <a:lnTo>
                      <a:pt x="126" y="320"/>
                    </a:lnTo>
                    <a:lnTo>
                      <a:pt x="129" y="303"/>
                    </a:lnTo>
                    <a:lnTo>
                      <a:pt x="129" y="303"/>
                    </a:lnTo>
                    <a:lnTo>
                      <a:pt x="131" y="297"/>
                    </a:lnTo>
                    <a:lnTo>
                      <a:pt x="131" y="297"/>
                    </a:lnTo>
                    <a:lnTo>
                      <a:pt x="131" y="294"/>
                    </a:lnTo>
                    <a:lnTo>
                      <a:pt x="131" y="294"/>
                    </a:lnTo>
                    <a:lnTo>
                      <a:pt x="125" y="293"/>
                    </a:lnTo>
                    <a:lnTo>
                      <a:pt x="125" y="293"/>
                    </a:lnTo>
                    <a:lnTo>
                      <a:pt x="122" y="293"/>
                    </a:lnTo>
                    <a:lnTo>
                      <a:pt x="122" y="293"/>
                    </a:lnTo>
                    <a:lnTo>
                      <a:pt x="120" y="293"/>
                    </a:lnTo>
                    <a:lnTo>
                      <a:pt x="120" y="293"/>
                    </a:lnTo>
                    <a:lnTo>
                      <a:pt x="109" y="291"/>
                    </a:lnTo>
                    <a:lnTo>
                      <a:pt x="103" y="289"/>
                    </a:lnTo>
                    <a:lnTo>
                      <a:pt x="103" y="289"/>
                    </a:lnTo>
                    <a:lnTo>
                      <a:pt x="97" y="288"/>
                    </a:lnTo>
                    <a:lnTo>
                      <a:pt x="92" y="288"/>
                    </a:lnTo>
                    <a:lnTo>
                      <a:pt x="92" y="288"/>
                    </a:lnTo>
                    <a:lnTo>
                      <a:pt x="89" y="286"/>
                    </a:lnTo>
                    <a:lnTo>
                      <a:pt x="86" y="286"/>
                    </a:lnTo>
                    <a:lnTo>
                      <a:pt x="86" y="286"/>
                    </a:lnTo>
                    <a:lnTo>
                      <a:pt x="86" y="286"/>
                    </a:lnTo>
                    <a:lnTo>
                      <a:pt x="100" y="282"/>
                    </a:lnTo>
                    <a:lnTo>
                      <a:pt x="105" y="280"/>
                    </a:lnTo>
                    <a:lnTo>
                      <a:pt x="111" y="280"/>
                    </a:lnTo>
                    <a:lnTo>
                      <a:pt x="117" y="282"/>
                    </a:lnTo>
                    <a:lnTo>
                      <a:pt x="123" y="283"/>
                    </a:lnTo>
                    <a:lnTo>
                      <a:pt x="123" y="283"/>
                    </a:lnTo>
                    <a:lnTo>
                      <a:pt x="125" y="282"/>
                    </a:lnTo>
                    <a:lnTo>
                      <a:pt x="125" y="282"/>
                    </a:lnTo>
                    <a:lnTo>
                      <a:pt x="125" y="268"/>
                    </a:lnTo>
                    <a:lnTo>
                      <a:pt x="125" y="256"/>
                    </a:lnTo>
                    <a:lnTo>
                      <a:pt x="125" y="256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25" y="252"/>
                    </a:lnTo>
                    <a:lnTo>
                      <a:pt x="122" y="251"/>
                    </a:lnTo>
                    <a:lnTo>
                      <a:pt x="116" y="251"/>
                    </a:lnTo>
                    <a:lnTo>
                      <a:pt x="116" y="251"/>
                    </a:lnTo>
                    <a:lnTo>
                      <a:pt x="108" y="249"/>
                    </a:lnTo>
                    <a:lnTo>
                      <a:pt x="105" y="249"/>
                    </a:lnTo>
                    <a:lnTo>
                      <a:pt x="102" y="248"/>
                    </a:lnTo>
                    <a:lnTo>
                      <a:pt x="102" y="248"/>
                    </a:lnTo>
                    <a:lnTo>
                      <a:pt x="94" y="242"/>
                    </a:lnTo>
                    <a:lnTo>
                      <a:pt x="86" y="236"/>
                    </a:lnTo>
                    <a:lnTo>
                      <a:pt x="86" y="236"/>
                    </a:lnTo>
                    <a:lnTo>
                      <a:pt x="85" y="232"/>
                    </a:lnTo>
                    <a:lnTo>
                      <a:pt x="79" y="231"/>
                    </a:lnTo>
                    <a:lnTo>
                      <a:pt x="79" y="231"/>
                    </a:lnTo>
                    <a:lnTo>
                      <a:pt x="68" y="228"/>
                    </a:lnTo>
                    <a:lnTo>
                      <a:pt x="63" y="226"/>
                    </a:lnTo>
                    <a:lnTo>
                      <a:pt x="63" y="226"/>
                    </a:lnTo>
                    <a:lnTo>
                      <a:pt x="62" y="226"/>
                    </a:lnTo>
                    <a:lnTo>
                      <a:pt x="62" y="197"/>
                    </a:lnTo>
                    <a:lnTo>
                      <a:pt x="62" y="197"/>
                    </a:lnTo>
                    <a:lnTo>
                      <a:pt x="63" y="194"/>
                    </a:lnTo>
                    <a:lnTo>
                      <a:pt x="65" y="191"/>
                    </a:lnTo>
                    <a:lnTo>
                      <a:pt x="68" y="188"/>
                    </a:lnTo>
                    <a:lnTo>
                      <a:pt x="72" y="188"/>
                    </a:lnTo>
                    <a:lnTo>
                      <a:pt x="188" y="188"/>
                    </a:lnTo>
                    <a:lnTo>
                      <a:pt x="188" y="188"/>
                    </a:lnTo>
                    <a:lnTo>
                      <a:pt x="193" y="189"/>
                    </a:lnTo>
                    <a:lnTo>
                      <a:pt x="196" y="191"/>
                    </a:lnTo>
                    <a:lnTo>
                      <a:pt x="199" y="194"/>
                    </a:lnTo>
                    <a:lnTo>
                      <a:pt x="199" y="199"/>
                    </a:lnTo>
                    <a:lnTo>
                      <a:pt x="199" y="252"/>
                    </a:lnTo>
                    <a:lnTo>
                      <a:pt x="199" y="252"/>
                    </a:lnTo>
                    <a:lnTo>
                      <a:pt x="188" y="254"/>
                    </a:lnTo>
                    <a:lnTo>
                      <a:pt x="188" y="254"/>
                    </a:lnTo>
                    <a:lnTo>
                      <a:pt x="177" y="254"/>
                    </a:lnTo>
                    <a:lnTo>
                      <a:pt x="168" y="252"/>
                    </a:lnTo>
                    <a:lnTo>
                      <a:pt x="168" y="252"/>
                    </a:lnTo>
                    <a:lnTo>
                      <a:pt x="151" y="252"/>
                    </a:lnTo>
                    <a:lnTo>
                      <a:pt x="134" y="251"/>
                    </a:lnTo>
                    <a:lnTo>
                      <a:pt x="134" y="251"/>
                    </a:lnTo>
                    <a:lnTo>
                      <a:pt x="139" y="265"/>
                    </a:lnTo>
                    <a:lnTo>
                      <a:pt x="139" y="265"/>
                    </a:lnTo>
                    <a:lnTo>
                      <a:pt x="143" y="286"/>
                    </a:lnTo>
                    <a:lnTo>
                      <a:pt x="143" y="286"/>
                    </a:lnTo>
                    <a:lnTo>
                      <a:pt x="143" y="293"/>
                    </a:lnTo>
                    <a:lnTo>
                      <a:pt x="143" y="293"/>
                    </a:lnTo>
                    <a:lnTo>
                      <a:pt x="143" y="293"/>
                    </a:lnTo>
                    <a:lnTo>
                      <a:pt x="143" y="293"/>
                    </a:lnTo>
                    <a:lnTo>
                      <a:pt x="142" y="293"/>
                    </a:lnTo>
                    <a:lnTo>
                      <a:pt x="140" y="291"/>
                    </a:lnTo>
                    <a:lnTo>
                      <a:pt x="140" y="291"/>
                    </a:lnTo>
                    <a:lnTo>
                      <a:pt x="140" y="294"/>
                    </a:lnTo>
                    <a:lnTo>
                      <a:pt x="140" y="294"/>
                    </a:lnTo>
                    <a:lnTo>
                      <a:pt x="140" y="297"/>
                    </a:lnTo>
                    <a:lnTo>
                      <a:pt x="140" y="297"/>
                    </a:lnTo>
                    <a:lnTo>
                      <a:pt x="142" y="302"/>
                    </a:lnTo>
                    <a:lnTo>
                      <a:pt x="142" y="302"/>
                    </a:lnTo>
                    <a:lnTo>
                      <a:pt x="143" y="308"/>
                    </a:lnTo>
                    <a:lnTo>
                      <a:pt x="145" y="311"/>
                    </a:lnTo>
                    <a:lnTo>
                      <a:pt x="146" y="313"/>
                    </a:lnTo>
                    <a:lnTo>
                      <a:pt x="146" y="313"/>
                    </a:lnTo>
                    <a:lnTo>
                      <a:pt x="146" y="313"/>
                    </a:lnTo>
                    <a:lnTo>
                      <a:pt x="146" y="313"/>
                    </a:lnTo>
                    <a:lnTo>
                      <a:pt x="146" y="313"/>
                    </a:lnTo>
                    <a:lnTo>
                      <a:pt x="146" y="313"/>
                    </a:lnTo>
                    <a:lnTo>
                      <a:pt x="146" y="317"/>
                    </a:lnTo>
                    <a:lnTo>
                      <a:pt x="146" y="317"/>
                    </a:lnTo>
                    <a:lnTo>
                      <a:pt x="146" y="320"/>
                    </a:lnTo>
                    <a:lnTo>
                      <a:pt x="146" y="322"/>
                    </a:lnTo>
                    <a:lnTo>
                      <a:pt x="146" y="322"/>
                    </a:lnTo>
                    <a:lnTo>
                      <a:pt x="145" y="326"/>
                    </a:lnTo>
                    <a:lnTo>
                      <a:pt x="145" y="326"/>
                    </a:lnTo>
                    <a:lnTo>
                      <a:pt x="153" y="326"/>
                    </a:lnTo>
                    <a:lnTo>
                      <a:pt x="153" y="326"/>
                    </a:lnTo>
                    <a:lnTo>
                      <a:pt x="160" y="326"/>
                    </a:lnTo>
                    <a:lnTo>
                      <a:pt x="166" y="330"/>
                    </a:lnTo>
                    <a:lnTo>
                      <a:pt x="166" y="330"/>
                    </a:lnTo>
                    <a:lnTo>
                      <a:pt x="170" y="331"/>
                    </a:lnTo>
                    <a:lnTo>
                      <a:pt x="173" y="333"/>
                    </a:lnTo>
                    <a:lnTo>
                      <a:pt x="183" y="333"/>
                    </a:lnTo>
                    <a:lnTo>
                      <a:pt x="183" y="333"/>
                    </a:lnTo>
                    <a:lnTo>
                      <a:pt x="197" y="334"/>
                    </a:lnTo>
                    <a:lnTo>
                      <a:pt x="197" y="359"/>
                    </a:lnTo>
                    <a:close/>
                    <a:moveTo>
                      <a:pt x="63" y="280"/>
                    </a:moveTo>
                    <a:lnTo>
                      <a:pt x="63" y="280"/>
                    </a:lnTo>
                    <a:lnTo>
                      <a:pt x="75" y="283"/>
                    </a:lnTo>
                    <a:lnTo>
                      <a:pt x="85" y="286"/>
                    </a:lnTo>
                    <a:lnTo>
                      <a:pt x="85" y="286"/>
                    </a:lnTo>
                    <a:lnTo>
                      <a:pt x="75" y="283"/>
                    </a:lnTo>
                    <a:lnTo>
                      <a:pt x="63" y="280"/>
                    </a:lnTo>
                    <a:lnTo>
                      <a:pt x="63" y="2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Freeform 50"/>
              <p:cNvSpPr>
                <a:spLocks/>
              </p:cNvSpPr>
              <p:nvPr/>
            </p:nvSpPr>
            <p:spPr bwMode="auto">
              <a:xfrm>
                <a:off x="6389688" y="2125663"/>
                <a:ext cx="100013" cy="131762"/>
              </a:xfrm>
              <a:custGeom>
                <a:avLst/>
                <a:gdLst>
                  <a:gd name="T0" fmla="*/ 61 w 63"/>
                  <a:gd name="T1" fmla="*/ 7 h 83"/>
                  <a:gd name="T2" fmla="*/ 61 w 63"/>
                  <a:gd name="T3" fmla="*/ 7 h 83"/>
                  <a:gd name="T4" fmla="*/ 60 w 63"/>
                  <a:gd name="T5" fmla="*/ 10 h 83"/>
                  <a:gd name="T6" fmla="*/ 57 w 63"/>
                  <a:gd name="T7" fmla="*/ 17 h 83"/>
                  <a:gd name="T8" fmla="*/ 51 w 63"/>
                  <a:gd name="T9" fmla="*/ 21 h 83"/>
                  <a:gd name="T10" fmla="*/ 46 w 63"/>
                  <a:gd name="T11" fmla="*/ 23 h 83"/>
                  <a:gd name="T12" fmla="*/ 41 w 63"/>
                  <a:gd name="T13" fmla="*/ 24 h 83"/>
                  <a:gd name="T14" fmla="*/ 41 w 63"/>
                  <a:gd name="T15" fmla="*/ 24 h 83"/>
                  <a:gd name="T16" fmla="*/ 35 w 63"/>
                  <a:gd name="T17" fmla="*/ 23 h 83"/>
                  <a:gd name="T18" fmla="*/ 29 w 63"/>
                  <a:gd name="T19" fmla="*/ 21 h 83"/>
                  <a:gd name="T20" fmla="*/ 17 w 63"/>
                  <a:gd name="T21" fmla="*/ 15 h 83"/>
                  <a:gd name="T22" fmla="*/ 6 w 63"/>
                  <a:gd name="T23" fmla="*/ 7 h 83"/>
                  <a:gd name="T24" fmla="*/ 4 w 63"/>
                  <a:gd name="T25" fmla="*/ 3 h 83"/>
                  <a:gd name="T26" fmla="*/ 3 w 63"/>
                  <a:gd name="T27" fmla="*/ 0 h 83"/>
                  <a:gd name="T28" fmla="*/ 3 w 63"/>
                  <a:gd name="T29" fmla="*/ 0 h 83"/>
                  <a:gd name="T30" fmla="*/ 0 w 63"/>
                  <a:gd name="T31" fmla="*/ 1 h 83"/>
                  <a:gd name="T32" fmla="*/ 0 w 63"/>
                  <a:gd name="T33" fmla="*/ 4 h 83"/>
                  <a:gd name="T34" fmla="*/ 1 w 63"/>
                  <a:gd name="T35" fmla="*/ 10 h 83"/>
                  <a:gd name="T36" fmla="*/ 1 w 63"/>
                  <a:gd name="T37" fmla="*/ 10 h 83"/>
                  <a:gd name="T38" fmla="*/ 4 w 63"/>
                  <a:gd name="T39" fmla="*/ 15 h 83"/>
                  <a:gd name="T40" fmla="*/ 7 w 63"/>
                  <a:gd name="T41" fmla="*/ 20 h 83"/>
                  <a:gd name="T42" fmla="*/ 10 w 63"/>
                  <a:gd name="T43" fmla="*/ 24 h 83"/>
                  <a:gd name="T44" fmla="*/ 14 w 63"/>
                  <a:gd name="T45" fmla="*/ 32 h 83"/>
                  <a:gd name="T46" fmla="*/ 14 w 63"/>
                  <a:gd name="T47" fmla="*/ 32 h 83"/>
                  <a:gd name="T48" fmla="*/ 27 w 63"/>
                  <a:gd name="T49" fmla="*/ 83 h 83"/>
                  <a:gd name="T50" fmla="*/ 27 w 63"/>
                  <a:gd name="T51" fmla="*/ 83 h 83"/>
                  <a:gd name="T52" fmla="*/ 37 w 63"/>
                  <a:gd name="T53" fmla="*/ 64 h 83"/>
                  <a:gd name="T54" fmla="*/ 49 w 63"/>
                  <a:gd name="T55" fmla="*/ 41 h 83"/>
                  <a:gd name="T56" fmla="*/ 49 w 63"/>
                  <a:gd name="T57" fmla="*/ 41 h 83"/>
                  <a:gd name="T58" fmla="*/ 58 w 63"/>
                  <a:gd name="T59" fmla="*/ 23 h 83"/>
                  <a:gd name="T60" fmla="*/ 61 w 63"/>
                  <a:gd name="T61" fmla="*/ 13 h 83"/>
                  <a:gd name="T62" fmla="*/ 63 w 63"/>
                  <a:gd name="T63" fmla="*/ 10 h 83"/>
                  <a:gd name="T64" fmla="*/ 61 w 63"/>
                  <a:gd name="T65" fmla="*/ 7 h 83"/>
                  <a:gd name="T66" fmla="*/ 61 w 63"/>
                  <a:gd name="T67" fmla="*/ 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3" h="83">
                    <a:moveTo>
                      <a:pt x="61" y="7"/>
                    </a:moveTo>
                    <a:lnTo>
                      <a:pt x="61" y="7"/>
                    </a:lnTo>
                    <a:lnTo>
                      <a:pt x="60" y="10"/>
                    </a:lnTo>
                    <a:lnTo>
                      <a:pt x="57" y="17"/>
                    </a:lnTo>
                    <a:lnTo>
                      <a:pt x="51" y="21"/>
                    </a:lnTo>
                    <a:lnTo>
                      <a:pt x="46" y="23"/>
                    </a:lnTo>
                    <a:lnTo>
                      <a:pt x="41" y="24"/>
                    </a:lnTo>
                    <a:lnTo>
                      <a:pt x="41" y="24"/>
                    </a:lnTo>
                    <a:lnTo>
                      <a:pt x="35" y="23"/>
                    </a:lnTo>
                    <a:lnTo>
                      <a:pt x="29" y="21"/>
                    </a:lnTo>
                    <a:lnTo>
                      <a:pt x="17" y="15"/>
                    </a:lnTo>
                    <a:lnTo>
                      <a:pt x="6" y="7"/>
                    </a:lnTo>
                    <a:lnTo>
                      <a:pt x="4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1"/>
                    </a:lnTo>
                    <a:lnTo>
                      <a:pt x="0" y="4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4" y="15"/>
                    </a:lnTo>
                    <a:lnTo>
                      <a:pt x="7" y="20"/>
                    </a:lnTo>
                    <a:lnTo>
                      <a:pt x="10" y="24"/>
                    </a:lnTo>
                    <a:lnTo>
                      <a:pt x="14" y="32"/>
                    </a:lnTo>
                    <a:lnTo>
                      <a:pt x="14" y="32"/>
                    </a:lnTo>
                    <a:lnTo>
                      <a:pt x="27" y="83"/>
                    </a:lnTo>
                    <a:lnTo>
                      <a:pt x="27" y="83"/>
                    </a:lnTo>
                    <a:lnTo>
                      <a:pt x="37" y="64"/>
                    </a:lnTo>
                    <a:lnTo>
                      <a:pt x="49" y="41"/>
                    </a:lnTo>
                    <a:lnTo>
                      <a:pt x="49" y="41"/>
                    </a:lnTo>
                    <a:lnTo>
                      <a:pt x="58" y="23"/>
                    </a:lnTo>
                    <a:lnTo>
                      <a:pt x="61" y="13"/>
                    </a:lnTo>
                    <a:lnTo>
                      <a:pt x="63" y="10"/>
                    </a:lnTo>
                    <a:lnTo>
                      <a:pt x="61" y="7"/>
                    </a:lnTo>
                    <a:lnTo>
                      <a:pt x="61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Freeform 51"/>
              <p:cNvSpPr>
                <a:spLocks/>
              </p:cNvSpPr>
              <p:nvPr/>
            </p:nvSpPr>
            <p:spPr bwMode="auto">
              <a:xfrm>
                <a:off x="6432551" y="2166938"/>
                <a:ext cx="25400" cy="60325"/>
              </a:xfrm>
              <a:custGeom>
                <a:avLst/>
                <a:gdLst>
                  <a:gd name="T0" fmla="*/ 10 w 16"/>
                  <a:gd name="T1" fmla="*/ 1 h 38"/>
                  <a:gd name="T2" fmla="*/ 10 w 16"/>
                  <a:gd name="T3" fmla="*/ 1 h 38"/>
                  <a:gd name="T4" fmla="*/ 7 w 16"/>
                  <a:gd name="T5" fmla="*/ 0 h 38"/>
                  <a:gd name="T6" fmla="*/ 5 w 16"/>
                  <a:gd name="T7" fmla="*/ 0 h 38"/>
                  <a:gd name="T8" fmla="*/ 2 w 16"/>
                  <a:gd name="T9" fmla="*/ 3 h 38"/>
                  <a:gd name="T10" fmla="*/ 0 w 16"/>
                  <a:gd name="T11" fmla="*/ 8 h 38"/>
                  <a:gd name="T12" fmla="*/ 2 w 16"/>
                  <a:gd name="T13" fmla="*/ 11 h 38"/>
                  <a:gd name="T14" fmla="*/ 2 w 16"/>
                  <a:gd name="T15" fmla="*/ 11 h 38"/>
                  <a:gd name="T16" fmla="*/ 5 w 16"/>
                  <a:gd name="T17" fmla="*/ 14 h 38"/>
                  <a:gd name="T18" fmla="*/ 5 w 16"/>
                  <a:gd name="T19" fmla="*/ 14 h 38"/>
                  <a:gd name="T20" fmla="*/ 3 w 16"/>
                  <a:gd name="T21" fmla="*/ 21 h 38"/>
                  <a:gd name="T22" fmla="*/ 3 w 16"/>
                  <a:gd name="T23" fmla="*/ 29 h 38"/>
                  <a:gd name="T24" fmla="*/ 3 w 16"/>
                  <a:gd name="T25" fmla="*/ 38 h 38"/>
                  <a:gd name="T26" fmla="*/ 13 w 16"/>
                  <a:gd name="T27" fmla="*/ 38 h 38"/>
                  <a:gd name="T28" fmla="*/ 13 w 16"/>
                  <a:gd name="T29" fmla="*/ 38 h 38"/>
                  <a:gd name="T30" fmla="*/ 14 w 16"/>
                  <a:gd name="T31" fmla="*/ 21 h 38"/>
                  <a:gd name="T32" fmla="*/ 13 w 16"/>
                  <a:gd name="T33" fmla="*/ 12 h 38"/>
                  <a:gd name="T34" fmla="*/ 13 w 16"/>
                  <a:gd name="T35" fmla="*/ 12 h 38"/>
                  <a:gd name="T36" fmla="*/ 14 w 16"/>
                  <a:gd name="T37" fmla="*/ 11 h 38"/>
                  <a:gd name="T38" fmla="*/ 14 w 16"/>
                  <a:gd name="T39" fmla="*/ 11 h 38"/>
                  <a:gd name="T40" fmla="*/ 16 w 16"/>
                  <a:gd name="T41" fmla="*/ 6 h 38"/>
                  <a:gd name="T42" fmla="*/ 14 w 16"/>
                  <a:gd name="T43" fmla="*/ 4 h 38"/>
                  <a:gd name="T44" fmla="*/ 10 w 16"/>
                  <a:gd name="T45" fmla="*/ 1 h 38"/>
                  <a:gd name="T46" fmla="*/ 10 w 16"/>
                  <a:gd name="T47" fmla="*/ 1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" h="38">
                    <a:moveTo>
                      <a:pt x="10" y="1"/>
                    </a:moveTo>
                    <a:lnTo>
                      <a:pt x="10" y="1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8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3" y="21"/>
                    </a:lnTo>
                    <a:lnTo>
                      <a:pt x="3" y="29"/>
                    </a:lnTo>
                    <a:lnTo>
                      <a:pt x="3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4" y="21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4" y="11"/>
                    </a:lnTo>
                    <a:lnTo>
                      <a:pt x="14" y="11"/>
                    </a:lnTo>
                    <a:lnTo>
                      <a:pt x="16" y="6"/>
                    </a:lnTo>
                    <a:lnTo>
                      <a:pt x="14" y="4"/>
                    </a:lnTo>
                    <a:lnTo>
                      <a:pt x="10" y="1"/>
                    </a:lnTo>
                    <a:lnTo>
                      <a:pt x="1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Freeform 52"/>
              <p:cNvSpPr>
                <a:spLocks/>
              </p:cNvSpPr>
              <p:nvPr/>
            </p:nvSpPr>
            <p:spPr bwMode="auto">
              <a:xfrm>
                <a:off x="6454776" y="24511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Freeform 53"/>
              <p:cNvSpPr>
                <a:spLocks noEditPoints="1"/>
              </p:cNvSpPr>
              <p:nvPr/>
            </p:nvSpPr>
            <p:spPr bwMode="auto">
              <a:xfrm>
                <a:off x="6354763" y="2220913"/>
                <a:ext cx="220663" cy="288925"/>
              </a:xfrm>
              <a:custGeom>
                <a:avLst/>
                <a:gdLst>
                  <a:gd name="T0" fmla="*/ 43 w 139"/>
                  <a:gd name="T1" fmla="*/ 101 h 182"/>
                  <a:gd name="T2" fmla="*/ 60 w 139"/>
                  <a:gd name="T3" fmla="*/ 105 h 182"/>
                  <a:gd name="T4" fmla="*/ 62 w 139"/>
                  <a:gd name="T5" fmla="*/ 105 h 182"/>
                  <a:gd name="T6" fmla="*/ 65 w 139"/>
                  <a:gd name="T7" fmla="*/ 105 h 182"/>
                  <a:gd name="T8" fmla="*/ 71 w 139"/>
                  <a:gd name="T9" fmla="*/ 106 h 182"/>
                  <a:gd name="T10" fmla="*/ 71 w 139"/>
                  <a:gd name="T11" fmla="*/ 106 h 182"/>
                  <a:gd name="T12" fmla="*/ 77 w 139"/>
                  <a:gd name="T13" fmla="*/ 106 h 182"/>
                  <a:gd name="T14" fmla="*/ 80 w 139"/>
                  <a:gd name="T15" fmla="*/ 106 h 182"/>
                  <a:gd name="T16" fmla="*/ 83 w 139"/>
                  <a:gd name="T17" fmla="*/ 105 h 182"/>
                  <a:gd name="T18" fmla="*/ 83 w 139"/>
                  <a:gd name="T19" fmla="*/ 105 h 182"/>
                  <a:gd name="T20" fmla="*/ 65 w 139"/>
                  <a:gd name="T21" fmla="*/ 98 h 182"/>
                  <a:gd name="T22" fmla="*/ 65 w 139"/>
                  <a:gd name="T23" fmla="*/ 95 h 182"/>
                  <a:gd name="T24" fmla="*/ 63 w 139"/>
                  <a:gd name="T25" fmla="*/ 95 h 182"/>
                  <a:gd name="T26" fmla="*/ 51 w 139"/>
                  <a:gd name="T27" fmla="*/ 92 h 182"/>
                  <a:gd name="T28" fmla="*/ 40 w 139"/>
                  <a:gd name="T29" fmla="*/ 94 h 182"/>
                  <a:gd name="T30" fmla="*/ 26 w 139"/>
                  <a:gd name="T31" fmla="*/ 98 h 182"/>
                  <a:gd name="T32" fmla="*/ 32 w 139"/>
                  <a:gd name="T33" fmla="*/ 100 h 182"/>
                  <a:gd name="T34" fmla="*/ 37 w 139"/>
                  <a:gd name="T35" fmla="*/ 100 h 182"/>
                  <a:gd name="T36" fmla="*/ 43 w 139"/>
                  <a:gd name="T37" fmla="*/ 101 h 182"/>
                  <a:gd name="T38" fmla="*/ 106 w 139"/>
                  <a:gd name="T39" fmla="*/ 142 h 182"/>
                  <a:gd name="T40" fmla="*/ 93 w 139"/>
                  <a:gd name="T41" fmla="*/ 138 h 182"/>
                  <a:gd name="T42" fmla="*/ 85 w 139"/>
                  <a:gd name="T43" fmla="*/ 138 h 182"/>
                  <a:gd name="T44" fmla="*/ 85 w 139"/>
                  <a:gd name="T45" fmla="*/ 138 h 182"/>
                  <a:gd name="T46" fmla="*/ 83 w 139"/>
                  <a:gd name="T47" fmla="*/ 138 h 182"/>
                  <a:gd name="T48" fmla="*/ 76 w 139"/>
                  <a:gd name="T49" fmla="*/ 143 h 182"/>
                  <a:gd name="T50" fmla="*/ 63 w 139"/>
                  <a:gd name="T51" fmla="*/ 145 h 182"/>
                  <a:gd name="T52" fmla="*/ 63 w 139"/>
                  <a:gd name="T53" fmla="*/ 145 h 182"/>
                  <a:gd name="T54" fmla="*/ 60 w 139"/>
                  <a:gd name="T55" fmla="*/ 155 h 182"/>
                  <a:gd name="T56" fmla="*/ 0 w 139"/>
                  <a:gd name="T57" fmla="*/ 171 h 182"/>
                  <a:gd name="T58" fmla="*/ 2 w 139"/>
                  <a:gd name="T59" fmla="*/ 174 h 182"/>
                  <a:gd name="T60" fmla="*/ 6 w 139"/>
                  <a:gd name="T61" fmla="*/ 180 h 182"/>
                  <a:gd name="T62" fmla="*/ 126 w 139"/>
                  <a:gd name="T63" fmla="*/ 182 h 182"/>
                  <a:gd name="T64" fmla="*/ 131 w 139"/>
                  <a:gd name="T65" fmla="*/ 180 h 182"/>
                  <a:gd name="T66" fmla="*/ 137 w 139"/>
                  <a:gd name="T67" fmla="*/ 175 h 182"/>
                  <a:gd name="T68" fmla="*/ 137 w 139"/>
                  <a:gd name="T69" fmla="*/ 146 h 182"/>
                  <a:gd name="T70" fmla="*/ 123 w 139"/>
                  <a:gd name="T71" fmla="*/ 145 h 182"/>
                  <a:gd name="T72" fmla="*/ 113 w 139"/>
                  <a:gd name="T73" fmla="*/ 145 h 182"/>
                  <a:gd name="T74" fmla="*/ 106 w 139"/>
                  <a:gd name="T75" fmla="*/ 142 h 182"/>
                  <a:gd name="T76" fmla="*/ 128 w 139"/>
                  <a:gd name="T77" fmla="*/ 0 h 182"/>
                  <a:gd name="T78" fmla="*/ 12 w 139"/>
                  <a:gd name="T79" fmla="*/ 0 h 182"/>
                  <a:gd name="T80" fmla="*/ 5 w 139"/>
                  <a:gd name="T81" fmla="*/ 3 h 182"/>
                  <a:gd name="T82" fmla="*/ 2 w 139"/>
                  <a:gd name="T83" fmla="*/ 9 h 182"/>
                  <a:gd name="T84" fmla="*/ 2 w 139"/>
                  <a:gd name="T85" fmla="*/ 38 h 182"/>
                  <a:gd name="T86" fmla="*/ 3 w 139"/>
                  <a:gd name="T87" fmla="*/ 38 h 182"/>
                  <a:gd name="T88" fmla="*/ 19 w 139"/>
                  <a:gd name="T89" fmla="*/ 43 h 182"/>
                  <a:gd name="T90" fmla="*/ 25 w 139"/>
                  <a:gd name="T91" fmla="*/ 44 h 182"/>
                  <a:gd name="T92" fmla="*/ 26 w 139"/>
                  <a:gd name="T93" fmla="*/ 48 h 182"/>
                  <a:gd name="T94" fmla="*/ 42 w 139"/>
                  <a:gd name="T95" fmla="*/ 60 h 182"/>
                  <a:gd name="T96" fmla="*/ 45 w 139"/>
                  <a:gd name="T97" fmla="*/ 61 h 182"/>
                  <a:gd name="T98" fmla="*/ 56 w 139"/>
                  <a:gd name="T99" fmla="*/ 63 h 182"/>
                  <a:gd name="T100" fmla="*/ 62 w 139"/>
                  <a:gd name="T101" fmla="*/ 63 h 182"/>
                  <a:gd name="T102" fmla="*/ 65 w 139"/>
                  <a:gd name="T103" fmla="*/ 64 h 182"/>
                  <a:gd name="T104" fmla="*/ 69 w 139"/>
                  <a:gd name="T105" fmla="*/ 63 h 182"/>
                  <a:gd name="T106" fmla="*/ 74 w 139"/>
                  <a:gd name="T107" fmla="*/ 63 h 182"/>
                  <a:gd name="T108" fmla="*/ 91 w 139"/>
                  <a:gd name="T109" fmla="*/ 64 h 182"/>
                  <a:gd name="T110" fmla="*/ 108 w 139"/>
                  <a:gd name="T111" fmla="*/ 64 h 182"/>
                  <a:gd name="T112" fmla="*/ 128 w 139"/>
                  <a:gd name="T113" fmla="*/ 66 h 182"/>
                  <a:gd name="T114" fmla="*/ 139 w 139"/>
                  <a:gd name="T115" fmla="*/ 64 h 182"/>
                  <a:gd name="T116" fmla="*/ 139 w 139"/>
                  <a:gd name="T117" fmla="*/ 11 h 182"/>
                  <a:gd name="T118" fmla="*/ 136 w 139"/>
                  <a:gd name="T119" fmla="*/ 3 h 182"/>
                  <a:gd name="T120" fmla="*/ 128 w 139"/>
                  <a:gd name="T121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9" h="182">
                    <a:moveTo>
                      <a:pt x="43" y="101"/>
                    </a:moveTo>
                    <a:lnTo>
                      <a:pt x="43" y="101"/>
                    </a:lnTo>
                    <a:lnTo>
                      <a:pt x="49" y="103"/>
                    </a:lnTo>
                    <a:lnTo>
                      <a:pt x="60" y="105"/>
                    </a:lnTo>
                    <a:lnTo>
                      <a:pt x="60" y="105"/>
                    </a:lnTo>
                    <a:lnTo>
                      <a:pt x="62" y="105"/>
                    </a:lnTo>
                    <a:lnTo>
                      <a:pt x="62" y="105"/>
                    </a:lnTo>
                    <a:lnTo>
                      <a:pt x="65" y="105"/>
                    </a:lnTo>
                    <a:lnTo>
                      <a:pt x="65" y="105"/>
                    </a:lnTo>
                    <a:lnTo>
                      <a:pt x="71" y="106"/>
                    </a:lnTo>
                    <a:lnTo>
                      <a:pt x="71" y="106"/>
                    </a:lnTo>
                    <a:lnTo>
                      <a:pt x="71" y="106"/>
                    </a:lnTo>
                    <a:lnTo>
                      <a:pt x="71" y="106"/>
                    </a:lnTo>
                    <a:lnTo>
                      <a:pt x="77" y="106"/>
                    </a:lnTo>
                    <a:lnTo>
                      <a:pt x="77" y="106"/>
                    </a:lnTo>
                    <a:lnTo>
                      <a:pt x="80" y="106"/>
                    </a:lnTo>
                    <a:lnTo>
                      <a:pt x="80" y="106"/>
                    </a:lnTo>
                    <a:lnTo>
                      <a:pt x="83" y="105"/>
                    </a:lnTo>
                    <a:lnTo>
                      <a:pt x="83" y="105"/>
                    </a:lnTo>
                    <a:lnTo>
                      <a:pt x="83" y="105"/>
                    </a:lnTo>
                    <a:lnTo>
                      <a:pt x="77" y="103"/>
                    </a:lnTo>
                    <a:lnTo>
                      <a:pt x="65" y="98"/>
                    </a:lnTo>
                    <a:lnTo>
                      <a:pt x="65" y="95"/>
                    </a:lnTo>
                    <a:lnTo>
                      <a:pt x="65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57" y="94"/>
                    </a:lnTo>
                    <a:lnTo>
                      <a:pt x="51" y="92"/>
                    </a:lnTo>
                    <a:lnTo>
                      <a:pt x="45" y="92"/>
                    </a:lnTo>
                    <a:lnTo>
                      <a:pt x="40" y="94"/>
                    </a:lnTo>
                    <a:lnTo>
                      <a:pt x="26" y="98"/>
                    </a:lnTo>
                    <a:lnTo>
                      <a:pt x="26" y="98"/>
                    </a:lnTo>
                    <a:lnTo>
                      <a:pt x="29" y="98"/>
                    </a:lnTo>
                    <a:lnTo>
                      <a:pt x="32" y="100"/>
                    </a:lnTo>
                    <a:lnTo>
                      <a:pt x="32" y="100"/>
                    </a:lnTo>
                    <a:lnTo>
                      <a:pt x="37" y="100"/>
                    </a:lnTo>
                    <a:lnTo>
                      <a:pt x="43" y="101"/>
                    </a:lnTo>
                    <a:lnTo>
                      <a:pt x="43" y="101"/>
                    </a:lnTo>
                    <a:close/>
                    <a:moveTo>
                      <a:pt x="106" y="142"/>
                    </a:moveTo>
                    <a:lnTo>
                      <a:pt x="106" y="142"/>
                    </a:lnTo>
                    <a:lnTo>
                      <a:pt x="100" y="138"/>
                    </a:lnTo>
                    <a:lnTo>
                      <a:pt x="93" y="138"/>
                    </a:lnTo>
                    <a:lnTo>
                      <a:pt x="93" y="138"/>
                    </a:lnTo>
                    <a:lnTo>
                      <a:pt x="85" y="138"/>
                    </a:lnTo>
                    <a:lnTo>
                      <a:pt x="85" y="138"/>
                    </a:lnTo>
                    <a:lnTo>
                      <a:pt x="85" y="138"/>
                    </a:lnTo>
                    <a:lnTo>
                      <a:pt x="85" y="138"/>
                    </a:lnTo>
                    <a:lnTo>
                      <a:pt x="83" y="138"/>
                    </a:lnTo>
                    <a:lnTo>
                      <a:pt x="82" y="142"/>
                    </a:lnTo>
                    <a:lnTo>
                      <a:pt x="76" y="143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63" y="145"/>
                    </a:lnTo>
                    <a:lnTo>
                      <a:pt x="60" y="155"/>
                    </a:lnTo>
                    <a:lnTo>
                      <a:pt x="0" y="143"/>
                    </a:lnTo>
                    <a:lnTo>
                      <a:pt x="0" y="171"/>
                    </a:lnTo>
                    <a:lnTo>
                      <a:pt x="0" y="171"/>
                    </a:lnTo>
                    <a:lnTo>
                      <a:pt x="2" y="174"/>
                    </a:lnTo>
                    <a:lnTo>
                      <a:pt x="3" y="177"/>
                    </a:lnTo>
                    <a:lnTo>
                      <a:pt x="6" y="180"/>
                    </a:lnTo>
                    <a:lnTo>
                      <a:pt x="11" y="180"/>
                    </a:lnTo>
                    <a:lnTo>
                      <a:pt x="126" y="182"/>
                    </a:lnTo>
                    <a:lnTo>
                      <a:pt x="126" y="182"/>
                    </a:lnTo>
                    <a:lnTo>
                      <a:pt x="131" y="180"/>
                    </a:lnTo>
                    <a:lnTo>
                      <a:pt x="134" y="179"/>
                    </a:lnTo>
                    <a:lnTo>
                      <a:pt x="137" y="175"/>
                    </a:lnTo>
                    <a:lnTo>
                      <a:pt x="137" y="171"/>
                    </a:lnTo>
                    <a:lnTo>
                      <a:pt x="137" y="146"/>
                    </a:lnTo>
                    <a:lnTo>
                      <a:pt x="137" y="146"/>
                    </a:lnTo>
                    <a:lnTo>
                      <a:pt x="123" y="145"/>
                    </a:lnTo>
                    <a:lnTo>
                      <a:pt x="123" y="145"/>
                    </a:lnTo>
                    <a:lnTo>
                      <a:pt x="113" y="145"/>
                    </a:lnTo>
                    <a:lnTo>
                      <a:pt x="110" y="143"/>
                    </a:lnTo>
                    <a:lnTo>
                      <a:pt x="106" y="142"/>
                    </a:lnTo>
                    <a:lnTo>
                      <a:pt x="106" y="142"/>
                    </a:lnTo>
                    <a:close/>
                    <a:moveTo>
                      <a:pt x="128" y="0"/>
                    </a:moveTo>
                    <a:lnTo>
                      <a:pt x="12" y="0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5" y="3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8" y="40"/>
                    </a:lnTo>
                    <a:lnTo>
                      <a:pt x="19" y="43"/>
                    </a:lnTo>
                    <a:lnTo>
                      <a:pt x="19" y="43"/>
                    </a:lnTo>
                    <a:lnTo>
                      <a:pt x="25" y="44"/>
                    </a:lnTo>
                    <a:lnTo>
                      <a:pt x="26" y="48"/>
                    </a:lnTo>
                    <a:lnTo>
                      <a:pt x="26" y="48"/>
                    </a:lnTo>
                    <a:lnTo>
                      <a:pt x="34" y="54"/>
                    </a:lnTo>
                    <a:lnTo>
                      <a:pt x="42" y="60"/>
                    </a:lnTo>
                    <a:lnTo>
                      <a:pt x="42" y="60"/>
                    </a:lnTo>
                    <a:lnTo>
                      <a:pt x="45" y="61"/>
                    </a:lnTo>
                    <a:lnTo>
                      <a:pt x="48" y="61"/>
                    </a:lnTo>
                    <a:lnTo>
                      <a:pt x="56" y="63"/>
                    </a:lnTo>
                    <a:lnTo>
                      <a:pt x="56" y="63"/>
                    </a:lnTo>
                    <a:lnTo>
                      <a:pt x="62" y="63"/>
                    </a:lnTo>
                    <a:lnTo>
                      <a:pt x="65" y="64"/>
                    </a:lnTo>
                    <a:lnTo>
                      <a:pt x="65" y="64"/>
                    </a:lnTo>
                    <a:lnTo>
                      <a:pt x="66" y="63"/>
                    </a:lnTo>
                    <a:lnTo>
                      <a:pt x="69" y="63"/>
                    </a:lnTo>
                    <a:lnTo>
                      <a:pt x="69" y="63"/>
                    </a:lnTo>
                    <a:lnTo>
                      <a:pt x="74" y="63"/>
                    </a:lnTo>
                    <a:lnTo>
                      <a:pt x="74" y="63"/>
                    </a:lnTo>
                    <a:lnTo>
                      <a:pt x="91" y="64"/>
                    </a:lnTo>
                    <a:lnTo>
                      <a:pt x="108" y="64"/>
                    </a:lnTo>
                    <a:lnTo>
                      <a:pt x="108" y="64"/>
                    </a:lnTo>
                    <a:lnTo>
                      <a:pt x="117" y="66"/>
                    </a:lnTo>
                    <a:lnTo>
                      <a:pt x="128" y="66"/>
                    </a:lnTo>
                    <a:lnTo>
                      <a:pt x="128" y="66"/>
                    </a:lnTo>
                    <a:lnTo>
                      <a:pt x="139" y="64"/>
                    </a:lnTo>
                    <a:lnTo>
                      <a:pt x="139" y="11"/>
                    </a:lnTo>
                    <a:lnTo>
                      <a:pt x="139" y="11"/>
                    </a:lnTo>
                    <a:lnTo>
                      <a:pt x="139" y="6"/>
                    </a:lnTo>
                    <a:lnTo>
                      <a:pt x="136" y="3"/>
                    </a:lnTo>
                    <a:lnTo>
                      <a:pt x="133" y="1"/>
                    </a:lnTo>
                    <a:lnTo>
                      <a:pt x="128" y="0"/>
                    </a:lnTo>
                    <a:lnTo>
                      <a:pt x="12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Freeform 54"/>
              <p:cNvSpPr>
                <a:spLocks/>
              </p:cNvSpPr>
              <p:nvPr/>
            </p:nvSpPr>
            <p:spPr bwMode="auto">
              <a:xfrm>
                <a:off x="6454776" y="2389188"/>
                <a:ext cx="36513" cy="61912"/>
              </a:xfrm>
              <a:custGeom>
                <a:avLst/>
                <a:gdLst>
                  <a:gd name="T0" fmla="*/ 23 w 23"/>
                  <a:gd name="T1" fmla="*/ 23 h 39"/>
                  <a:gd name="T2" fmla="*/ 23 w 23"/>
                  <a:gd name="T3" fmla="*/ 23 h 39"/>
                  <a:gd name="T4" fmla="*/ 23 w 23"/>
                  <a:gd name="T5" fmla="*/ 19 h 39"/>
                  <a:gd name="T6" fmla="*/ 23 w 23"/>
                  <a:gd name="T7" fmla="*/ 19 h 39"/>
                  <a:gd name="T8" fmla="*/ 23 w 23"/>
                  <a:gd name="T9" fmla="*/ 19 h 39"/>
                  <a:gd name="T10" fmla="*/ 23 w 23"/>
                  <a:gd name="T11" fmla="*/ 12 h 39"/>
                  <a:gd name="T12" fmla="*/ 23 w 23"/>
                  <a:gd name="T13" fmla="*/ 12 h 39"/>
                  <a:gd name="T14" fmla="*/ 20 w 23"/>
                  <a:gd name="T15" fmla="*/ 12 h 39"/>
                  <a:gd name="T16" fmla="*/ 19 w 23"/>
                  <a:gd name="T17" fmla="*/ 8 h 39"/>
                  <a:gd name="T18" fmla="*/ 19 w 23"/>
                  <a:gd name="T19" fmla="*/ 8 h 39"/>
                  <a:gd name="T20" fmla="*/ 17 w 23"/>
                  <a:gd name="T21" fmla="*/ 3 h 39"/>
                  <a:gd name="T22" fmla="*/ 17 w 23"/>
                  <a:gd name="T23" fmla="*/ 3 h 39"/>
                  <a:gd name="T24" fmla="*/ 17 w 23"/>
                  <a:gd name="T25" fmla="*/ 0 h 39"/>
                  <a:gd name="T26" fmla="*/ 17 w 23"/>
                  <a:gd name="T27" fmla="*/ 0 h 39"/>
                  <a:gd name="T28" fmla="*/ 17 w 23"/>
                  <a:gd name="T29" fmla="*/ 0 h 39"/>
                  <a:gd name="T30" fmla="*/ 17 w 23"/>
                  <a:gd name="T31" fmla="*/ 0 h 39"/>
                  <a:gd name="T32" fmla="*/ 16 w 23"/>
                  <a:gd name="T33" fmla="*/ 0 h 39"/>
                  <a:gd name="T34" fmla="*/ 16 w 23"/>
                  <a:gd name="T35" fmla="*/ 0 h 39"/>
                  <a:gd name="T36" fmla="*/ 14 w 23"/>
                  <a:gd name="T37" fmla="*/ 0 h 39"/>
                  <a:gd name="T38" fmla="*/ 14 w 23"/>
                  <a:gd name="T39" fmla="*/ 0 h 39"/>
                  <a:gd name="T40" fmla="*/ 8 w 23"/>
                  <a:gd name="T41" fmla="*/ 0 h 39"/>
                  <a:gd name="T42" fmla="*/ 8 w 23"/>
                  <a:gd name="T43" fmla="*/ 0 h 39"/>
                  <a:gd name="T44" fmla="*/ 8 w 23"/>
                  <a:gd name="T45" fmla="*/ 0 h 39"/>
                  <a:gd name="T46" fmla="*/ 8 w 23"/>
                  <a:gd name="T47" fmla="*/ 0 h 39"/>
                  <a:gd name="T48" fmla="*/ 8 w 23"/>
                  <a:gd name="T49" fmla="*/ 3 h 39"/>
                  <a:gd name="T50" fmla="*/ 8 w 23"/>
                  <a:gd name="T51" fmla="*/ 3 h 39"/>
                  <a:gd name="T52" fmla="*/ 6 w 23"/>
                  <a:gd name="T53" fmla="*/ 9 h 39"/>
                  <a:gd name="T54" fmla="*/ 6 w 23"/>
                  <a:gd name="T55" fmla="*/ 9 h 39"/>
                  <a:gd name="T56" fmla="*/ 3 w 23"/>
                  <a:gd name="T57" fmla="*/ 26 h 39"/>
                  <a:gd name="T58" fmla="*/ 0 w 23"/>
                  <a:gd name="T59" fmla="*/ 37 h 39"/>
                  <a:gd name="T60" fmla="*/ 0 w 23"/>
                  <a:gd name="T61" fmla="*/ 37 h 39"/>
                  <a:gd name="T62" fmla="*/ 0 w 23"/>
                  <a:gd name="T63" fmla="*/ 39 h 39"/>
                  <a:gd name="T64" fmla="*/ 0 w 23"/>
                  <a:gd name="T65" fmla="*/ 39 h 39"/>
                  <a:gd name="T66" fmla="*/ 13 w 23"/>
                  <a:gd name="T67" fmla="*/ 37 h 39"/>
                  <a:gd name="T68" fmla="*/ 19 w 23"/>
                  <a:gd name="T69" fmla="*/ 36 h 39"/>
                  <a:gd name="T70" fmla="*/ 20 w 23"/>
                  <a:gd name="T71" fmla="*/ 32 h 39"/>
                  <a:gd name="T72" fmla="*/ 22 w 23"/>
                  <a:gd name="T73" fmla="*/ 32 h 39"/>
                  <a:gd name="T74" fmla="*/ 22 w 23"/>
                  <a:gd name="T75" fmla="*/ 32 h 39"/>
                  <a:gd name="T76" fmla="*/ 22 w 23"/>
                  <a:gd name="T77" fmla="*/ 32 h 39"/>
                  <a:gd name="T78" fmla="*/ 22 w 23"/>
                  <a:gd name="T79" fmla="*/ 32 h 39"/>
                  <a:gd name="T80" fmla="*/ 23 w 23"/>
                  <a:gd name="T81" fmla="*/ 28 h 39"/>
                  <a:gd name="T82" fmla="*/ 23 w 23"/>
                  <a:gd name="T83" fmla="*/ 28 h 39"/>
                  <a:gd name="T84" fmla="*/ 23 w 23"/>
                  <a:gd name="T85" fmla="*/ 26 h 39"/>
                  <a:gd name="T86" fmla="*/ 23 w 23"/>
                  <a:gd name="T87" fmla="*/ 23 h 39"/>
                  <a:gd name="T88" fmla="*/ 23 w 23"/>
                  <a:gd name="T89" fmla="*/ 2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3" h="39">
                    <a:moveTo>
                      <a:pt x="23" y="23"/>
                    </a:moveTo>
                    <a:lnTo>
                      <a:pt x="23" y="23"/>
                    </a:lnTo>
                    <a:lnTo>
                      <a:pt x="23" y="19"/>
                    </a:lnTo>
                    <a:lnTo>
                      <a:pt x="23" y="19"/>
                    </a:lnTo>
                    <a:lnTo>
                      <a:pt x="23" y="19"/>
                    </a:lnTo>
                    <a:lnTo>
                      <a:pt x="23" y="12"/>
                    </a:lnTo>
                    <a:lnTo>
                      <a:pt x="23" y="12"/>
                    </a:lnTo>
                    <a:lnTo>
                      <a:pt x="20" y="12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3" y="26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39"/>
                    </a:lnTo>
                    <a:lnTo>
                      <a:pt x="13" y="37"/>
                    </a:lnTo>
                    <a:lnTo>
                      <a:pt x="19" y="36"/>
                    </a:lnTo>
                    <a:lnTo>
                      <a:pt x="20" y="32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22" y="32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6"/>
                    </a:lnTo>
                    <a:lnTo>
                      <a:pt x="23" y="23"/>
                    </a:lnTo>
                    <a:lnTo>
                      <a:pt x="23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Freeform 55"/>
              <p:cNvSpPr>
                <a:spLocks/>
              </p:cNvSpPr>
              <p:nvPr/>
            </p:nvSpPr>
            <p:spPr bwMode="auto">
              <a:xfrm>
                <a:off x="6454776" y="2320925"/>
                <a:ext cx="31750" cy="66675"/>
              </a:xfrm>
              <a:custGeom>
                <a:avLst/>
                <a:gdLst>
                  <a:gd name="T0" fmla="*/ 20 w 20"/>
                  <a:gd name="T1" fmla="*/ 35 h 42"/>
                  <a:gd name="T2" fmla="*/ 20 w 20"/>
                  <a:gd name="T3" fmla="*/ 35 h 42"/>
                  <a:gd name="T4" fmla="*/ 16 w 20"/>
                  <a:gd name="T5" fmla="*/ 14 h 42"/>
                  <a:gd name="T6" fmla="*/ 16 w 20"/>
                  <a:gd name="T7" fmla="*/ 14 h 42"/>
                  <a:gd name="T8" fmla="*/ 11 w 20"/>
                  <a:gd name="T9" fmla="*/ 0 h 42"/>
                  <a:gd name="T10" fmla="*/ 11 w 20"/>
                  <a:gd name="T11" fmla="*/ 0 h 42"/>
                  <a:gd name="T12" fmla="*/ 6 w 20"/>
                  <a:gd name="T13" fmla="*/ 0 h 42"/>
                  <a:gd name="T14" fmla="*/ 3 w 20"/>
                  <a:gd name="T15" fmla="*/ 0 h 42"/>
                  <a:gd name="T16" fmla="*/ 2 w 20"/>
                  <a:gd name="T17" fmla="*/ 1 h 42"/>
                  <a:gd name="T18" fmla="*/ 2 w 20"/>
                  <a:gd name="T19" fmla="*/ 1 h 42"/>
                  <a:gd name="T20" fmla="*/ 2 w 20"/>
                  <a:gd name="T21" fmla="*/ 5 h 42"/>
                  <a:gd name="T22" fmla="*/ 2 w 20"/>
                  <a:gd name="T23" fmla="*/ 5 h 42"/>
                  <a:gd name="T24" fmla="*/ 2 w 20"/>
                  <a:gd name="T25" fmla="*/ 17 h 42"/>
                  <a:gd name="T26" fmla="*/ 2 w 20"/>
                  <a:gd name="T27" fmla="*/ 31 h 42"/>
                  <a:gd name="T28" fmla="*/ 2 w 20"/>
                  <a:gd name="T29" fmla="*/ 31 h 42"/>
                  <a:gd name="T30" fmla="*/ 0 w 20"/>
                  <a:gd name="T31" fmla="*/ 32 h 42"/>
                  <a:gd name="T32" fmla="*/ 0 w 20"/>
                  <a:gd name="T33" fmla="*/ 32 h 42"/>
                  <a:gd name="T34" fmla="*/ 2 w 20"/>
                  <a:gd name="T35" fmla="*/ 32 h 42"/>
                  <a:gd name="T36" fmla="*/ 2 w 20"/>
                  <a:gd name="T37" fmla="*/ 35 h 42"/>
                  <a:gd name="T38" fmla="*/ 14 w 20"/>
                  <a:gd name="T39" fmla="*/ 40 h 42"/>
                  <a:gd name="T40" fmla="*/ 20 w 20"/>
                  <a:gd name="T41" fmla="*/ 42 h 42"/>
                  <a:gd name="T42" fmla="*/ 20 w 20"/>
                  <a:gd name="T43" fmla="*/ 42 h 42"/>
                  <a:gd name="T44" fmla="*/ 20 w 20"/>
                  <a:gd name="T45" fmla="*/ 35 h 42"/>
                  <a:gd name="T46" fmla="*/ 20 w 20"/>
                  <a:gd name="T47" fmla="*/ 35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" h="42">
                    <a:moveTo>
                      <a:pt x="20" y="35"/>
                    </a:moveTo>
                    <a:lnTo>
                      <a:pt x="20" y="35"/>
                    </a:lnTo>
                    <a:lnTo>
                      <a:pt x="16" y="14"/>
                    </a:lnTo>
                    <a:lnTo>
                      <a:pt x="16" y="14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17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0" y="32"/>
                    </a:lnTo>
                    <a:lnTo>
                      <a:pt x="0" y="32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14" y="40"/>
                    </a:lnTo>
                    <a:lnTo>
                      <a:pt x="20" y="42"/>
                    </a:lnTo>
                    <a:lnTo>
                      <a:pt x="20" y="42"/>
                    </a:lnTo>
                    <a:lnTo>
                      <a:pt x="20" y="35"/>
                    </a:lnTo>
                    <a:lnTo>
                      <a:pt x="20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2089063" y="4462416"/>
              <a:ext cx="1114785" cy="1371718"/>
              <a:chOff x="1328738" y="1827213"/>
              <a:chExt cx="1260475" cy="1550987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46" name="Freeform 45"/>
              <p:cNvSpPr>
                <a:spLocks/>
              </p:cNvSpPr>
              <p:nvPr/>
            </p:nvSpPr>
            <p:spPr bwMode="auto">
              <a:xfrm>
                <a:off x="1762126" y="1895475"/>
                <a:ext cx="714375" cy="1482725"/>
              </a:xfrm>
              <a:custGeom>
                <a:avLst/>
                <a:gdLst>
                  <a:gd name="T0" fmla="*/ 437 w 450"/>
                  <a:gd name="T1" fmla="*/ 177 h 934"/>
                  <a:gd name="T2" fmla="*/ 379 w 450"/>
                  <a:gd name="T3" fmla="*/ 134 h 934"/>
                  <a:gd name="T4" fmla="*/ 369 w 450"/>
                  <a:gd name="T5" fmla="*/ 117 h 934"/>
                  <a:gd name="T6" fmla="*/ 391 w 450"/>
                  <a:gd name="T7" fmla="*/ 49 h 934"/>
                  <a:gd name="T8" fmla="*/ 365 w 450"/>
                  <a:gd name="T9" fmla="*/ 7 h 934"/>
                  <a:gd name="T10" fmla="*/ 309 w 450"/>
                  <a:gd name="T11" fmla="*/ 1 h 934"/>
                  <a:gd name="T12" fmla="*/ 292 w 450"/>
                  <a:gd name="T13" fmla="*/ 27 h 934"/>
                  <a:gd name="T14" fmla="*/ 286 w 450"/>
                  <a:gd name="T15" fmla="*/ 52 h 934"/>
                  <a:gd name="T16" fmla="*/ 289 w 450"/>
                  <a:gd name="T17" fmla="*/ 69 h 934"/>
                  <a:gd name="T18" fmla="*/ 286 w 450"/>
                  <a:gd name="T19" fmla="*/ 88 h 934"/>
                  <a:gd name="T20" fmla="*/ 292 w 450"/>
                  <a:gd name="T21" fmla="*/ 114 h 934"/>
                  <a:gd name="T22" fmla="*/ 309 w 450"/>
                  <a:gd name="T23" fmla="*/ 134 h 934"/>
                  <a:gd name="T24" fmla="*/ 299 w 450"/>
                  <a:gd name="T25" fmla="*/ 146 h 934"/>
                  <a:gd name="T26" fmla="*/ 240 w 450"/>
                  <a:gd name="T27" fmla="*/ 172 h 934"/>
                  <a:gd name="T28" fmla="*/ 205 w 450"/>
                  <a:gd name="T29" fmla="*/ 209 h 934"/>
                  <a:gd name="T30" fmla="*/ 188 w 450"/>
                  <a:gd name="T31" fmla="*/ 223 h 934"/>
                  <a:gd name="T32" fmla="*/ 168 w 450"/>
                  <a:gd name="T33" fmla="*/ 243 h 934"/>
                  <a:gd name="T34" fmla="*/ 100 w 450"/>
                  <a:gd name="T35" fmla="*/ 268 h 934"/>
                  <a:gd name="T36" fmla="*/ 60 w 450"/>
                  <a:gd name="T37" fmla="*/ 283 h 934"/>
                  <a:gd name="T38" fmla="*/ 30 w 450"/>
                  <a:gd name="T39" fmla="*/ 290 h 934"/>
                  <a:gd name="T40" fmla="*/ 3 w 450"/>
                  <a:gd name="T41" fmla="*/ 310 h 934"/>
                  <a:gd name="T42" fmla="*/ 10 w 450"/>
                  <a:gd name="T43" fmla="*/ 317 h 934"/>
                  <a:gd name="T44" fmla="*/ 15 w 450"/>
                  <a:gd name="T45" fmla="*/ 325 h 934"/>
                  <a:gd name="T46" fmla="*/ 18 w 450"/>
                  <a:gd name="T47" fmla="*/ 340 h 934"/>
                  <a:gd name="T48" fmla="*/ 20 w 450"/>
                  <a:gd name="T49" fmla="*/ 351 h 934"/>
                  <a:gd name="T50" fmla="*/ 27 w 450"/>
                  <a:gd name="T51" fmla="*/ 357 h 934"/>
                  <a:gd name="T52" fmla="*/ 40 w 450"/>
                  <a:gd name="T53" fmla="*/ 348 h 934"/>
                  <a:gd name="T54" fmla="*/ 52 w 450"/>
                  <a:gd name="T55" fmla="*/ 345 h 934"/>
                  <a:gd name="T56" fmla="*/ 83 w 450"/>
                  <a:gd name="T57" fmla="*/ 340 h 934"/>
                  <a:gd name="T58" fmla="*/ 186 w 450"/>
                  <a:gd name="T59" fmla="*/ 285 h 934"/>
                  <a:gd name="T60" fmla="*/ 238 w 450"/>
                  <a:gd name="T61" fmla="*/ 263 h 934"/>
                  <a:gd name="T62" fmla="*/ 226 w 450"/>
                  <a:gd name="T63" fmla="*/ 416 h 934"/>
                  <a:gd name="T64" fmla="*/ 234 w 450"/>
                  <a:gd name="T65" fmla="*/ 488 h 934"/>
                  <a:gd name="T66" fmla="*/ 237 w 450"/>
                  <a:gd name="T67" fmla="*/ 596 h 934"/>
                  <a:gd name="T68" fmla="*/ 251 w 450"/>
                  <a:gd name="T69" fmla="*/ 803 h 934"/>
                  <a:gd name="T70" fmla="*/ 237 w 450"/>
                  <a:gd name="T71" fmla="*/ 848 h 934"/>
                  <a:gd name="T72" fmla="*/ 235 w 450"/>
                  <a:gd name="T73" fmla="*/ 863 h 934"/>
                  <a:gd name="T74" fmla="*/ 228 w 450"/>
                  <a:gd name="T75" fmla="*/ 881 h 934"/>
                  <a:gd name="T76" fmla="*/ 197 w 450"/>
                  <a:gd name="T77" fmla="*/ 914 h 934"/>
                  <a:gd name="T78" fmla="*/ 232 w 450"/>
                  <a:gd name="T79" fmla="*/ 931 h 934"/>
                  <a:gd name="T80" fmla="*/ 269 w 450"/>
                  <a:gd name="T81" fmla="*/ 905 h 934"/>
                  <a:gd name="T82" fmla="*/ 308 w 450"/>
                  <a:gd name="T83" fmla="*/ 891 h 934"/>
                  <a:gd name="T84" fmla="*/ 316 w 450"/>
                  <a:gd name="T85" fmla="*/ 841 h 934"/>
                  <a:gd name="T86" fmla="*/ 322 w 450"/>
                  <a:gd name="T87" fmla="*/ 720 h 934"/>
                  <a:gd name="T88" fmla="*/ 331 w 450"/>
                  <a:gd name="T89" fmla="*/ 596 h 934"/>
                  <a:gd name="T90" fmla="*/ 377 w 450"/>
                  <a:gd name="T91" fmla="*/ 795 h 934"/>
                  <a:gd name="T92" fmla="*/ 371 w 450"/>
                  <a:gd name="T93" fmla="*/ 848 h 934"/>
                  <a:gd name="T94" fmla="*/ 374 w 450"/>
                  <a:gd name="T95" fmla="*/ 866 h 934"/>
                  <a:gd name="T96" fmla="*/ 382 w 450"/>
                  <a:gd name="T97" fmla="*/ 881 h 934"/>
                  <a:gd name="T98" fmla="*/ 363 w 450"/>
                  <a:gd name="T99" fmla="*/ 900 h 934"/>
                  <a:gd name="T100" fmla="*/ 366 w 450"/>
                  <a:gd name="T101" fmla="*/ 931 h 934"/>
                  <a:gd name="T102" fmla="*/ 403 w 450"/>
                  <a:gd name="T103" fmla="*/ 926 h 934"/>
                  <a:gd name="T104" fmla="*/ 431 w 450"/>
                  <a:gd name="T105" fmla="*/ 911 h 934"/>
                  <a:gd name="T106" fmla="*/ 433 w 450"/>
                  <a:gd name="T107" fmla="*/ 891 h 934"/>
                  <a:gd name="T108" fmla="*/ 447 w 450"/>
                  <a:gd name="T109" fmla="*/ 871 h 934"/>
                  <a:gd name="T110" fmla="*/ 443 w 450"/>
                  <a:gd name="T111" fmla="*/ 831 h 934"/>
                  <a:gd name="T112" fmla="*/ 436 w 450"/>
                  <a:gd name="T113" fmla="*/ 726 h 934"/>
                  <a:gd name="T114" fmla="*/ 417 w 450"/>
                  <a:gd name="T115" fmla="*/ 561 h 934"/>
                  <a:gd name="T116" fmla="*/ 416 w 450"/>
                  <a:gd name="T117" fmla="*/ 456 h 934"/>
                  <a:gd name="T118" fmla="*/ 436 w 450"/>
                  <a:gd name="T119" fmla="*/ 373 h 934"/>
                  <a:gd name="T120" fmla="*/ 448 w 450"/>
                  <a:gd name="T121" fmla="*/ 280 h 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50" h="934">
                    <a:moveTo>
                      <a:pt x="448" y="209"/>
                    </a:moveTo>
                    <a:lnTo>
                      <a:pt x="448" y="209"/>
                    </a:lnTo>
                    <a:lnTo>
                      <a:pt x="447" y="197"/>
                    </a:lnTo>
                    <a:lnTo>
                      <a:pt x="445" y="188"/>
                    </a:lnTo>
                    <a:lnTo>
                      <a:pt x="442" y="182"/>
                    </a:lnTo>
                    <a:lnTo>
                      <a:pt x="437" y="177"/>
                    </a:lnTo>
                    <a:lnTo>
                      <a:pt x="437" y="177"/>
                    </a:lnTo>
                    <a:lnTo>
                      <a:pt x="414" y="162"/>
                    </a:lnTo>
                    <a:lnTo>
                      <a:pt x="393" y="149"/>
                    </a:lnTo>
                    <a:lnTo>
                      <a:pt x="393" y="149"/>
                    </a:lnTo>
                    <a:lnTo>
                      <a:pt x="386" y="143"/>
                    </a:lnTo>
                    <a:lnTo>
                      <a:pt x="379" y="134"/>
                    </a:lnTo>
                    <a:lnTo>
                      <a:pt x="379" y="134"/>
                    </a:lnTo>
                    <a:lnTo>
                      <a:pt x="376" y="129"/>
                    </a:lnTo>
                    <a:lnTo>
                      <a:pt x="374" y="126"/>
                    </a:lnTo>
                    <a:lnTo>
                      <a:pt x="371" y="126"/>
                    </a:lnTo>
                    <a:lnTo>
                      <a:pt x="369" y="117"/>
                    </a:lnTo>
                    <a:lnTo>
                      <a:pt x="369" y="117"/>
                    </a:lnTo>
                    <a:lnTo>
                      <a:pt x="371" y="111"/>
                    </a:lnTo>
                    <a:lnTo>
                      <a:pt x="374" y="105"/>
                    </a:lnTo>
                    <a:lnTo>
                      <a:pt x="383" y="85"/>
                    </a:lnTo>
                    <a:lnTo>
                      <a:pt x="388" y="74"/>
                    </a:lnTo>
                    <a:lnTo>
                      <a:pt x="391" y="61"/>
                    </a:lnTo>
                    <a:lnTo>
                      <a:pt x="391" y="49"/>
                    </a:lnTo>
                    <a:lnTo>
                      <a:pt x="390" y="35"/>
                    </a:lnTo>
                    <a:lnTo>
                      <a:pt x="390" y="35"/>
                    </a:lnTo>
                    <a:lnTo>
                      <a:pt x="386" y="29"/>
                    </a:lnTo>
                    <a:lnTo>
                      <a:pt x="383" y="23"/>
                    </a:lnTo>
                    <a:lnTo>
                      <a:pt x="376" y="14"/>
                    </a:lnTo>
                    <a:lnTo>
                      <a:pt x="365" y="7"/>
                    </a:lnTo>
                    <a:lnTo>
                      <a:pt x="356" y="4"/>
                    </a:lnTo>
                    <a:lnTo>
                      <a:pt x="343" y="1"/>
                    </a:lnTo>
                    <a:lnTo>
                      <a:pt x="334" y="0"/>
                    </a:lnTo>
                    <a:lnTo>
                      <a:pt x="316" y="0"/>
                    </a:lnTo>
                    <a:lnTo>
                      <a:pt x="316" y="0"/>
                    </a:lnTo>
                    <a:lnTo>
                      <a:pt x="309" y="1"/>
                    </a:lnTo>
                    <a:lnTo>
                      <a:pt x="303" y="4"/>
                    </a:lnTo>
                    <a:lnTo>
                      <a:pt x="300" y="7"/>
                    </a:lnTo>
                    <a:lnTo>
                      <a:pt x="297" y="12"/>
                    </a:lnTo>
                    <a:lnTo>
                      <a:pt x="294" y="21"/>
                    </a:lnTo>
                    <a:lnTo>
                      <a:pt x="292" y="27"/>
                    </a:lnTo>
                    <a:lnTo>
                      <a:pt x="292" y="27"/>
                    </a:lnTo>
                    <a:lnTo>
                      <a:pt x="292" y="32"/>
                    </a:lnTo>
                    <a:lnTo>
                      <a:pt x="291" y="37"/>
                    </a:lnTo>
                    <a:lnTo>
                      <a:pt x="289" y="43"/>
                    </a:lnTo>
                    <a:lnTo>
                      <a:pt x="289" y="43"/>
                    </a:lnTo>
                    <a:lnTo>
                      <a:pt x="288" y="48"/>
                    </a:lnTo>
                    <a:lnTo>
                      <a:pt x="286" y="52"/>
                    </a:lnTo>
                    <a:lnTo>
                      <a:pt x="286" y="52"/>
                    </a:lnTo>
                    <a:lnTo>
                      <a:pt x="286" y="57"/>
                    </a:lnTo>
                    <a:lnTo>
                      <a:pt x="288" y="61"/>
                    </a:lnTo>
                    <a:lnTo>
                      <a:pt x="288" y="61"/>
                    </a:lnTo>
                    <a:lnTo>
                      <a:pt x="289" y="66"/>
                    </a:lnTo>
                    <a:lnTo>
                      <a:pt x="289" y="69"/>
                    </a:lnTo>
                    <a:lnTo>
                      <a:pt x="289" y="69"/>
                    </a:lnTo>
                    <a:lnTo>
                      <a:pt x="285" y="74"/>
                    </a:lnTo>
                    <a:lnTo>
                      <a:pt x="285" y="77"/>
                    </a:lnTo>
                    <a:lnTo>
                      <a:pt x="285" y="80"/>
                    </a:lnTo>
                    <a:lnTo>
                      <a:pt x="285" y="80"/>
                    </a:lnTo>
                    <a:lnTo>
                      <a:pt x="286" y="88"/>
                    </a:lnTo>
                    <a:lnTo>
                      <a:pt x="286" y="88"/>
                    </a:lnTo>
                    <a:lnTo>
                      <a:pt x="286" y="92"/>
                    </a:lnTo>
                    <a:lnTo>
                      <a:pt x="289" y="100"/>
                    </a:lnTo>
                    <a:lnTo>
                      <a:pt x="289" y="100"/>
                    </a:lnTo>
                    <a:lnTo>
                      <a:pt x="291" y="108"/>
                    </a:lnTo>
                    <a:lnTo>
                      <a:pt x="292" y="114"/>
                    </a:lnTo>
                    <a:lnTo>
                      <a:pt x="292" y="118"/>
                    </a:lnTo>
                    <a:lnTo>
                      <a:pt x="294" y="123"/>
                    </a:lnTo>
                    <a:lnTo>
                      <a:pt x="294" y="123"/>
                    </a:lnTo>
                    <a:lnTo>
                      <a:pt x="299" y="126"/>
                    </a:lnTo>
                    <a:lnTo>
                      <a:pt x="303" y="129"/>
                    </a:lnTo>
                    <a:lnTo>
                      <a:pt x="309" y="134"/>
                    </a:lnTo>
                    <a:lnTo>
                      <a:pt x="309" y="134"/>
                    </a:lnTo>
                    <a:lnTo>
                      <a:pt x="309" y="135"/>
                    </a:lnTo>
                    <a:lnTo>
                      <a:pt x="306" y="140"/>
                    </a:lnTo>
                    <a:lnTo>
                      <a:pt x="303" y="143"/>
                    </a:lnTo>
                    <a:lnTo>
                      <a:pt x="299" y="146"/>
                    </a:lnTo>
                    <a:lnTo>
                      <a:pt x="299" y="146"/>
                    </a:lnTo>
                    <a:lnTo>
                      <a:pt x="279" y="152"/>
                    </a:lnTo>
                    <a:lnTo>
                      <a:pt x="255" y="157"/>
                    </a:lnTo>
                    <a:lnTo>
                      <a:pt x="255" y="157"/>
                    </a:lnTo>
                    <a:lnTo>
                      <a:pt x="252" y="158"/>
                    </a:lnTo>
                    <a:lnTo>
                      <a:pt x="248" y="162"/>
                    </a:lnTo>
                    <a:lnTo>
                      <a:pt x="240" y="172"/>
                    </a:lnTo>
                    <a:lnTo>
                      <a:pt x="226" y="191"/>
                    </a:lnTo>
                    <a:lnTo>
                      <a:pt x="226" y="191"/>
                    </a:lnTo>
                    <a:lnTo>
                      <a:pt x="217" y="202"/>
                    </a:lnTo>
                    <a:lnTo>
                      <a:pt x="211" y="208"/>
                    </a:lnTo>
                    <a:lnTo>
                      <a:pt x="205" y="209"/>
                    </a:lnTo>
                    <a:lnTo>
                      <a:pt x="205" y="209"/>
                    </a:lnTo>
                    <a:lnTo>
                      <a:pt x="198" y="212"/>
                    </a:lnTo>
                    <a:lnTo>
                      <a:pt x="194" y="217"/>
                    </a:lnTo>
                    <a:lnTo>
                      <a:pt x="188" y="225"/>
                    </a:lnTo>
                    <a:lnTo>
                      <a:pt x="188" y="225"/>
                    </a:lnTo>
                    <a:lnTo>
                      <a:pt x="188" y="223"/>
                    </a:lnTo>
                    <a:lnTo>
                      <a:pt x="188" y="223"/>
                    </a:lnTo>
                    <a:lnTo>
                      <a:pt x="188" y="225"/>
                    </a:lnTo>
                    <a:lnTo>
                      <a:pt x="188" y="225"/>
                    </a:lnTo>
                    <a:lnTo>
                      <a:pt x="183" y="226"/>
                    </a:lnTo>
                    <a:lnTo>
                      <a:pt x="180" y="229"/>
                    </a:lnTo>
                    <a:lnTo>
                      <a:pt x="174" y="239"/>
                    </a:lnTo>
                    <a:lnTo>
                      <a:pt x="168" y="243"/>
                    </a:lnTo>
                    <a:lnTo>
                      <a:pt x="161" y="249"/>
                    </a:lnTo>
                    <a:lnTo>
                      <a:pt x="151" y="254"/>
                    </a:lnTo>
                    <a:lnTo>
                      <a:pt x="138" y="260"/>
                    </a:lnTo>
                    <a:lnTo>
                      <a:pt x="138" y="260"/>
                    </a:lnTo>
                    <a:lnTo>
                      <a:pt x="120" y="263"/>
                    </a:lnTo>
                    <a:lnTo>
                      <a:pt x="100" y="268"/>
                    </a:lnTo>
                    <a:lnTo>
                      <a:pt x="100" y="268"/>
                    </a:lnTo>
                    <a:lnTo>
                      <a:pt x="95" y="271"/>
                    </a:lnTo>
                    <a:lnTo>
                      <a:pt x="89" y="273"/>
                    </a:lnTo>
                    <a:lnTo>
                      <a:pt x="73" y="277"/>
                    </a:lnTo>
                    <a:lnTo>
                      <a:pt x="73" y="277"/>
                    </a:lnTo>
                    <a:lnTo>
                      <a:pt x="60" y="283"/>
                    </a:lnTo>
                    <a:lnTo>
                      <a:pt x="55" y="286"/>
                    </a:lnTo>
                    <a:lnTo>
                      <a:pt x="55" y="286"/>
                    </a:lnTo>
                    <a:lnTo>
                      <a:pt x="47" y="288"/>
                    </a:lnTo>
                    <a:lnTo>
                      <a:pt x="35" y="290"/>
                    </a:lnTo>
                    <a:lnTo>
                      <a:pt x="35" y="290"/>
                    </a:lnTo>
                    <a:lnTo>
                      <a:pt x="30" y="290"/>
                    </a:lnTo>
                    <a:lnTo>
                      <a:pt x="27" y="291"/>
                    </a:lnTo>
                    <a:lnTo>
                      <a:pt x="21" y="296"/>
                    </a:lnTo>
                    <a:lnTo>
                      <a:pt x="21" y="296"/>
                    </a:lnTo>
                    <a:lnTo>
                      <a:pt x="13" y="302"/>
                    </a:lnTo>
                    <a:lnTo>
                      <a:pt x="3" y="310"/>
                    </a:lnTo>
                    <a:lnTo>
                      <a:pt x="3" y="310"/>
                    </a:lnTo>
                    <a:lnTo>
                      <a:pt x="1" y="311"/>
                    </a:lnTo>
                    <a:lnTo>
                      <a:pt x="0" y="314"/>
                    </a:lnTo>
                    <a:lnTo>
                      <a:pt x="0" y="316"/>
                    </a:lnTo>
                    <a:lnTo>
                      <a:pt x="1" y="317"/>
                    </a:lnTo>
                    <a:lnTo>
                      <a:pt x="6" y="319"/>
                    </a:lnTo>
                    <a:lnTo>
                      <a:pt x="10" y="317"/>
                    </a:lnTo>
                    <a:lnTo>
                      <a:pt x="10" y="317"/>
                    </a:lnTo>
                    <a:lnTo>
                      <a:pt x="20" y="311"/>
                    </a:lnTo>
                    <a:lnTo>
                      <a:pt x="20" y="311"/>
                    </a:lnTo>
                    <a:lnTo>
                      <a:pt x="18" y="319"/>
                    </a:lnTo>
                    <a:lnTo>
                      <a:pt x="18" y="319"/>
                    </a:lnTo>
                    <a:lnTo>
                      <a:pt x="15" y="325"/>
                    </a:lnTo>
                    <a:lnTo>
                      <a:pt x="12" y="333"/>
                    </a:lnTo>
                    <a:lnTo>
                      <a:pt x="12" y="333"/>
                    </a:lnTo>
                    <a:lnTo>
                      <a:pt x="10" y="336"/>
                    </a:lnTo>
                    <a:lnTo>
                      <a:pt x="10" y="337"/>
                    </a:lnTo>
                    <a:lnTo>
                      <a:pt x="13" y="339"/>
                    </a:lnTo>
                    <a:lnTo>
                      <a:pt x="18" y="340"/>
                    </a:lnTo>
                    <a:lnTo>
                      <a:pt x="18" y="340"/>
                    </a:lnTo>
                    <a:lnTo>
                      <a:pt x="16" y="342"/>
                    </a:lnTo>
                    <a:lnTo>
                      <a:pt x="16" y="345"/>
                    </a:lnTo>
                    <a:lnTo>
                      <a:pt x="18" y="348"/>
                    </a:lnTo>
                    <a:lnTo>
                      <a:pt x="18" y="348"/>
                    </a:lnTo>
                    <a:lnTo>
                      <a:pt x="20" y="351"/>
                    </a:lnTo>
                    <a:lnTo>
                      <a:pt x="23" y="351"/>
                    </a:lnTo>
                    <a:lnTo>
                      <a:pt x="24" y="348"/>
                    </a:lnTo>
                    <a:lnTo>
                      <a:pt x="24" y="348"/>
                    </a:lnTo>
                    <a:lnTo>
                      <a:pt x="24" y="351"/>
                    </a:lnTo>
                    <a:lnTo>
                      <a:pt x="26" y="353"/>
                    </a:lnTo>
                    <a:lnTo>
                      <a:pt x="27" y="357"/>
                    </a:lnTo>
                    <a:lnTo>
                      <a:pt x="27" y="357"/>
                    </a:lnTo>
                    <a:lnTo>
                      <a:pt x="30" y="357"/>
                    </a:lnTo>
                    <a:lnTo>
                      <a:pt x="32" y="357"/>
                    </a:lnTo>
                    <a:lnTo>
                      <a:pt x="35" y="354"/>
                    </a:lnTo>
                    <a:lnTo>
                      <a:pt x="40" y="348"/>
                    </a:lnTo>
                    <a:lnTo>
                      <a:pt x="40" y="348"/>
                    </a:lnTo>
                    <a:lnTo>
                      <a:pt x="40" y="351"/>
                    </a:lnTo>
                    <a:lnTo>
                      <a:pt x="41" y="351"/>
                    </a:lnTo>
                    <a:lnTo>
                      <a:pt x="44" y="351"/>
                    </a:lnTo>
                    <a:lnTo>
                      <a:pt x="49" y="348"/>
                    </a:lnTo>
                    <a:lnTo>
                      <a:pt x="52" y="345"/>
                    </a:lnTo>
                    <a:lnTo>
                      <a:pt x="52" y="345"/>
                    </a:lnTo>
                    <a:lnTo>
                      <a:pt x="66" y="327"/>
                    </a:lnTo>
                    <a:lnTo>
                      <a:pt x="66" y="327"/>
                    </a:lnTo>
                    <a:lnTo>
                      <a:pt x="72" y="334"/>
                    </a:lnTo>
                    <a:lnTo>
                      <a:pt x="78" y="339"/>
                    </a:lnTo>
                    <a:lnTo>
                      <a:pt x="81" y="340"/>
                    </a:lnTo>
                    <a:lnTo>
                      <a:pt x="83" y="340"/>
                    </a:lnTo>
                    <a:lnTo>
                      <a:pt x="83" y="340"/>
                    </a:lnTo>
                    <a:lnTo>
                      <a:pt x="94" y="334"/>
                    </a:lnTo>
                    <a:lnTo>
                      <a:pt x="112" y="322"/>
                    </a:lnTo>
                    <a:lnTo>
                      <a:pt x="152" y="294"/>
                    </a:lnTo>
                    <a:lnTo>
                      <a:pt x="152" y="294"/>
                    </a:lnTo>
                    <a:lnTo>
                      <a:pt x="186" y="285"/>
                    </a:lnTo>
                    <a:lnTo>
                      <a:pt x="186" y="285"/>
                    </a:lnTo>
                    <a:lnTo>
                      <a:pt x="195" y="282"/>
                    </a:lnTo>
                    <a:lnTo>
                      <a:pt x="205" y="280"/>
                    </a:lnTo>
                    <a:lnTo>
                      <a:pt x="221" y="273"/>
                    </a:lnTo>
                    <a:lnTo>
                      <a:pt x="238" y="263"/>
                    </a:lnTo>
                    <a:lnTo>
                      <a:pt x="238" y="263"/>
                    </a:lnTo>
                    <a:lnTo>
                      <a:pt x="240" y="279"/>
                    </a:lnTo>
                    <a:lnTo>
                      <a:pt x="240" y="296"/>
                    </a:lnTo>
                    <a:lnTo>
                      <a:pt x="238" y="333"/>
                    </a:lnTo>
                    <a:lnTo>
                      <a:pt x="234" y="377"/>
                    </a:lnTo>
                    <a:lnTo>
                      <a:pt x="234" y="377"/>
                    </a:lnTo>
                    <a:lnTo>
                      <a:pt x="226" y="416"/>
                    </a:lnTo>
                    <a:lnTo>
                      <a:pt x="223" y="445"/>
                    </a:lnTo>
                    <a:lnTo>
                      <a:pt x="223" y="465"/>
                    </a:lnTo>
                    <a:lnTo>
                      <a:pt x="225" y="478"/>
                    </a:lnTo>
                    <a:lnTo>
                      <a:pt x="228" y="484"/>
                    </a:lnTo>
                    <a:lnTo>
                      <a:pt x="231" y="488"/>
                    </a:lnTo>
                    <a:lnTo>
                      <a:pt x="234" y="488"/>
                    </a:lnTo>
                    <a:lnTo>
                      <a:pt x="235" y="488"/>
                    </a:lnTo>
                    <a:lnTo>
                      <a:pt x="235" y="488"/>
                    </a:lnTo>
                    <a:lnTo>
                      <a:pt x="234" y="507"/>
                    </a:lnTo>
                    <a:lnTo>
                      <a:pt x="232" y="536"/>
                    </a:lnTo>
                    <a:lnTo>
                      <a:pt x="232" y="536"/>
                    </a:lnTo>
                    <a:lnTo>
                      <a:pt x="237" y="596"/>
                    </a:lnTo>
                    <a:lnTo>
                      <a:pt x="243" y="658"/>
                    </a:lnTo>
                    <a:lnTo>
                      <a:pt x="243" y="658"/>
                    </a:lnTo>
                    <a:lnTo>
                      <a:pt x="248" y="727"/>
                    </a:lnTo>
                    <a:lnTo>
                      <a:pt x="252" y="794"/>
                    </a:lnTo>
                    <a:lnTo>
                      <a:pt x="252" y="794"/>
                    </a:lnTo>
                    <a:lnTo>
                      <a:pt x="251" y="803"/>
                    </a:lnTo>
                    <a:lnTo>
                      <a:pt x="248" y="812"/>
                    </a:lnTo>
                    <a:lnTo>
                      <a:pt x="243" y="826"/>
                    </a:lnTo>
                    <a:lnTo>
                      <a:pt x="243" y="826"/>
                    </a:lnTo>
                    <a:lnTo>
                      <a:pt x="238" y="844"/>
                    </a:lnTo>
                    <a:lnTo>
                      <a:pt x="238" y="844"/>
                    </a:lnTo>
                    <a:lnTo>
                      <a:pt x="237" y="848"/>
                    </a:lnTo>
                    <a:lnTo>
                      <a:pt x="238" y="849"/>
                    </a:lnTo>
                    <a:lnTo>
                      <a:pt x="242" y="855"/>
                    </a:lnTo>
                    <a:lnTo>
                      <a:pt x="242" y="855"/>
                    </a:lnTo>
                    <a:lnTo>
                      <a:pt x="242" y="857"/>
                    </a:lnTo>
                    <a:lnTo>
                      <a:pt x="242" y="858"/>
                    </a:lnTo>
                    <a:lnTo>
                      <a:pt x="235" y="863"/>
                    </a:lnTo>
                    <a:lnTo>
                      <a:pt x="235" y="863"/>
                    </a:lnTo>
                    <a:lnTo>
                      <a:pt x="232" y="866"/>
                    </a:lnTo>
                    <a:lnTo>
                      <a:pt x="231" y="869"/>
                    </a:lnTo>
                    <a:lnTo>
                      <a:pt x="229" y="875"/>
                    </a:lnTo>
                    <a:lnTo>
                      <a:pt x="229" y="875"/>
                    </a:lnTo>
                    <a:lnTo>
                      <a:pt x="228" y="881"/>
                    </a:lnTo>
                    <a:lnTo>
                      <a:pt x="226" y="885"/>
                    </a:lnTo>
                    <a:lnTo>
                      <a:pt x="226" y="885"/>
                    </a:lnTo>
                    <a:lnTo>
                      <a:pt x="212" y="891"/>
                    </a:lnTo>
                    <a:lnTo>
                      <a:pt x="203" y="898"/>
                    </a:lnTo>
                    <a:lnTo>
                      <a:pt x="198" y="908"/>
                    </a:lnTo>
                    <a:lnTo>
                      <a:pt x="197" y="914"/>
                    </a:lnTo>
                    <a:lnTo>
                      <a:pt x="200" y="922"/>
                    </a:lnTo>
                    <a:lnTo>
                      <a:pt x="205" y="926"/>
                    </a:lnTo>
                    <a:lnTo>
                      <a:pt x="212" y="929"/>
                    </a:lnTo>
                    <a:lnTo>
                      <a:pt x="223" y="931"/>
                    </a:lnTo>
                    <a:lnTo>
                      <a:pt x="223" y="931"/>
                    </a:lnTo>
                    <a:lnTo>
                      <a:pt x="232" y="931"/>
                    </a:lnTo>
                    <a:lnTo>
                      <a:pt x="242" y="928"/>
                    </a:lnTo>
                    <a:lnTo>
                      <a:pt x="249" y="923"/>
                    </a:lnTo>
                    <a:lnTo>
                      <a:pt x="257" y="918"/>
                    </a:lnTo>
                    <a:lnTo>
                      <a:pt x="266" y="908"/>
                    </a:lnTo>
                    <a:lnTo>
                      <a:pt x="269" y="905"/>
                    </a:lnTo>
                    <a:lnTo>
                      <a:pt x="269" y="905"/>
                    </a:lnTo>
                    <a:lnTo>
                      <a:pt x="295" y="900"/>
                    </a:lnTo>
                    <a:lnTo>
                      <a:pt x="295" y="900"/>
                    </a:lnTo>
                    <a:lnTo>
                      <a:pt x="302" y="898"/>
                    </a:lnTo>
                    <a:lnTo>
                      <a:pt x="305" y="897"/>
                    </a:lnTo>
                    <a:lnTo>
                      <a:pt x="306" y="894"/>
                    </a:lnTo>
                    <a:lnTo>
                      <a:pt x="308" y="891"/>
                    </a:lnTo>
                    <a:lnTo>
                      <a:pt x="308" y="885"/>
                    </a:lnTo>
                    <a:lnTo>
                      <a:pt x="308" y="881"/>
                    </a:lnTo>
                    <a:lnTo>
                      <a:pt x="308" y="881"/>
                    </a:lnTo>
                    <a:lnTo>
                      <a:pt x="314" y="849"/>
                    </a:lnTo>
                    <a:lnTo>
                      <a:pt x="314" y="849"/>
                    </a:lnTo>
                    <a:lnTo>
                      <a:pt x="316" y="841"/>
                    </a:lnTo>
                    <a:lnTo>
                      <a:pt x="314" y="832"/>
                    </a:lnTo>
                    <a:lnTo>
                      <a:pt x="312" y="811"/>
                    </a:lnTo>
                    <a:lnTo>
                      <a:pt x="312" y="811"/>
                    </a:lnTo>
                    <a:lnTo>
                      <a:pt x="314" y="789"/>
                    </a:lnTo>
                    <a:lnTo>
                      <a:pt x="319" y="755"/>
                    </a:lnTo>
                    <a:lnTo>
                      <a:pt x="322" y="720"/>
                    </a:lnTo>
                    <a:lnTo>
                      <a:pt x="323" y="696"/>
                    </a:lnTo>
                    <a:lnTo>
                      <a:pt x="323" y="696"/>
                    </a:lnTo>
                    <a:lnTo>
                      <a:pt x="325" y="672"/>
                    </a:lnTo>
                    <a:lnTo>
                      <a:pt x="328" y="639"/>
                    </a:lnTo>
                    <a:lnTo>
                      <a:pt x="331" y="596"/>
                    </a:lnTo>
                    <a:lnTo>
                      <a:pt x="331" y="596"/>
                    </a:lnTo>
                    <a:lnTo>
                      <a:pt x="336" y="610"/>
                    </a:lnTo>
                    <a:lnTo>
                      <a:pt x="348" y="643"/>
                    </a:lnTo>
                    <a:lnTo>
                      <a:pt x="348" y="643"/>
                    </a:lnTo>
                    <a:lnTo>
                      <a:pt x="356" y="676"/>
                    </a:lnTo>
                    <a:lnTo>
                      <a:pt x="365" y="726"/>
                    </a:lnTo>
                    <a:lnTo>
                      <a:pt x="377" y="795"/>
                    </a:lnTo>
                    <a:lnTo>
                      <a:pt x="377" y="795"/>
                    </a:lnTo>
                    <a:lnTo>
                      <a:pt x="377" y="804"/>
                    </a:lnTo>
                    <a:lnTo>
                      <a:pt x="376" y="820"/>
                    </a:lnTo>
                    <a:lnTo>
                      <a:pt x="373" y="843"/>
                    </a:lnTo>
                    <a:lnTo>
                      <a:pt x="373" y="843"/>
                    </a:lnTo>
                    <a:lnTo>
                      <a:pt x="371" y="848"/>
                    </a:lnTo>
                    <a:lnTo>
                      <a:pt x="373" y="852"/>
                    </a:lnTo>
                    <a:lnTo>
                      <a:pt x="373" y="852"/>
                    </a:lnTo>
                    <a:lnTo>
                      <a:pt x="374" y="858"/>
                    </a:lnTo>
                    <a:lnTo>
                      <a:pt x="374" y="863"/>
                    </a:lnTo>
                    <a:lnTo>
                      <a:pt x="374" y="863"/>
                    </a:lnTo>
                    <a:lnTo>
                      <a:pt x="374" y="866"/>
                    </a:lnTo>
                    <a:lnTo>
                      <a:pt x="374" y="869"/>
                    </a:lnTo>
                    <a:lnTo>
                      <a:pt x="377" y="874"/>
                    </a:lnTo>
                    <a:lnTo>
                      <a:pt x="377" y="874"/>
                    </a:lnTo>
                    <a:lnTo>
                      <a:pt x="380" y="880"/>
                    </a:lnTo>
                    <a:lnTo>
                      <a:pt x="380" y="880"/>
                    </a:lnTo>
                    <a:lnTo>
                      <a:pt x="382" y="881"/>
                    </a:lnTo>
                    <a:lnTo>
                      <a:pt x="382" y="885"/>
                    </a:lnTo>
                    <a:lnTo>
                      <a:pt x="380" y="886"/>
                    </a:lnTo>
                    <a:lnTo>
                      <a:pt x="379" y="889"/>
                    </a:lnTo>
                    <a:lnTo>
                      <a:pt x="369" y="897"/>
                    </a:lnTo>
                    <a:lnTo>
                      <a:pt x="369" y="897"/>
                    </a:lnTo>
                    <a:lnTo>
                      <a:pt x="363" y="900"/>
                    </a:lnTo>
                    <a:lnTo>
                      <a:pt x="359" y="906"/>
                    </a:lnTo>
                    <a:lnTo>
                      <a:pt x="357" y="912"/>
                    </a:lnTo>
                    <a:lnTo>
                      <a:pt x="356" y="918"/>
                    </a:lnTo>
                    <a:lnTo>
                      <a:pt x="357" y="923"/>
                    </a:lnTo>
                    <a:lnTo>
                      <a:pt x="360" y="928"/>
                    </a:lnTo>
                    <a:lnTo>
                      <a:pt x="366" y="931"/>
                    </a:lnTo>
                    <a:lnTo>
                      <a:pt x="374" y="934"/>
                    </a:lnTo>
                    <a:lnTo>
                      <a:pt x="374" y="934"/>
                    </a:lnTo>
                    <a:lnTo>
                      <a:pt x="382" y="934"/>
                    </a:lnTo>
                    <a:lnTo>
                      <a:pt x="390" y="931"/>
                    </a:lnTo>
                    <a:lnTo>
                      <a:pt x="397" y="929"/>
                    </a:lnTo>
                    <a:lnTo>
                      <a:pt x="403" y="926"/>
                    </a:lnTo>
                    <a:lnTo>
                      <a:pt x="413" y="918"/>
                    </a:lnTo>
                    <a:lnTo>
                      <a:pt x="416" y="917"/>
                    </a:lnTo>
                    <a:lnTo>
                      <a:pt x="416" y="917"/>
                    </a:lnTo>
                    <a:lnTo>
                      <a:pt x="420" y="915"/>
                    </a:lnTo>
                    <a:lnTo>
                      <a:pt x="427" y="914"/>
                    </a:lnTo>
                    <a:lnTo>
                      <a:pt x="431" y="911"/>
                    </a:lnTo>
                    <a:lnTo>
                      <a:pt x="431" y="911"/>
                    </a:lnTo>
                    <a:lnTo>
                      <a:pt x="434" y="908"/>
                    </a:lnTo>
                    <a:lnTo>
                      <a:pt x="436" y="905"/>
                    </a:lnTo>
                    <a:lnTo>
                      <a:pt x="436" y="897"/>
                    </a:lnTo>
                    <a:lnTo>
                      <a:pt x="434" y="892"/>
                    </a:lnTo>
                    <a:lnTo>
                      <a:pt x="433" y="891"/>
                    </a:lnTo>
                    <a:lnTo>
                      <a:pt x="433" y="891"/>
                    </a:lnTo>
                    <a:lnTo>
                      <a:pt x="436" y="886"/>
                    </a:lnTo>
                    <a:lnTo>
                      <a:pt x="440" y="881"/>
                    </a:lnTo>
                    <a:lnTo>
                      <a:pt x="445" y="875"/>
                    </a:lnTo>
                    <a:lnTo>
                      <a:pt x="445" y="875"/>
                    </a:lnTo>
                    <a:lnTo>
                      <a:pt x="447" y="871"/>
                    </a:lnTo>
                    <a:lnTo>
                      <a:pt x="447" y="865"/>
                    </a:lnTo>
                    <a:lnTo>
                      <a:pt x="445" y="852"/>
                    </a:lnTo>
                    <a:lnTo>
                      <a:pt x="442" y="840"/>
                    </a:lnTo>
                    <a:lnTo>
                      <a:pt x="442" y="834"/>
                    </a:lnTo>
                    <a:lnTo>
                      <a:pt x="443" y="831"/>
                    </a:lnTo>
                    <a:lnTo>
                      <a:pt x="443" y="831"/>
                    </a:lnTo>
                    <a:lnTo>
                      <a:pt x="443" y="824"/>
                    </a:lnTo>
                    <a:lnTo>
                      <a:pt x="443" y="812"/>
                    </a:lnTo>
                    <a:lnTo>
                      <a:pt x="440" y="783"/>
                    </a:lnTo>
                    <a:lnTo>
                      <a:pt x="437" y="750"/>
                    </a:lnTo>
                    <a:lnTo>
                      <a:pt x="436" y="726"/>
                    </a:lnTo>
                    <a:lnTo>
                      <a:pt x="436" y="726"/>
                    </a:lnTo>
                    <a:lnTo>
                      <a:pt x="434" y="695"/>
                    </a:lnTo>
                    <a:lnTo>
                      <a:pt x="430" y="647"/>
                    </a:lnTo>
                    <a:lnTo>
                      <a:pt x="423" y="601"/>
                    </a:lnTo>
                    <a:lnTo>
                      <a:pt x="420" y="575"/>
                    </a:lnTo>
                    <a:lnTo>
                      <a:pt x="420" y="575"/>
                    </a:lnTo>
                    <a:lnTo>
                      <a:pt x="417" y="561"/>
                    </a:lnTo>
                    <a:lnTo>
                      <a:pt x="416" y="542"/>
                    </a:lnTo>
                    <a:lnTo>
                      <a:pt x="414" y="516"/>
                    </a:lnTo>
                    <a:lnTo>
                      <a:pt x="414" y="516"/>
                    </a:lnTo>
                    <a:lnTo>
                      <a:pt x="416" y="502"/>
                    </a:lnTo>
                    <a:lnTo>
                      <a:pt x="416" y="485"/>
                    </a:lnTo>
                    <a:lnTo>
                      <a:pt x="416" y="456"/>
                    </a:lnTo>
                    <a:lnTo>
                      <a:pt x="416" y="456"/>
                    </a:lnTo>
                    <a:lnTo>
                      <a:pt x="417" y="444"/>
                    </a:lnTo>
                    <a:lnTo>
                      <a:pt x="423" y="422"/>
                    </a:lnTo>
                    <a:lnTo>
                      <a:pt x="433" y="385"/>
                    </a:lnTo>
                    <a:lnTo>
                      <a:pt x="433" y="385"/>
                    </a:lnTo>
                    <a:lnTo>
                      <a:pt x="436" y="373"/>
                    </a:lnTo>
                    <a:lnTo>
                      <a:pt x="436" y="357"/>
                    </a:lnTo>
                    <a:lnTo>
                      <a:pt x="434" y="337"/>
                    </a:lnTo>
                    <a:lnTo>
                      <a:pt x="434" y="337"/>
                    </a:lnTo>
                    <a:lnTo>
                      <a:pt x="436" y="327"/>
                    </a:lnTo>
                    <a:lnTo>
                      <a:pt x="440" y="310"/>
                    </a:lnTo>
                    <a:lnTo>
                      <a:pt x="448" y="280"/>
                    </a:lnTo>
                    <a:lnTo>
                      <a:pt x="448" y="280"/>
                    </a:lnTo>
                    <a:lnTo>
                      <a:pt x="450" y="268"/>
                    </a:lnTo>
                    <a:lnTo>
                      <a:pt x="450" y="248"/>
                    </a:lnTo>
                    <a:lnTo>
                      <a:pt x="448" y="209"/>
                    </a:lnTo>
                    <a:lnTo>
                      <a:pt x="448" y="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6"/>
              <p:cNvSpPr>
                <a:spLocks/>
              </p:cNvSpPr>
              <p:nvPr/>
            </p:nvSpPr>
            <p:spPr bwMode="auto">
              <a:xfrm>
                <a:off x="1328738" y="2027238"/>
                <a:ext cx="530225" cy="1333500"/>
              </a:xfrm>
              <a:custGeom>
                <a:avLst/>
                <a:gdLst>
                  <a:gd name="T0" fmla="*/ 320 w 334"/>
                  <a:gd name="T1" fmla="*/ 254 h 840"/>
                  <a:gd name="T2" fmla="*/ 333 w 334"/>
                  <a:gd name="T3" fmla="*/ 253 h 840"/>
                  <a:gd name="T4" fmla="*/ 331 w 334"/>
                  <a:gd name="T5" fmla="*/ 244 h 840"/>
                  <a:gd name="T6" fmla="*/ 313 w 334"/>
                  <a:gd name="T7" fmla="*/ 237 h 840"/>
                  <a:gd name="T8" fmla="*/ 300 w 334"/>
                  <a:gd name="T9" fmla="*/ 223 h 840"/>
                  <a:gd name="T10" fmla="*/ 311 w 334"/>
                  <a:gd name="T11" fmla="*/ 231 h 840"/>
                  <a:gd name="T12" fmla="*/ 326 w 334"/>
                  <a:gd name="T13" fmla="*/ 228 h 840"/>
                  <a:gd name="T14" fmla="*/ 308 w 334"/>
                  <a:gd name="T15" fmla="*/ 216 h 840"/>
                  <a:gd name="T16" fmla="*/ 282 w 334"/>
                  <a:gd name="T17" fmla="*/ 210 h 840"/>
                  <a:gd name="T18" fmla="*/ 252 w 334"/>
                  <a:gd name="T19" fmla="*/ 210 h 840"/>
                  <a:gd name="T20" fmla="*/ 205 w 334"/>
                  <a:gd name="T21" fmla="*/ 203 h 840"/>
                  <a:gd name="T22" fmla="*/ 154 w 334"/>
                  <a:gd name="T23" fmla="*/ 194 h 840"/>
                  <a:gd name="T24" fmla="*/ 149 w 334"/>
                  <a:gd name="T25" fmla="*/ 156 h 840"/>
                  <a:gd name="T26" fmla="*/ 131 w 334"/>
                  <a:gd name="T27" fmla="*/ 79 h 840"/>
                  <a:gd name="T28" fmla="*/ 94 w 334"/>
                  <a:gd name="T29" fmla="*/ 26 h 840"/>
                  <a:gd name="T30" fmla="*/ 69 w 334"/>
                  <a:gd name="T31" fmla="*/ 5 h 840"/>
                  <a:gd name="T32" fmla="*/ 54 w 334"/>
                  <a:gd name="T33" fmla="*/ 8 h 840"/>
                  <a:gd name="T34" fmla="*/ 24 w 334"/>
                  <a:gd name="T35" fmla="*/ 48 h 840"/>
                  <a:gd name="T36" fmla="*/ 6 w 334"/>
                  <a:gd name="T37" fmla="*/ 77 h 840"/>
                  <a:gd name="T38" fmla="*/ 0 w 334"/>
                  <a:gd name="T39" fmla="*/ 129 h 840"/>
                  <a:gd name="T40" fmla="*/ 17 w 334"/>
                  <a:gd name="T41" fmla="*/ 213 h 840"/>
                  <a:gd name="T42" fmla="*/ 20 w 334"/>
                  <a:gd name="T43" fmla="*/ 282 h 840"/>
                  <a:gd name="T44" fmla="*/ 12 w 334"/>
                  <a:gd name="T45" fmla="*/ 402 h 840"/>
                  <a:gd name="T46" fmla="*/ 21 w 334"/>
                  <a:gd name="T47" fmla="*/ 424 h 840"/>
                  <a:gd name="T48" fmla="*/ 43 w 334"/>
                  <a:gd name="T49" fmla="*/ 459 h 840"/>
                  <a:gd name="T50" fmla="*/ 47 w 334"/>
                  <a:gd name="T51" fmla="*/ 519 h 840"/>
                  <a:gd name="T52" fmla="*/ 54 w 334"/>
                  <a:gd name="T53" fmla="*/ 558 h 840"/>
                  <a:gd name="T54" fmla="*/ 51 w 334"/>
                  <a:gd name="T55" fmla="*/ 663 h 840"/>
                  <a:gd name="T56" fmla="*/ 49 w 334"/>
                  <a:gd name="T57" fmla="*/ 769 h 840"/>
                  <a:gd name="T58" fmla="*/ 55 w 334"/>
                  <a:gd name="T59" fmla="*/ 792 h 840"/>
                  <a:gd name="T60" fmla="*/ 51 w 334"/>
                  <a:gd name="T61" fmla="*/ 811 h 840"/>
                  <a:gd name="T62" fmla="*/ 84 w 334"/>
                  <a:gd name="T63" fmla="*/ 837 h 840"/>
                  <a:gd name="T64" fmla="*/ 114 w 334"/>
                  <a:gd name="T65" fmla="*/ 840 h 840"/>
                  <a:gd name="T66" fmla="*/ 160 w 334"/>
                  <a:gd name="T67" fmla="*/ 837 h 840"/>
                  <a:gd name="T68" fmla="*/ 171 w 334"/>
                  <a:gd name="T69" fmla="*/ 825 h 840"/>
                  <a:gd name="T70" fmla="*/ 158 w 334"/>
                  <a:gd name="T71" fmla="*/ 812 h 840"/>
                  <a:gd name="T72" fmla="*/ 125 w 334"/>
                  <a:gd name="T73" fmla="*/ 802 h 840"/>
                  <a:gd name="T74" fmla="*/ 125 w 334"/>
                  <a:gd name="T75" fmla="*/ 782 h 840"/>
                  <a:gd name="T76" fmla="*/ 134 w 334"/>
                  <a:gd name="T77" fmla="*/ 768 h 840"/>
                  <a:gd name="T78" fmla="*/ 132 w 334"/>
                  <a:gd name="T79" fmla="*/ 715 h 840"/>
                  <a:gd name="T80" fmla="*/ 143 w 334"/>
                  <a:gd name="T81" fmla="*/ 593 h 840"/>
                  <a:gd name="T82" fmla="*/ 146 w 334"/>
                  <a:gd name="T83" fmla="*/ 502 h 840"/>
                  <a:gd name="T84" fmla="*/ 162 w 334"/>
                  <a:gd name="T85" fmla="*/ 429 h 840"/>
                  <a:gd name="T86" fmla="*/ 171 w 334"/>
                  <a:gd name="T87" fmla="*/ 402 h 840"/>
                  <a:gd name="T88" fmla="*/ 174 w 334"/>
                  <a:gd name="T89" fmla="*/ 392 h 840"/>
                  <a:gd name="T90" fmla="*/ 163 w 334"/>
                  <a:gd name="T91" fmla="*/ 282 h 840"/>
                  <a:gd name="T92" fmla="*/ 246 w 334"/>
                  <a:gd name="T93" fmla="*/ 248 h 840"/>
                  <a:gd name="T94" fmla="*/ 257 w 334"/>
                  <a:gd name="T95" fmla="*/ 253 h 840"/>
                  <a:gd name="T96" fmla="*/ 282 w 334"/>
                  <a:gd name="T97" fmla="*/ 276 h 840"/>
                  <a:gd name="T98" fmla="*/ 293 w 334"/>
                  <a:gd name="T99" fmla="*/ 279 h 840"/>
                  <a:gd name="T100" fmla="*/ 296 w 334"/>
                  <a:gd name="T101" fmla="*/ 274 h 840"/>
                  <a:gd name="T102" fmla="*/ 320 w 334"/>
                  <a:gd name="T103" fmla="*/ 276 h 840"/>
                  <a:gd name="T104" fmla="*/ 317 w 334"/>
                  <a:gd name="T105" fmla="*/ 270 h 840"/>
                  <a:gd name="T106" fmla="*/ 313 w 334"/>
                  <a:gd name="T107" fmla="*/ 268 h 840"/>
                  <a:gd name="T108" fmla="*/ 333 w 334"/>
                  <a:gd name="T109" fmla="*/ 268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34" h="840">
                    <a:moveTo>
                      <a:pt x="334" y="262"/>
                    </a:moveTo>
                    <a:lnTo>
                      <a:pt x="334" y="262"/>
                    </a:lnTo>
                    <a:lnTo>
                      <a:pt x="331" y="259"/>
                    </a:lnTo>
                    <a:lnTo>
                      <a:pt x="320" y="254"/>
                    </a:lnTo>
                    <a:lnTo>
                      <a:pt x="320" y="254"/>
                    </a:lnTo>
                    <a:lnTo>
                      <a:pt x="326" y="256"/>
                    </a:lnTo>
                    <a:lnTo>
                      <a:pt x="331" y="254"/>
                    </a:lnTo>
                    <a:lnTo>
                      <a:pt x="333" y="253"/>
                    </a:lnTo>
                    <a:lnTo>
                      <a:pt x="334" y="251"/>
                    </a:lnTo>
                    <a:lnTo>
                      <a:pt x="334" y="251"/>
                    </a:lnTo>
                    <a:lnTo>
                      <a:pt x="334" y="247"/>
                    </a:lnTo>
                    <a:lnTo>
                      <a:pt x="331" y="244"/>
                    </a:lnTo>
                    <a:lnTo>
                      <a:pt x="326" y="242"/>
                    </a:lnTo>
                    <a:lnTo>
                      <a:pt x="320" y="240"/>
                    </a:lnTo>
                    <a:lnTo>
                      <a:pt x="320" y="240"/>
                    </a:lnTo>
                    <a:lnTo>
                      <a:pt x="313" y="237"/>
                    </a:lnTo>
                    <a:lnTo>
                      <a:pt x="308" y="233"/>
                    </a:lnTo>
                    <a:lnTo>
                      <a:pt x="308" y="233"/>
                    </a:lnTo>
                    <a:lnTo>
                      <a:pt x="302" y="227"/>
                    </a:lnTo>
                    <a:lnTo>
                      <a:pt x="300" y="223"/>
                    </a:lnTo>
                    <a:lnTo>
                      <a:pt x="300" y="223"/>
                    </a:lnTo>
                    <a:lnTo>
                      <a:pt x="303" y="225"/>
                    </a:lnTo>
                    <a:lnTo>
                      <a:pt x="311" y="231"/>
                    </a:lnTo>
                    <a:lnTo>
                      <a:pt x="311" y="231"/>
                    </a:lnTo>
                    <a:lnTo>
                      <a:pt x="317" y="233"/>
                    </a:lnTo>
                    <a:lnTo>
                      <a:pt x="322" y="231"/>
                    </a:lnTo>
                    <a:lnTo>
                      <a:pt x="325" y="231"/>
                    </a:lnTo>
                    <a:lnTo>
                      <a:pt x="326" y="228"/>
                    </a:lnTo>
                    <a:lnTo>
                      <a:pt x="326" y="228"/>
                    </a:lnTo>
                    <a:lnTo>
                      <a:pt x="325" y="227"/>
                    </a:lnTo>
                    <a:lnTo>
                      <a:pt x="322" y="223"/>
                    </a:lnTo>
                    <a:lnTo>
                      <a:pt x="308" y="216"/>
                    </a:lnTo>
                    <a:lnTo>
                      <a:pt x="308" y="216"/>
                    </a:lnTo>
                    <a:lnTo>
                      <a:pt x="299" y="213"/>
                    </a:lnTo>
                    <a:lnTo>
                      <a:pt x="291" y="211"/>
                    </a:lnTo>
                    <a:lnTo>
                      <a:pt x="282" y="210"/>
                    </a:lnTo>
                    <a:lnTo>
                      <a:pt x="282" y="210"/>
                    </a:lnTo>
                    <a:lnTo>
                      <a:pt x="266" y="210"/>
                    </a:lnTo>
                    <a:lnTo>
                      <a:pt x="254" y="211"/>
                    </a:lnTo>
                    <a:lnTo>
                      <a:pt x="252" y="210"/>
                    </a:lnTo>
                    <a:lnTo>
                      <a:pt x="252" y="210"/>
                    </a:lnTo>
                    <a:lnTo>
                      <a:pt x="232" y="207"/>
                    </a:lnTo>
                    <a:lnTo>
                      <a:pt x="205" y="203"/>
                    </a:lnTo>
                    <a:lnTo>
                      <a:pt x="205" y="203"/>
                    </a:lnTo>
                    <a:lnTo>
                      <a:pt x="177" y="199"/>
                    </a:lnTo>
                    <a:lnTo>
                      <a:pt x="155" y="194"/>
                    </a:lnTo>
                    <a:lnTo>
                      <a:pt x="155" y="194"/>
                    </a:lnTo>
                    <a:lnTo>
                      <a:pt x="154" y="194"/>
                    </a:lnTo>
                    <a:lnTo>
                      <a:pt x="154" y="193"/>
                    </a:lnTo>
                    <a:lnTo>
                      <a:pt x="151" y="182"/>
                    </a:lnTo>
                    <a:lnTo>
                      <a:pt x="149" y="156"/>
                    </a:lnTo>
                    <a:lnTo>
                      <a:pt x="149" y="156"/>
                    </a:lnTo>
                    <a:lnTo>
                      <a:pt x="148" y="142"/>
                    </a:lnTo>
                    <a:lnTo>
                      <a:pt x="145" y="128"/>
                    </a:lnTo>
                    <a:lnTo>
                      <a:pt x="138" y="102"/>
                    </a:lnTo>
                    <a:lnTo>
                      <a:pt x="131" y="79"/>
                    </a:lnTo>
                    <a:lnTo>
                      <a:pt x="123" y="62"/>
                    </a:lnTo>
                    <a:lnTo>
                      <a:pt x="123" y="62"/>
                    </a:lnTo>
                    <a:lnTo>
                      <a:pt x="103" y="37"/>
                    </a:lnTo>
                    <a:lnTo>
                      <a:pt x="94" y="26"/>
                    </a:lnTo>
                    <a:lnTo>
                      <a:pt x="86" y="17"/>
                    </a:lnTo>
                    <a:lnTo>
                      <a:pt x="86" y="17"/>
                    </a:lnTo>
                    <a:lnTo>
                      <a:pt x="77" y="9"/>
                    </a:lnTo>
                    <a:lnTo>
                      <a:pt x="69" y="5"/>
                    </a:lnTo>
                    <a:lnTo>
                      <a:pt x="57" y="0"/>
                    </a:lnTo>
                    <a:lnTo>
                      <a:pt x="57" y="0"/>
                    </a:lnTo>
                    <a:lnTo>
                      <a:pt x="54" y="8"/>
                    </a:lnTo>
                    <a:lnTo>
                      <a:pt x="54" y="8"/>
                    </a:lnTo>
                    <a:lnTo>
                      <a:pt x="51" y="12"/>
                    </a:lnTo>
                    <a:lnTo>
                      <a:pt x="46" y="23"/>
                    </a:lnTo>
                    <a:lnTo>
                      <a:pt x="37" y="35"/>
                    </a:lnTo>
                    <a:lnTo>
                      <a:pt x="24" y="48"/>
                    </a:lnTo>
                    <a:lnTo>
                      <a:pt x="24" y="48"/>
                    </a:lnTo>
                    <a:lnTo>
                      <a:pt x="17" y="57"/>
                    </a:lnTo>
                    <a:lnTo>
                      <a:pt x="12" y="66"/>
                    </a:lnTo>
                    <a:lnTo>
                      <a:pt x="6" y="77"/>
                    </a:lnTo>
                    <a:lnTo>
                      <a:pt x="3" y="91"/>
                    </a:lnTo>
                    <a:lnTo>
                      <a:pt x="1" y="103"/>
                    </a:lnTo>
                    <a:lnTo>
                      <a:pt x="0" y="117"/>
                    </a:lnTo>
                    <a:lnTo>
                      <a:pt x="0" y="129"/>
                    </a:lnTo>
                    <a:lnTo>
                      <a:pt x="1" y="143"/>
                    </a:lnTo>
                    <a:lnTo>
                      <a:pt x="1" y="143"/>
                    </a:lnTo>
                    <a:lnTo>
                      <a:pt x="12" y="188"/>
                    </a:lnTo>
                    <a:lnTo>
                      <a:pt x="17" y="213"/>
                    </a:lnTo>
                    <a:lnTo>
                      <a:pt x="20" y="242"/>
                    </a:lnTo>
                    <a:lnTo>
                      <a:pt x="20" y="242"/>
                    </a:lnTo>
                    <a:lnTo>
                      <a:pt x="20" y="260"/>
                    </a:lnTo>
                    <a:lnTo>
                      <a:pt x="20" y="282"/>
                    </a:lnTo>
                    <a:lnTo>
                      <a:pt x="17" y="330"/>
                    </a:lnTo>
                    <a:lnTo>
                      <a:pt x="14" y="373"/>
                    </a:lnTo>
                    <a:lnTo>
                      <a:pt x="12" y="402"/>
                    </a:lnTo>
                    <a:lnTo>
                      <a:pt x="12" y="402"/>
                    </a:lnTo>
                    <a:lnTo>
                      <a:pt x="12" y="410"/>
                    </a:lnTo>
                    <a:lnTo>
                      <a:pt x="15" y="416"/>
                    </a:lnTo>
                    <a:lnTo>
                      <a:pt x="18" y="421"/>
                    </a:lnTo>
                    <a:lnTo>
                      <a:pt x="21" y="424"/>
                    </a:lnTo>
                    <a:lnTo>
                      <a:pt x="27" y="425"/>
                    </a:lnTo>
                    <a:lnTo>
                      <a:pt x="30" y="425"/>
                    </a:lnTo>
                    <a:lnTo>
                      <a:pt x="30" y="425"/>
                    </a:lnTo>
                    <a:lnTo>
                      <a:pt x="43" y="459"/>
                    </a:lnTo>
                    <a:lnTo>
                      <a:pt x="43" y="459"/>
                    </a:lnTo>
                    <a:lnTo>
                      <a:pt x="46" y="470"/>
                    </a:lnTo>
                    <a:lnTo>
                      <a:pt x="47" y="486"/>
                    </a:lnTo>
                    <a:lnTo>
                      <a:pt x="47" y="519"/>
                    </a:lnTo>
                    <a:lnTo>
                      <a:pt x="47" y="519"/>
                    </a:lnTo>
                    <a:lnTo>
                      <a:pt x="47" y="529"/>
                    </a:lnTo>
                    <a:lnTo>
                      <a:pt x="49" y="538"/>
                    </a:lnTo>
                    <a:lnTo>
                      <a:pt x="54" y="558"/>
                    </a:lnTo>
                    <a:lnTo>
                      <a:pt x="61" y="580"/>
                    </a:lnTo>
                    <a:lnTo>
                      <a:pt x="61" y="580"/>
                    </a:lnTo>
                    <a:lnTo>
                      <a:pt x="51" y="663"/>
                    </a:lnTo>
                    <a:lnTo>
                      <a:pt x="51" y="663"/>
                    </a:lnTo>
                    <a:lnTo>
                      <a:pt x="49" y="689"/>
                    </a:lnTo>
                    <a:lnTo>
                      <a:pt x="49" y="720"/>
                    </a:lnTo>
                    <a:lnTo>
                      <a:pt x="49" y="769"/>
                    </a:lnTo>
                    <a:lnTo>
                      <a:pt x="49" y="769"/>
                    </a:lnTo>
                    <a:lnTo>
                      <a:pt x="51" y="778"/>
                    </a:lnTo>
                    <a:lnTo>
                      <a:pt x="52" y="785"/>
                    </a:lnTo>
                    <a:lnTo>
                      <a:pt x="55" y="792"/>
                    </a:lnTo>
                    <a:lnTo>
                      <a:pt x="55" y="792"/>
                    </a:lnTo>
                    <a:lnTo>
                      <a:pt x="54" y="794"/>
                    </a:lnTo>
                    <a:lnTo>
                      <a:pt x="52" y="800"/>
                    </a:lnTo>
                    <a:lnTo>
                      <a:pt x="52" y="800"/>
                    </a:lnTo>
                    <a:lnTo>
                      <a:pt x="51" y="811"/>
                    </a:lnTo>
                    <a:lnTo>
                      <a:pt x="49" y="823"/>
                    </a:lnTo>
                    <a:lnTo>
                      <a:pt x="51" y="837"/>
                    </a:lnTo>
                    <a:lnTo>
                      <a:pt x="83" y="840"/>
                    </a:lnTo>
                    <a:lnTo>
                      <a:pt x="84" y="837"/>
                    </a:lnTo>
                    <a:lnTo>
                      <a:pt x="84" y="837"/>
                    </a:lnTo>
                    <a:lnTo>
                      <a:pt x="91" y="839"/>
                    </a:lnTo>
                    <a:lnTo>
                      <a:pt x="98" y="840"/>
                    </a:lnTo>
                    <a:lnTo>
                      <a:pt x="114" y="840"/>
                    </a:lnTo>
                    <a:lnTo>
                      <a:pt x="114" y="840"/>
                    </a:lnTo>
                    <a:lnTo>
                      <a:pt x="134" y="840"/>
                    </a:lnTo>
                    <a:lnTo>
                      <a:pt x="152" y="839"/>
                    </a:lnTo>
                    <a:lnTo>
                      <a:pt x="160" y="837"/>
                    </a:lnTo>
                    <a:lnTo>
                      <a:pt x="166" y="834"/>
                    </a:lnTo>
                    <a:lnTo>
                      <a:pt x="169" y="829"/>
                    </a:lnTo>
                    <a:lnTo>
                      <a:pt x="171" y="825"/>
                    </a:lnTo>
                    <a:lnTo>
                      <a:pt x="171" y="825"/>
                    </a:lnTo>
                    <a:lnTo>
                      <a:pt x="171" y="822"/>
                    </a:lnTo>
                    <a:lnTo>
                      <a:pt x="169" y="818"/>
                    </a:lnTo>
                    <a:lnTo>
                      <a:pt x="165" y="815"/>
                    </a:lnTo>
                    <a:lnTo>
                      <a:pt x="158" y="812"/>
                    </a:lnTo>
                    <a:lnTo>
                      <a:pt x="149" y="809"/>
                    </a:lnTo>
                    <a:lnTo>
                      <a:pt x="134" y="806"/>
                    </a:lnTo>
                    <a:lnTo>
                      <a:pt x="128" y="805"/>
                    </a:lnTo>
                    <a:lnTo>
                      <a:pt x="125" y="802"/>
                    </a:lnTo>
                    <a:lnTo>
                      <a:pt x="125" y="802"/>
                    </a:lnTo>
                    <a:lnTo>
                      <a:pt x="123" y="797"/>
                    </a:lnTo>
                    <a:lnTo>
                      <a:pt x="123" y="791"/>
                    </a:lnTo>
                    <a:lnTo>
                      <a:pt x="125" y="782"/>
                    </a:lnTo>
                    <a:lnTo>
                      <a:pt x="132" y="780"/>
                    </a:lnTo>
                    <a:lnTo>
                      <a:pt x="132" y="780"/>
                    </a:lnTo>
                    <a:lnTo>
                      <a:pt x="134" y="775"/>
                    </a:lnTo>
                    <a:lnTo>
                      <a:pt x="134" y="768"/>
                    </a:lnTo>
                    <a:lnTo>
                      <a:pt x="134" y="758"/>
                    </a:lnTo>
                    <a:lnTo>
                      <a:pt x="134" y="758"/>
                    </a:lnTo>
                    <a:lnTo>
                      <a:pt x="132" y="743"/>
                    </a:lnTo>
                    <a:lnTo>
                      <a:pt x="132" y="715"/>
                    </a:lnTo>
                    <a:lnTo>
                      <a:pt x="132" y="684"/>
                    </a:lnTo>
                    <a:lnTo>
                      <a:pt x="135" y="652"/>
                    </a:lnTo>
                    <a:lnTo>
                      <a:pt x="135" y="652"/>
                    </a:lnTo>
                    <a:lnTo>
                      <a:pt x="143" y="593"/>
                    </a:lnTo>
                    <a:lnTo>
                      <a:pt x="145" y="564"/>
                    </a:lnTo>
                    <a:lnTo>
                      <a:pt x="146" y="535"/>
                    </a:lnTo>
                    <a:lnTo>
                      <a:pt x="146" y="535"/>
                    </a:lnTo>
                    <a:lnTo>
                      <a:pt x="146" y="502"/>
                    </a:lnTo>
                    <a:lnTo>
                      <a:pt x="149" y="469"/>
                    </a:lnTo>
                    <a:lnTo>
                      <a:pt x="154" y="432"/>
                    </a:lnTo>
                    <a:lnTo>
                      <a:pt x="154" y="432"/>
                    </a:lnTo>
                    <a:lnTo>
                      <a:pt x="162" y="429"/>
                    </a:lnTo>
                    <a:lnTo>
                      <a:pt x="168" y="425"/>
                    </a:lnTo>
                    <a:lnTo>
                      <a:pt x="169" y="419"/>
                    </a:lnTo>
                    <a:lnTo>
                      <a:pt x="171" y="413"/>
                    </a:lnTo>
                    <a:lnTo>
                      <a:pt x="171" y="402"/>
                    </a:lnTo>
                    <a:lnTo>
                      <a:pt x="169" y="398"/>
                    </a:lnTo>
                    <a:lnTo>
                      <a:pt x="169" y="398"/>
                    </a:lnTo>
                    <a:lnTo>
                      <a:pt x="172" y="396"/>
                    </a:lnTo>
                    <a:lnTo>
                      <a:pt x="174" y="392"/>
                    </a:lnTo>
                    <a:lnTo>
                      <a:pt x="175" y="376"/>
                    </a:lnTo>
                    <a:lnTo>
                      <a:pt x="174" y="355"/>
                    </a:lnTo>
                    <a:lnTo>
                      <a:pt x="171" y="330"/>
                    </a:lnTo>
                    <a:lnTo>
                      <a:pt x="163" y="282"/>
                    </a:lnTo>
                    <a:lnTo>
                      <a:pt x="158" y="262"/>
                    </a:lnTo>
                    <a:lnTo>
                      <a:pt x="236" y="277"/>
                    </a:lnTo>
                    <a:lnTo>
                      <a:pt x="246" y="248"/>
                    </a:lnTo>
                    <a:lnTo>
                      <a:pt x="246" y="248"/>
                    </a:lnTo>
                    <a:lnTo>
                      <a:pt x="254" y="250"/>
                    </a:lnTo>
                    <a:lnTo>
                      <a:pt x="254" y="250"/>
                    </a:lnTo>
                    <a:lnTo>
                      <a:pt x="256" y="251"/>
                    </a:lnTo>
                    <a:lnTo>
                      <a:pt x="257" y="253"/>
                    </a:lnTo>
                    <a:lnTo>
                      <a:pt x="260" y="259"/>
                    </a:lnTo>
                    <a:lnTo>
                      <a:pt x="260" y="259"/>
                    </a:lnTo>
                    <a:lnTo>
                      <a:pt x="271" y="268"/>
                    </a:lnTo>
                    <a:lnTo>
                      <a:pt x="282" y="276"/>
                    </a:lnTo>
                    <a:lnTo>
                      <a:pt x="282" y="276"/>
                    </a:lnTo>
                    <a:lnTo>
                      <a:pt x="286" y="279"/>
                    </a:lnTo>
                    <a:lnTo>
                      <a:pt x="289" y="279"/>
                    </a:lnTo>
                    <a:lnTo>
                      <a:pt x="293" y="279"/>
                    </a:lnTo>
                    <a:lnTo>
                      <a:pt x="294" y="279"/>
                    </a:lnTo>
                    <a:lnTo>
                      <a:pt x="296" y="276"/>
                    </a:lnTo>
                    <a:lnTo>
                      <a:pt x="296" y="274"/>
                    </a:lnTo>
                    <a:lnTo>
                      <a:pt x="296" y="274"/>
                    </a:lnTo>
                    <a:lnTo>
                      <a:pt x="306" y="277"/>
                    </a:lnTo>
                    <a:lnTo>
                      <a:pt x="314" y="279"/>
                    </a:lnTo>
                    <a:lnTo>
                      <a:pt x="317" y="279"/>
                    </a:lnTo>
                    <a:lnTo>
                      <a:pt x="320" y="276"/>
                    </a:lnTo>
                    <a:lnTo>
                      <a:pt x="320" y="276"/>
                    </a:lnTo>
                    <a:lnTo>
                      <a:pt x="320" y="274"/>
                    </a:lnTo>
                    <a:lnTo>
                      <a:pt x="320" y="273"/>
                    </a:lnTo>
                    <a:lnTo>
                      <a:pt x="317" y="270"/>
                    </a:lnTo>
                    <a:lnTo>
                      <a:pt x="313" y="267"/>
                    </a:lnTo>
                    <a:lnTo>
                      <a:pt x="313" y="267"/>
                    </a:lnTo>
                    <a:lnTo>
                      <a:pt x="313" y="268"/>
                    </a:lnTo>
                    <a:lnTo>
                      <a:pt x="313" y="268"/>
                    </a:lnTo>
                    <a:lnTo>
                      <a:pt x="326" y="270"/>
                    </a:lnTo>
                    <a:lnTo>
                      <a:pt x="326" y="270"/>
                    </a:lnTo>
                    <a:lnTo>
                      <a:pt x="331" y="270"/>
                    </a:lnTo>
                    <a:lnTo>
                      <a:pt x="333" y="268"/>
                    </a:lnTo>
                    <a:lnTo>
                      <a:pt x="334" y="265"/>
                    </a:lnTo>
                    <a:lnTo>
                      <a:pt x="334" y="262"/>
                    </a:lnTo>
                    <a:lnTo>
                      <a:pt x="334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Freeform 47"/>
              <p:cNvSpPr>
                <a:spLocks/>
              </p:cNvSpPr>
              <p:nvPr/>
            </p:nvSpPr>
            <p:spPr bwMode="auto">
              <a:xfrm>
                <a:off x="1428751" y="1827213"/>
                <a:ext cx="180975" cy="258762"/>
              </a:xfrm>
              <a:custGeom>
                <a:avLst/>
                <a:gdLst>
                  <a:gd name="T0" fmla="*/ 52 w 114"/>
                  <a:gd name="T1" fmla="*/ 163 h 163"/>
                  <a:gd name="T2" fmla="*/ 52 w 114"/>
                  <a:gd name="T3" fmla="*/ 163 h 163"/>
                  <a:gd name="T4" fmla="*/ 58 w 114"/>
                  <a:gd name="T5" fmla="*/ 158 h 163"/>
                  <a:gd name="T6" fmla="*/ 66 w 114"/>
                  <a:gd name="T7" fmla="*/ 158 h 163"/>
                  <a:gd name="T8" fmla="*/ 78 w 114"/>
                  <a:gd name="T9" fmla="*/ 157 h 163"/>
                  <a:gd name="T10" fmla="*/ 83 w 114"/>
                  <a:gd name="T11" fmla="*/ 155 h 163"/>
                  <a:gd name="T12" fmla="*/ 88 w 114"/>
                  <a:gd name="T13" fmla="*/ 149 h 163"/>
                  <a:gd name="T14" fmla="*/ 89 w 114"/>
                  <a:gd name="T15" fmla="*/ 140 h 163"/>
                  <a:gd name="T16" fmla="*/ 91 w 114"/>
                  <a:gd name="T17" fmla="*/ 135 h 163"/>
                  <a:gd name="T18" fmla="*/ 91 w 114"/>
                  <a:gd name="T19" fmla="*/ 132 h 163"/>
                  <a:gd name="T20" fmla="*/ 97 w 114"/>
                  <a:gd name="T21" fmla="*/ 126 h 163"/>
                  <a:gd name="T22" fmla="*/ 99 w 114"/>
                  <a:gd name="T23" fmla="*/ 121 h 163"/>
                  <a:gd name="T24" fmla="*/ 108 w 114"/>
                  <a:gd name="T25" fmla="*/ 118 h 163"/>
                  <a:gd name="T26" fmla="*/ 108 w 114"/>
                  <a:gd name="T27" fmla="*/ 115 h 163"/>
                  <a:gd name="T28" fmla="*/ 103 w 114"/>
                  <a:gd name="T29" fmla="*/ 98 h 163"/>
                  <a:gd name="T30" fmla="*/ 102 w 114"/>
                  <a:gd name="T31" fmla="*/ 94 h 163"/>
                  <a:gd name="T32" fmla="*/ 106 w 114"/>
                  <a:gd name="T33" fmla="*/ 87 h 163"/>
                  <a:gd name="T34" fmla="*/ 108 w 114"/>
                  <a:gd name="T35" fmla="*/ 84 h 163"/>
                  <a:gd name="T36" fmla="*/ 111 w 114"/>
                  <a:gd name="T37" fmla="*/ 78 h 163"/>
                  <a:gd name="T38" fmla="*/ 111 w 114"/>
                  <a:gd name="T39" fmla="*/ 63 h 163"/>
                  <a:gd name="T40" fmla="*/ 109 w 114"/>
                  <a:gd name="T41" fmla="*/ 52 h 163"/>
                  <a:gd name="T42" fmla="*/ 114 w 114"/>
                  <a:gd name="T43" fmla="*/ 40 h 163"/>
                  <a:gd name="T44" fmla="*/ 108 w 114"/>
                  <a:gd name="T45" fmla="*/ 26 h 163"/>
                  <a:gd name="T46" fmla="*/ 94 w 114"/>
                  <a:gd name="T47" fmla="*/ 12 h 163"/>
                  <a:gd name="T48" fmla="*/ 77 w 114"/>
                  <a:gd name="T49" fmla="*/ 3 h 163"/>
                  <a:gd name="T50" fmla="*/ 68 w 114"/>
                  <a:gd name="T51" fmla="*/ 1 h 163"/>
                  <a:gd name="T52" fmla="*/ 49 w 114"/>
                  <a:gd name="T53" fmla="*/ 0 h 163"/>
                  <a:gd name="T54" fmla="*/ 34 w 114"/>
                  <a:gd name="T55" fmla="*/ 4 h 163"/>
                  <a:gd name="T56" fmla="*/ 18 w 114"/>
                  <a:gd name="T57" fmla="*/ 17 h 163"/>
                  <a:gd name="T58" fmla="*/ 11 w 114"/>
                  <a:gd name="T59" fmla="*/ 27 h 163"/>
                  <a:gd name="T60" fmla="*/ 0 w 114"/>
                  <a:gd name="T61" fmla="*/ 50 h 163"/>
                  <a:gd name="T62" fmla="*/ 0 w 114"/>
                  <a:gd name="T63" fmla="*/ 70 h 163"/>
                  <a:gd name="T64" fmla="*/ 6 w 114"/>
                  <a:gd name="T65" fmla="*/ 97 h 163"/>
                  <a:gd name="T66" fmla="*/ 6 w 114"/>
                  <a:gd name="T67" fmla="*/ 103 h 163"/>
                  <a:gd name="T68" fmla="*/ 1 w 114"/>
                  <a:gd name="T69" fmla="*/ 120 h 163"/>
                  <a:gd name="T70" fmla="*/ 28 w 114"/>
                  <a:gd name="T71" fmla="*/ 138 h 163"/>
                  <a:gd name="T72" fmla="*/ 34 w 114"/>
                  <a:gd name="T73" fmla="*/ 144 h 163"/>
                  <a:gd name="T74" fmla="*/ 52 w 114"/>
                  <a:gd name="T75" fmla="*/ 16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4" h="163">
                    <a:moveTo>
                      <a:pt x="52" y="163"/>
                    </a:moveTo>
                    <a:lnTo>
                      <a:pt x="52" y="163"/>
                    </a:lnTo>
                    <a:lnTo>
                      <a:pt x="52" y="163"/>
                    </a:lnTo>
                    <a:lnTo>
                      <a:pt x="52" y="163"/>
                    </a:lnTo>
                    <a:lnTo>
                      <a:pt x="58" y="158"/>
                    </a:lnTo>
                    <a:lnTo>
                      <a:pt x="58" y="158"/>
                    </a:lnTo>
                    <a:lnTo>
                      <a:pt x="62" y="158"/>
                    </a:lnTo>
                    <a:lnTo>
                      <a:pt x="66" y="158"/>
                    </a:lnTo>
                    <a:lnTo>
                      <a:pt x="72" y="158"/>
                    </a:lnTo>
                    <a:lnTo>
                      <a:pt x="78" y="157"/>
                    </a:lnTo>
                    <a:lnTo>
                      <a:pt x="78" y="157"/>
                    </a:lnTo>
                    <a:lnTo>
                      <a:pt x="83" y="155"/>
                    </a:lnTo>
                    <a:lnTo>
                      <a:pt x="85" y="154"/>
                    </a:lnTo>
                    <a:lnTo>
                      <a:pt x="88" y="149"/>
                    </a:lnTo>
                    <a:lnTo>
                      <a:pt x="89" y="143"/>
                    </a:lnTo>
                    <a:lnTo>
                      <a:pt x="89" y="140"/>
                    </a:lnTo>
                    <a:lnTo>
                      <a:pt x="89" y="140"/>
                    </a:lnTo>
                    <a:lnTo>
                      <a:pt x="91" y="135"/>
                    </a:lnTo>
                    <a:lnTo>
                      <a:pt x="91" y="132"/>
                    </a:lnTo>
                    <a:lnTo>
                      <a:pt x="91" y="132"/>
                    </a:lnTo>
                    <a:lnTo>
                      <a:pt x="94" y="129"/>
                    </a:lnTo>
                    <a:lnTo>
                      <a:pt x="97" y="126"/>
                    </a:lnTo>
                    <a:lnTo>
                      <a:pt x="99" y="121"/>
                    </a:lnTo>
                    <a:lnTo>
                      <a:pt x="99" y="121"/>
                    </a:lnTo>
                    <a:lnTo>
                      <a:pt x="102" y="121"/>
                    </a:lnTo>
                    <a:lnTo>
                      <a:pt x="108" y="118"/>
                    </a:lnTo>
                    <a:lnTo>
                      <a:pt x="108" y="118"/>
                    </a:lnTo>
                    <a:lnTo>
                      <a:pt x="108" y="115"/>
                    </a:lnTo>
                    <a:lnTo>
                      <a:pt x="106" y="111"/>
                    </a:lnTo>
                    <a:lnTo>
                      <a:pt x="103" y="98"/>
                    </a:lnTo>
                    <a:lnTo>
                      <a:pt x="103" y="98"/>
                    </a:lnTo>
                    <a:lnTo>
                      <a:pt x="102" y="94"/>
                    </a:lnTo>
                    <a:lnTo>
                      <a:pt x="103" y="91"/>
                    </a:lnTo>
                    <a:lnTo>
                      <a:pt x="106" y="87"/>
                    </a:lnTo>
                    <a:lnTo>
                      <a:pt x="106" y="87"/>
                    </a:lnTo>
                    <a:lnTo>
                      <a:pt x="108" y="84"/>
                    </a:lnTo>
                    <a:lnTo>
                      <a:pt x="111" y="78"/>
                    </a:lnTo>
                    <a:lnTo>
                      <a:pt x="111" y="78"/>
                    </a:lnTo>
                    <a:lnTo>
                      <a:pt x="111" y="72"/>
                    </a:lnTo>
                    <a:lnTo>
                      <a:pt x="111" y="63"/>
                    </a:lnTo>
                    <a:lnTo>
                      <a:pt x="109" y="52"/>
                    </a:lnTo>
                    <a:lnTo>
                      <a:pt x="109" y="52"/>
                    </a:lnTo>
                    <a:lnTo>
                      <a:pt x="114" y="46"/>
                    </a:lnTo>
                    <a:lnTo>
                      <a:pt x="114" y="40"/>
                    </a:lnTo>
                    <a:lnTo>
                      <a:pt x="112" y="32"/>
                    </a:lnTo>
                    <a:lnTo>
                      <a:pt x="108" y="26"/>
                    </a:lnTo>
                    <a:lnTo>
                      <a:pt x="102" y="18"/>
                    </a:lnTo>
                    <a:lnTo>
                      <a:pt x="94" y="12"/>
                    </a:lnTo>
                    <a:lnTo>
                      <a:pt x="86" y="7"/>
                    </a:lnTo>
                    <a:lnTo>
                      <a:pt x="77" y="3"/>
                    </a:lnTo>
                    <a:lnTo>
                      <a:pt x="77" y="3"/>
                    </a:lnTo>
                    <a:lnTo>
                      <a:pt x="68" y="1"/>
                    </a:lnTo>
                    <a:lnTo>
                      <a:pt x="58" y="0"/>
                    </a:lnTo>
                    <a:lnTo>
                      <a:pt x="49" y="0"/>
                    </a:lnTo>
                    <a:lnTo>
                      <a:pt x="41" y="0"/>
                    </a:lnTo>
                    <a:lnTo>
                      <a:pt x="34" y="4"/>
                    </a:lnTo>
                    <a:lnTo>
                      <a:pt x="26" y="9"/>
                    </a:lnTo>
                    <a:lnTo>
                      <a:pt x="18" y="17"/>
                    </a:lnTo>
                    <a:lnTo>
                      <a:pt x="11" y="27"/>
                    </a:lnTo>
                    <a:lnTo>
                      <a:pt x="11" y="27"/>
                    </a:lnTo>
                    <a:lnTo>
                      <a:pt x="3" y="38"/>
                    </a:lnTo>
                    <a:lnTo>
                      <a:pt x="0" y="50"/>
                    </a:lnTo>
                    <a:lnTo>
                      <a:pt x="0" y="61"/>
                    </a:lnTo>
                    <a:lnTo>
                      <a:pt x="0" y="70"/>
                    </a:lnTo>
                    <a:lnTo>
                      <a:pt x="3" y="87"/>
                    </a:lnTo>
                    <a:lnTo>
                      <a:pt x="6" y="97"/>
                    </a:lnTo>
                    <a:lnTo>
                      <a:pt x="6" y="97"/>
                    </a:lnTo>
                    <a:lnTo>
                      <a:pt x="6" y="103"/>
                    </a:lnTo>
                    <a:lnTo>
                      <a:pt x="4" y="109"/>
                    </a:lnTo>
                    <a:lnTo>
                      <a:pt x="1" y="120"/>
                    </a:lnTo>
                    <a:lnTo>
                      <a:pt x="1" y="120"/>
                    </a:lnTo>
                    <a:lnTo>
                      <a:pt x="28" y="138"/>
                    </a:lnTo>
                    <a:lnTo>
                      <a:pt x="28" y="138"/>
                    </a:lnTo>
                    <a:lnTo>
                      <a:pt x="34" y="144"/>
                    </a:lnTo>
                    <a:lnTo>
                      <a:pt x="41" y="151"/>
                    </a:lnTo>
                    <a:lnTo>
                      <a:pt x="52" y="163"/>
                    </a:lnTo>
                    <a:lnTo>
                      <a:pt x="52" y="1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Freeform 48"/>
              <p:cNvSpPr>
                <a:spLocks/>
              </p:cNvSpPr>
              <p:nvPr/>
            </p:nvSpPr>
            <p:spPr bwMode="auto">
              <a:xfrm>
                <a:off x="1419226" y="2017713"/>
                <a:ext cx="104775" cy="107950"/>
              </a:xfrm>
              <a:custGeom>
                <a:avLst/>
                <a:gdLst>
                  <a:gd name="T0" fmla="*/ 66 w 66"/>
                  <a:gd name="T1" fmla="*/ 68 h 68"/>
                  <a:gd name="T2" fmla="*/ 66 w 66"/>
                  <a:gd name="T3" fmla="*/ 68 h 68"/>
                  <a:gd name="T4" fmla="*/ 61 w 66"/>
                  <a:gd name="T5" fmla="*/ 58 h 68"/>
                  <a:gd name="T6" fmla="*/ 61 w 66"/>
                  <a:gd name="T7" fmla="*/ 58 h 68"/>
                  <a:gd name="T8" fmla="*/ 58 w 66"/>
                  <a:gd name="T9" fmla="*/ 49 h 68"/>
                  <a:gd name="T10" fmla="*/ 58 w 66"/>
                  <a:gd name="T11" fmla="*/ 43 h 68"/>
                  <a:gd name="T12" fmla="*/ 58 w 66"/>
                  <a:gd name="T13" fmla="*/ 43 h 68"/>
                  <a:gd name="T14" fmla="*/ 47 w 66"/>
                  <a:gd name="T15" fmla="*/ 31 h 68"/>
                  <a:gd name="T16" fmla="*/ 40 w 66"/>
                  <a:gd name="T17" fmla="*/ 24 h 68"/>
                  <a:gd name="T18" fmla="*/ 34 w 66"/>
                  <a:gd name="T19" fmla="*/ 18 h 68"/>
                  <a:gd name="T20" fmla="*/ 34 w 66"/>
                  <a:gd name="T21" fmla="*/ 18 h 68"/>
                  <a:gd name="T22" fmla="*/ 7 w 66"/>
                  <a:gd name="T23" fmla="*/ 0 h 68"/>
                  <a:gd name="T24" fmla="*/ 7 w 66"/>
                  <a:gd name="T25" fmla="*/ 0 h 68"/>
                  <a:gd name="T26" fmla="*/ 4 w 66"/>
                  <a:gd name="T27" fmla="*/ 1 h 68"/>
                  <a:gd name="T28" fmla="*/ 4 w 66"/>
                  <a:gd name="T29" fmla="*/ 1 h 68"/>
                  <a:gd name="T30" fmla="*/ 0 w 66"/>
                  <a:gd name="T31" fmla="*/ 6 h 68"/>
                  <a:gd name="T32" fmla="*/ 0 w 66"/>
                  <a:gd name="T33" fmla="*/ 6 h 68"/>
                  <a:gd name="T34" fmla="*/ 12 w 66"/>
                  <a:gd name="T35" fmla="*/ 11 h 68"/>
                  <a:gd name="T36" fmla="*/ 20 w 66"/>
                  <a:gd name="T37" fmla="*/ 15 h 68"/>
                  <a:gd name="T38" fmla="*/ 29 w 66"/>
                  <a:gd name="T39" fmla="*/ 23 h 68"/>
                  <a:gd name="T40" fmla="*/ 29 w 66"/>
                  <a:gd name="T41" fmla="*/ 23 h 68"/>
                  <a:gd name="T42" fmla="*/ 37 w 66"/>
                  <a:gd name="T43" fmla="*/ 32 h 68"/>
                  <a:gd name="T44" fmla="*/ 46 w 66"/>
                  <a:gd name="T45" fmla="*/ 43 h 68"/>
                  <a:gd name="T46" fmla="*/ 66 w 66"/>
                  <a:gd name="T47" fmla="*/ 68 h 68"/>
                  <a:gd name="T48" fmla="*/ 66 w 66"/>
                  <a:gd name="T4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6" h="68">
                    <a:moveTo>
                      <a:pt x="66" y="68"/>
                    </a:moveTo>
                    <a:lnTo>
                      <a:pt x="66" y="68"/>
                    </a:lnTo>
                    <a:lnTo>
                      <a:pt x="61" y="58"/>
                    </a:lnTo>
                    <a:lnTo>
                      <a:pt x="61" y="58"/>
                    </a:lnTo>
                    <a:lnTo>
                      <a:pt x="58" y="49"/>
                    </a:lnTo>
                    <a:lnTo>
                      <a:pt x="58" y="43"/>
                    </a:lnTo>
                    <a:lnTo>
                      <a:pt x="58" y="43"/>
                    </a:lnTo>
                    <a:lnTo>
                      <a:pt x="47" y="31"/>
                    </a:lnTo>
                    <a:lnTo>
                      <a:pt x="40" y="24"/>
                    </a:lnTo>
                    <a:lnTo>
                      <a:pt x="34" y="18"/>
                    </a:lnTo>
                    <a:lnTo>
                      <a:pt x="34" y="18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2" y="11"/>
                    </a:lnTo>
                    <a:lnTo>
                      <a:pt x="20" y="15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37" y="32"/>
                    </a:lnTo>
                    <a:lnTo>
                      <a:pt x="46" y="43"/>
                    </a:lnTo>
                    <a:lnTo>
                      <a:pt x="66" y="68"/>
                    </a:lnTo>
                    <a:lnTo>
                      <a:pt x="66" y="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Freeform 56"/>
              <p:cNvSpPr>
                <a:spLocks/>
              </p:cNvSpPr>
              <p:nvPr/>
            </p:nvSpPr>
            <p:spPr bwMode="auto">
              <a:xfrm>
                <a:off x="2103438" y="2714625"/>
                <a:ext cx="485775" cy="446087"/>
              </a:xfrm>
              <a:custGeom>
                <a:avLst/>
                <a:gdLst>
                  <a:gd name="T0" fmla="*/ 306 w 306"/>
                  <a:gd name="T1" fmla="*/ 171 h 281"/>
                  <a:gd name="T2" fmla="*/ 306 w 306"/>
                  <a:gd name="T3" fmla="*/ 171 h 281"/>
                  <a:gd name="T4" fmla="*/ 279 w 306"/>
                  <a:gd name="T5" fmla="*/ 5 h 281"/>
                  <a:gd name="T6" fmla="*/ 279 w 306"/>
                  <a:gd name="T7" fmla="*/ 5 h 281"/>
                  <a:gd name="T8" fmla="*/ 278 w 306"/>
                  <a:gd name="T9" fmla="*/ 2 h 281"/>
                  <a:gd name="T10" fmla="*/ 275 w 306"/>
                  <a:gd name="T11" fmla="*/ 0 h 281"/>
                  <a:gd name="T12" fmla="*/ 270 w 306"/>
                  <a:gd name="T13" fmla="*/ 0 h 281"/>
                  <a:gd name="T14" fmla="*/ 270 w 306"/>
                  <a:gd name="T15" fmla="*/ 0 h 281"/>
                  <a:gd name="T16" fmla="*/ 175 w 306"/>
                  <a:gd name="T17" fmla="*/ 31 h 281"/>
                  <a:gd name="T18" fmla="*/ 173 w 306"/>
                  <a:gd name="T19" fmla="*/ 25 h 281"/>
                  <a:gd name="T20" fmla="*/ 173 w 306"/>
                  <a:gd name="T21" fmla="*/ 25 h 281"/>
                  <a:gd name="T22" fmla="*/ 170 w 306"/>
                  <a:gd name="T23" fmla="*/ 28 h 281"/>
                  <a:gd name="T24" fmla="*/ 168 w 306"/>
                  <a:gd name="T25" fmla="*/ 28 h 281"/>
                  <a:gd name="T26" fmla="*/ 165 w 306"/>
                  <a:gd name="T27" fmla="*/ 29 h 281"/>
                  <a:gd name="T28" fmla="*/ 165 w 306"/>
                  <a:gd name="T29" fmla="*/ 34 h 281"/>
                  <a:gd name="T30" fmla="*/ 165 w 306"/>
                  <a:gd name="T31" fmla="*/ 34 h 281"/>
                  <a:gd name="T32" fmla="*/ 133 w 306"/>
                  <a:gd name="T33" fmla="*/ 45 h 281"/>
                  <a:gd name="T34" fmla="*/ 131 w 306"/>
                  <a:gd name="T35" fmla="*/ 37 h 281"/>
                  <a:gd name="T36" fmla="*/ 131 w 306"/>
                  <a:gd name="T37" fmla="*/ 37 h 281"/>
                  <a:gd name="T38" fmla="*/ 131 w 306"/>
                  <a:gd name="T39" fmla="*/ 34 h 281"/>
                  <a:gd name="T40" fmla="*/ 131 w 306"/>
                  <a:gd name="T41" fmla="*/ 29 h 281"/>
                  <a:gd name="T42" fmla="*/ 131 w 306"/>
                  <a:gd name="T43" fmla="*/ 29 h 281"/>
                  <a:gd name="T44" fmla="*/ 134 w 306"/>
                  <a:gd name="T45" fmla="*/ 23 h 281"/>
                  <a:gd name="T46" fmla="*/ 134 w 306"/>
                  <a:gd name="T47" fmla="*/ 23 h 281"/>
                  <a:gd name="T48" fmla="*/ 130 w 306"/>
                  <a:gd name="T49" fmla="*/ 23 h 281"/>
                  <a:gd name="T50" fmla="*/ 127 w 306"/>
                  <a:gd name="T51" fmla="*/ 25 h 281"/>
                  <a:gd name="T52" fmla="*/ 125 w 306"/>
                  <a:gd name="T53" fmla="*/ 25 h 281"/>
                  <a:gd name="T54" fmla="*/ 124 w 306"/>
                  <a:gd name="T55" fmla="*/ 28 h 281"/>
                  <a:gd name="T56" fmla="*/ 124 w 306"/>
                  <a:gd name="T57" fmla="*/ 28 h 281"/>
                  <a:gd name="T58" fmla="*/ 124 w 306"/>
                  <a:gd name="T59" fmla="*/ 36 h 281"/>
                  <a:gd name="T60" fmla="*/ 125 w 306"/>
                  <a:gd name="T61" fmla="*/ 46 h 281"/>
                  <a:gd name="T62" fmla="*/ 125 w 306"/>
                  <a:gd name="T63" fmla="*/ 46 h 281"/>
                  <a:gd name="T64" fmla="*/ 6 w 306"/>
                  <a:gd name="T65" fmla="*/ 85 h 281"/>
                  <a:gd name="T66" fmla="*/ 6 w 306"/>
                  <a:gd name="T67" fmla="*/ 85 h 281"/>
                  <a:gd name="T68" fmla="*/ 2 w 306"/>
                  <a:gd name="T69" fmla="*/ 86 h 281"/>
                  <a:gd name="T70" fmla="*/ 0 w 306"/>
                  <a:gd name="T71" fmla="*/ 91 h 281"/>
                  <a:gd name="T72" fmla="*/ 0 w 306"/>
                  <a:gd name="T73" fmla="*/ 97 h 281"/>
                  <a:gd name="T74" fmla="*/ 3 w 306"/>
                  <a:gd name="T75" fmla="*/ 110 h 281"/>
                  <a:gd name="T76" fmla="*/ 3 w 306"/>
                  <a:gd name="T77" fmla="*/ 110 h 281"/>
                  <a:gd name="T78" fmla="*/ 37 w 306"/>
                  <a:gd name="T79" fmla="*/ 271 h 281"/>
                  <a:gd name="T80" fmla="*/ 37 w 306"/>
                  <a:gd name="T81" fmla="*/ 271 h 281"/>
                  <a:gd name="T82" fmla="*/ 39 w 306"/>
                  <a:gd name="T83" fmla="*/ 276 h 281"/>
                  <a:gd name="T84" fmla="*/ 40 w 306"/>
                  <a:gd name="T85" fmla="*/ 281 h 281"/>
                  <a:gd name="T86" fmla="*/ 42 w 306"/>
                  <a:gd name="T87" fmla="*/ 281 h 281"/>
                  <a:gd name="T88" fmla="*/ 45 w 306"/>
                  <a:gd name="T89" fmla="*/ 281 h 281"/>
                  <a:gd name="T90" fmla="*/ 56 w 306"/>
                  <a:gd name="T91" fmla="*/ 278 h 281"/>
                  <a:gd name="T92" fmla="*/ 56 w 306"/>
                  <a:gd name="T93" fmla="*/ 278 h 281"/>
                  <a:gd name="T94" fmla="*/ 299 w 306"/>
                  <a:gd name="T95" fmla="*/ 180 h 281"/>
                  <a:gd name="T96" fmla="*/ 299 w 306"/>
                  <a:gd name="T97" fmla="*/ 180 h 281"/>
                  <a:gd name="T98" fmla="*/ 302 w 306"/>
                  <a:gd name="T99" fmla="*/ 179 h 281"/>
                  <a:gd name="T100" fmla="*/ 304 w 306"/>
                  <a:gd name="T101" fmla="*/ 177 h 281"/>
                  <a:gd name="T102" fmla="*/ 306 w 306"/>
                  <a:gd name="T103" fmla="*/ 176 h 281"/>
                  <a:gd name="T104" fmla="*/ 306 w 306"/>
                  <a:gd name="T105" fmla="*/ 171 h 281"/>
                  <a:gd name="T106" fmla="*/ 306 w 306"/>
                  <a:gd name="T107" fmla="*/ 171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06" h="281">
                    <a:moveTo>
                      <a:pt x="306" y="171"/>
                    </a:moveTo>
                    <a:lnTo>
                      <a:pt x="306" y="171"/>
                    </a:lnTo>
                    <a:lnTo>
                      <a:pt x="279" y="5"/>
                    </a:lnTo>
                    <a:lnTo>
                      <a:pt x="279" y="5"/>
                    </a:lnTo>
                    <a:lnTo>
                      <a:pt x="278" y="2"/>
                    </a:lnTo>
                    <a:lnTo>
                      <a:pt x="275" y="0"/>
                    </a:lnTo>
                    <a:lnTo>
                      <a:pt x="270" y="0"/>
                    </a:lnTo>
                    <a:lnTo>
                      <a:pt x="270" y="0"/>
                    </a:lnTo>
                    <a:lnTo>
                      <a:pt x="175" y="31"/>
                    </a:lnTo>
                    <a:lnTo>
                      <a:pt x="173" y="25"/>
                    </a:lnTo>
                    <a:lnTo>
                      <a:pt x="173" y="25"/>
                    </a:lnTo>
                    <a:lnTo>
                      <a:pt x="170" y="28"/>
                    </a:lnTo>
                    <a:lnTo>
                      <a:pt x="168" y="28"/>
                    </a:lnTo>
                    <a:lnTo>
                      <a:pt x="165" y="29"/>
                    </a:lnTo>
                    <a:lnTo>
                      <a:pt x="165" y="34"/>
                    </a:lnTo>
                    <a:lnTo>
                      <a:pt x="165" y="34"/>
                    </a:lnTo>
                    <a:lnTo>
                      <a:pt x="133" y="45"/>
                    </a:lnTo>
                    <a:lnTo>
                      <a:pt x="131" y="37"/>
                    </a:lnTo>
                    <a:lnTo>
                      <a:pt x="131" y="37"/>
                    </a:lnTo>
                    <a:lnTo>
                      <a:pt x="131" y="34"/>
                    </a:lnTo>
                    <a:lnTo>
                      <a:pt x="131" y="29"/>
                    </a:lnTo>
                    <a:lnTo>
                      <a:pt x="131" y="29"/>
                    </a:lnTo>
                    <a:lnTo>
                      <a:pt x="134" y="23"/>
                    </a:lnTo>
                    <a:lnTo>
                      <a:pt x="134" y="23"/>
                    </a:lnTo>
                    <a:lnTo>
                      <a:pt x="130" y="23"/>
                    </a:lnTo>
                    <a:lnTo>
                      <a:pt x="127" y="25"/>
                    </a:lnTo>
                    <a:lnTo>
                      <a:pt x="125" y="25"/>
                    </a:lnTo>
                    <a:lnTo>
                      <a:pt x="124" y="28"/>
                    </a:lnTo>
                    <a:lnTo>
                      <a:pt x="124" y="28"/>
                    </a:lnTo>
                    <a:lnTo>
                      <a:pt x="124" y="36"/>
                    </a:lnTo>
                    <a:lnTo>
                      <a:pt x="125" y="46"/>
                    </a:lnTo>
                    <a:lnTo>
                      <a:pt x="125" y="46"/>
                    </a:lnTo>
                    <a:lnTo>
                      <a:pt x="6" y="85"/>
                    </a:lnTo>
                    <a:lnTo>
                      <a:pt x="6" y="85"/>
                    </a:lnTo>
                    <a:lnTo>
                      <a:pt x="2" y="86"/>
                    </a:lnTo>
                    <a:lnTo>
                      <a:pt x="0" y="91"/>
                    </a:lnTo>
                    <a:lnTo>
                      <a:pt x="0" y="97"/>
                    </a:lnTo>
                    <a:lnTo>
                      <a:pt x="3" y="110"/>
                    </a:lnTo>
                    <a:lnTo>
                      <a:pt x="3" y="110"/>
                    </a:lnTo>
                    <a:lnTo>
                      <a:pt x="37" y="271"/>
                    </a:lnTo>
                    <a:lnTo>
                      <a:pt x="37" y="271"/>
                    </a:lnTo>
                    <a:lnTo>
                      <a:pt x="39" y="276"/>
                    </a:lnTo>
                    <a:lnTo>
                      <a:pt x="40" y="281"/>
                    </a:lnTo>
                    <a:lnTo>
                      <a:pt x="42" y="281"/>
                    </a:lnTo>
                    <a:lnTo>
                      <a:pt x="45" y="281"/>
                    </a:lnTo>
                    <a:lnTo>
                      <a:pt x="56" y="278"/>
                    </a:lnTo>
                    <a:lnTo>
                      <a:pt x="56" y="278"/>
                    </a:lnTo>
                    <a:lnTo>
                      <a:pt x="299" y="180"/>
                    </a:lnTo>
                    <a:lnTo>
                      <a:pt x="299" y="180"/>
                    </a:lnTo>
                    <a:lnTo>
                      <a:pt x="302" y="179"/>
                    </a:lnTo>
                    <a:lnTo>
                      <a:pt x="304" y="177"/>
                    </a:lnTo>
                    <a:lnTo>
                      <a:pt x="306" y="176"/>
                    </a:lnTo>
                    <a:lnTo>
                      <a:pt x="306" y="171"/>
                    </a:lnTo>
                    <a:lnTo>
                      <a:pt x="306" y="1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Freeform 60"/>
              <p:cNvSpPr>
                <a:spLocks noEditPoints="1"/>
              </p:cNvSpPr>
              <p:nvPr/>
            </p:nvSpPr>
            <p:spPr bwMode="auto">
              <a:xfrm>
                <a:off x="1858963" y="2093913"/>
                <a:ext cx="536575" cy="596900"/>
              </a:xfrm>
              <a:custGeom>
                <a:avLst/>
                <a:gdLst>
                  <a:gd name="T0" fmla="*/ 307 w 338"/>
                  <a:gd name="T1" fmla="*/ 12 h 376"/>
                  <a:gd name="T2" fmla="*/ 313 w 338"/>
                  <a:gd name="T3" fmla="*/ 1 h 376"/>
                  <a:gd name="T4" fmla="*/ 310 w 338"/>
                  <a:gd name="T5" fmla="*/ 1 h 376"/>
                  <a:gd name="T6" fmla="*/ 310 w 338"/>
                  <a:gd name="T7" fmla="*/ 0 h 376"/>
                  <a:gd name="T8" fmla="*/ 305 w 338"/>
                  <a:gd name="T9" fmla="*/ 7 h 376"/>
                  <a:gd name="T10" fmla="*/ 284 w 338"/>
                  <a:gd name="T11" fmla="*/ 17 h 376"/>
                  <a:gd name="T12" fmla="*/ 261 w 338"/>
                  <a:gd name="T13" fmla="*/ 24 h 376"/>
                  <a:gd name="T14" fmla="*/ 255 w 338"/>
                  <a:gd name="T15" fmla="*/ 23 h 376"/>
                  <a:gd name="T16" fmla="*/ 250 w 338"/>
                  <a:gd name="T17" fmla="*/ 18 h 376"/>
                  <a:gd name="T18" fmla="*/ 248 w 338"/>
                  <a:gd name="T19" fmla="*/ 12 h 376"/>
                  <a:gd name="T20" fmla="*/ 247 w 338"/>
                  <a:gd name="T21" fmla="*/ 13 h 376"/>
                  <a:gd name="T22" fmla="*/ 247 w 338"/>
                  <a:gd name="T23" fmla="*/ 15 h 376"/>
                  <a:gd name="T24" fmla="*/ 247 w 338"/>
                  <a:gd name="T25" fmla="*/ 18 h 376"/>
                  <a:gd name="T26" fmla="*/ 245 w 338"/>
                  <a:gd name="T27" fmla="*/ 29 h 376"/>
                  <a:gd name="T28" fmla="*/ 238 w 338"/>
                  <a:gd name="T29" fmla="*/ 50 h 376"/>
                  <a:gd name="T30" fmla="*/ 228 w 338"/>
                  <a:gd name="T31" fmla="*/ 97 h 376"/>
                  <a:gd name="T32" fmla="*/ 247 w 338"/>
                  <a:gd name="T33" fmla="*/ 47 h 376"/>
                  <a:gd name="T34" fmla="*/ 248 w 338"/>
                  <a:gd name="T35" fmla="*/ 41 h 376"/>
                  <a:gd name="T36" fmla="*/ 248 w 338"/>
                  <a:gd name="T37" fmla="*/ 30 h 376"/>
                  <a:gd name="T38" fmla="*/ 251 w 338"/>
                  <a:gd name="T39" fmla="*/ 26 h 376"/>
                  <a:gd name="T40" fmla="*/ 261 w 338"/>
                  <a:gd name="T41" fmla="*/ 38 h 376"/>
                  <a:gd name="T42" fmla="*/ 258 w 338"/>
                  <a:gd name="T43" fmla="*/ 47 h 376"/>
                  <a:gd name="T44" fmla="*/ 250 w 338"/>
                  <a:gd name="T45" fmla="*/ 67 h 376"/>
                  <a:gd name="T46" fmla="*/ 245 w 338"/>
                  <a:gd name="T47" fmla="*/ 75 h 376"/>
                  <a:gd name="T48" fmla="*/ 242 w 338"/>
                  <a:gd name="T49" fmla="*/ 84 h 376"/>
                  <a:gd name="T50" fmla="*/ 259 w 338"/>
                  <a:gd name="T51" fmla="*/ 61 h 376"/>
                  <a:gd name="T52" fmla="*/ 307 w 338"/>
                  <a:gd name="T53" fmla="*/ 12 h 376"/>
                  <a:gd name="T54" fmla="*/ 302 w 338"/>
                  <a:gd name="T55" fmla="*/ 356 h 376"/>
                  <a:gd name="T56" fmla="*/ 335 w 338"/>
                  <a:gd name="T57" fmla="*/ 376 h 376"/>
                  <a:gd name="T58" fmla="*/ 338 w 338"/>
                  <a:gd name="T59" fmla="*/ 368 h 376"/>
                  <a:gd name="T60" fmla="*/ 302 w 338"/>
                  <a:gd name="T61" fmla="*/ 356 h 376"/>
                  <a:gd name="T62" fmla="*/ 6 w 338"/>
                  <a:gd name="T63" fmla="*/ 198 h 376"/>
                  <a:gd name="T64" fmla="*/ 14 w 338"/>
                  <a:gd name="T65" fmla="*/ 195 h 376"/>
                  <a:gd name="T66" fmla="*/ 6 w 338"/>
                  <a:gd name="T67" fmla="*/ 178 h 376"/>
                  <a:gd name="T68" fmla="*/ 0 w 338"/>
                  <a:gd name="T69" fmla="*/ 169 h 376"/>
                  <a:gd name="T70" fmla="*/ 5 w 338"/>
                  <a:gd name="T71" fmla="*/ 186 h 376"/>
                  <a:gd name="T72" fmla="*/ 6 w 338"/>
                  <a:gd name="T73" fmla="*/ 19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38" h="376">
                    <a:moveTo>
                      <a:pt x="307" y="12"/>
                    </a:moveTo>
                    <a:lnTo>
                      <a:pt x="307" y="12"/>
                    </a:lnTo>
                    <a:lnTo>
                      <a:pt x="312" y="7"/>
                    </a:lnTo>
                    <a:lnTo>
                      <a:pt x="313" y="1"/>
                    </a:lnTo>
                    <a:lnTo>
                      <a:pt x="313" y="1"/>
                    </a:lnTo>
                    <a:lnTo>
                      <a:pt x="310" y="1"/>
                    </a:lnTo>
                    <a:lnTo>
                      <a:pt x="310" y="0"/>
                    </a:lnTo>
                    <a:lnTo>
                      <a:pt x="310" y="0"/>
                    </a:lnTo>
                    <a:lnTo>
                      <a:pt x="308" y="4"/>
                    </a:lnTo>
                    <a:lnTo>
                      <a:pt x="305" y="7"/>
                    </a:lnTo>
                    <a:lnTo>
                      <a:pt x="305" y="7"/>
                    </a:lnTo>
                    <a:lnTo>
                      <a:pt x="284" y="17"/>
                    </a:lnTo>
                    <a:lnTo>
                      <a:pt x="261" y="24"/>
                    </a:lnTo>
                    <a:lnTo>
                      <a:pt x="261" y="24"/>
                    </a:lnTo>
                    <a:lnTo>
                      <a:pt x="258" y="24"/>
                    </a:lnTo>
                    <a:lnTo>
                      <a:pt x="255" y="23"/>
                    </a:lnTo>
                    <a:lnTo>
                      <a:pt x="251" y="20"/>
                    </a:lnTo>
                    <a:lnTo>
                      <a:pt x="250" y="18"/>
                    </a:lnTo>
                    <a:lnTo>
                      <a:pt x="250" y="18"/>
                    </a:lnTo>
                    <a:lnTo>
                      <a:pt x="248" y="12"/>
                    </a:lnTo>
                    <a:lnTo>
                      <a:pt x="248" y="12"/>
                    </a:lnTo>
                    <a:lnTo>
                      <a:pt x="247" y="13"/>
                    </a:lnTo>
                    <a:lnTo>
                      <a:pt x="247" y="13"/>
                    </a:lnTo>
                    <a:lnTo>
                      <a:pt x="247" y="15"/>
                    </a:lnTo>
                    <a:lnTo>
                      <a:pt x="247" y="18"/>
                    </a:lnTo>
                    <a:lnTo>
                      <a:pt x="247" y="18"/>
                    </a:lnTo>
                    <a:lnTo>
                      <a:pt x="245" y="24"/>
                    </a:lnTo>
                    <a:lnTo>
                      <a:pt x="245" y="29"/>
                    </a:lnTo>
                    <a:lnTo>
                      <a:pt x="245" y="29"/>
                    </a:lnTo>
                    <a:lnTo>
                      <a:pt x="238" y="50"/>
                    </a:lnTo>
                    <a:lnTo>
                      <a:pt x="233" y="72"/>
                    </a:lnTo>
                    <a:lnTo>
                      <a:pt x="228" y="97"/>
                    </a:lnTo>
                    <a:lnTo>
                      <a:pt x="228" y="97"/>
                    </a:lnTo>
                    <a:lnTo>
                      <a:pt x="247" y="47"/>
                    </a:lnTo>
                    <a:lnTo>
                      <a:pt x="247" y="47"/>
                    </a:lnTo>
                    <a:lnTo>
                      <a:pt x="248" y="41"/>
                    </a:lnTo>
                    <a:lnTo>
                      <a:pt x="248" y="35"/>
                    </a:lnTo>
                    <a:lnTo>
                      <a:pt x="248" y="30"/>
                    </a:lnTo>
                    <a:lnTo>
                      <a:pt x="251" y="26"/>
                    </a:lnTo>
                    <a:lnTo>
                      <a:pt x="251" y="26"/>
                    </a:lnTo>
                    <a:lnTo>
                      <a:pt x="258" y="29"/>
                    </a:lnTo>
                    <a:lnTo>
                      <a:pt x="261" y="38"/>
                    </a:lnTo>
                    <a:lnTo>
                      <a:pt x="261" y="38"/>
                    </a:lnTo>
                    <a:lnTo>
                      <a:pt x="258" y="47"/>
                    </a:lnTo>
                    <a:lnTo>
                      <a:pt x="255" y="57"/>
                    </a:lnTo>
                    <a:lnTo>
                      <a:pt x="250" y="67"/>
                    </a:lnTo>
                    <a:lnTo>
                      <a:pt x="250" y="67"/>
                    </a:lnTo>
                    <a:lnTo>
                      <a:pt x="245" y="75"/>
                    </a:lnTo>
                    <a:lnTo>
                      <a:pt x="242" y="84"/>
                    </a:lnTo>
                    <a:lnTo>
                      <a:pt x="242" y="84"/>
                    </a:lnTo>
                    <a:lnTo>
                      <a:pt x="250" y="74"/>
                    </a:lnTo>
                    <a:lnTo>
                      <a:pt x="259" y="61"/>
                    </a:lnTo>
                    <a:lnTo>
                      <a:pt x="259" y="61"/>
                    </a:lnTo>
                    <a:lnTo>
                      <a:pt x="307" y="12"/>
                    </a:lnTo>
                    <a:lnTo>
                      <a:pt x="307" y="12"/>
                    </a:lnTo>
                    <a:close/>
                    <a:moveTo>
                      <a:pt x="302" y="356"/>
                    </a:moveTo>
                    <a:lnTo>
                      <a:pt x="299" y="365"/>
                    </a:lnTo>
                    <a:lnTo>
                      <a:pt x="335" y="376"/>
                    </a:lnTo>
                    <a:lnTo>
                      <a:pt x="338" y="368"/>
                    </a:lnTo>
                    <a:lnTo>
                      <a:pt x="338" y="368"/>
                    </a:lnTo>
                    <a:lnTo>
                      <a:pt x="318" y="360"/>
                    </a:lnTo>
                    <a:lnTo>
                      <a:pt x="302" y="356"/>
                    </a:lnTo>
                    <a:lnTo>
                      <a:pt x="302" y="356"/>
                    </a:lnTo>
                    <a:close/>
                    <a:moveTo>
                      <a:pt x="6" y="198"/>
                    </a:moveTo>
                    <a:lnTo>
                      <a:pt x="14" y="195"/>
                    </a:lnTo>
                    <a:lnTo>
                      <a:pt x="14" y="195"/>
                    </a:lnTo>
                    <a:lnTo>
                      <a:pt x="11" y="186"/>
                    </a:lnTo>
                    <a:lnTo>
                      <a:pt x="6" y="178"/>
                    </a:lnTo>
                    <a:lnTo>
                      <a:pt x="0" y="169"/>
                    </a:lnTo>
                    <a:lnTo>
                      <a:pt x="0" y="169"/>
                    </a:lnTo>
                    <a:lnTo>
                      <a:pt x="3" y="175"/>
                    </a:lnTo>
                    <a:lnTo>
                      <a:pt x="5" y="186"/>
                    </a:lnTo>
                    <a:lnTo>
                      <a:pt x="6" y="198"/>
                    </a:lnTo>
                    <a:lnTo>
                      <a:pt x="6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3995936" y="4527001"/>
              <a:ext cx="398918" cy="1335240"/>
              <a:chOff x="3452813" y="6670699"/>
              <a:chExt cx="612775" cy="2051050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53" name="Freeform 181"/>
              <p:cNvSpPr>
                <a:spLocks/>
              </p:cNvSpPr>
              <p:nvPr/>
            </p:nvSpPr>
            <p:spPr bwMode="auto">
              <a:xfrm>
                <a:off x="3452813" y="7172349"/>
                <a:ext cx="568325" cy="1549400"/>
              </a:xfrm>
              <a:custGeom>
                <a:avLst/>
                <a:gdLst>
                  <a:gd name="T0" fmla="*/ 318 w 358"/>
                  <a:gd name="T1" fmla="*/ 130 h 976"/>
                  <a:gd name="T2" fmla="*/ 316 w 358"/>
                  <a:gd name="T3" fmla="*/ 116 h 976"/>
                  <a:gd name="T4" fmla="*/ 332 w 358"/>
                  <a:gd name="T5" fmla="*/ 114 h 976"/>
                  <a:gd name="T6" fmla="*/ 326 w 358"/>
                  <a:gd name="T7" fmla="*/ 102 h 976"/>
                  <a:gd name="T8" fmla="*/ 198 w 358"/>
                  <a:gd name="T9" fmla="*/ 50 h 976"/>
                  <a:gd name="T10" fmla="*/ 194 w 358"/>
                  <a:gd name="T11" fmla="*/ 24 h 976"/>
                  <a:gd name="T12" fmla="*/ 198 w 358"/>
                  <a:gd name="T13" fmla="*/ 0 h 976"/>
                  <a:gd name="T14" fmla="*/ 172 w 358"/>
                  <a:gd name="T15" fmla="*/ 62 h 976"/>
                  <a:gd name="T16" fmla="*/ 142 w 358"/>
                  <a:gd name="T17" fmla="*/ 130 h 976"/>
                  <a:gd name="T18" fmla="*/ 144 w 358"/>
                  <a:gd name="T19" fmla="*/ 166 h 976"/>
                  <a:gd name="T20" fmla="*/ 142 w 358"/>
                  <a:gd name="T21" fmla="*/ 220 h 976"/>
                  <a:gd name="T22" fmla="*/ 116 w 358"/>
                  <a:gd name="T23" fmla="*/ 372 h 976"/>
                  <a:gd name="T24" fmla="*/ 108 w 358"/>
                  <a:gd name="T25" fmla="*/ 524 h 976"/>
                  <a:gd name="T26" fmla="*/ 104 w 358"/>
                  <a:gd name="T27" fmla="*/ 586 h 976"/>
                  <a:gd name="T28" fmla="*/ 94 w 358"/>
                  <a:gd name="T29" fmla="*/ 646 h 976"/>
                  <a:gd name="T30" fmla="*/ 76 w 358"/>
                  <a:gd name="T31" fmla="*/ 790 h 976"/>
                  <a:gd name="T32" fmla="*/ 64 w 358"/>
                  <a:gd name="T33" fmla="*/ 866 h 976"/>
                  <a:gd name="T34" fmla="*/ 46 w 358"/>
                  <a:gd name="T35" fmla="*/ 920 h 976"/>
                  <a:gd name="T36" fmla="*/ 24 w 358"/>
                  <a:gd name="T37" fmla="*/ 950 h 976"/>
                  <a:gd name="T38" fmla="*/ 0 w 358"/>
                  <a:gd name="T39" fmla="*/ 960 h 976"/>
                  <a:gd name="T40" fmla="*/ 12 w 358"/>
                  <a:gd name="T41" fmla="*/ 974 h 976"/>
                  <a:gd name="T42" fmla="*/ 36 w 358"/>
                  <a:gd name="T43" fmla="*/ 976 h 976"/>
                  <a:gd name="T44" fmla="*/ 74 w 358"/>
                  <a:gd name="T45" fmla="*/ 964 h 976"/>
                  <a:gd name="T46" fmla="*/ 90 w 358"/>
                  <a:gd name="T47" fmla="*/ 936 h 976"/>
                  <a:gd name="T48" fmla="*/ 104 w 358"/>
                  <a:gd name="T49" fmla="*/ 938 h 976"/>
                  <a:gd name="T50" fmla="*/ 108 w 358"/>
                  <a:gd name="T51" fmla="*/ 976 h 976"/>
                  <a:gd name="T52" fmla="*/ 114 w 358"/>
                  <a:gd name="T53" fmla="*/ 970 h 976"/>
                  <a:gd name="T54" fmla="*/ 118 w 358"/>
                  <a:gd name="T55" fmla="*/ 922 h 976"/>
                  <a:gd name="T56" fmla="*/ 126 w 358"/>
                  <a:gd name="T57" fmla="*/ 892 h 976"/>
                  <a:gd name="T58" fmla="*/ 116 w 358"/>
                  <a:gd name="T59" fmla="*/ 862 h 976"/>
                  <a:gd name="T60" fmla="*/ 120 w 358"/>
                  <a:gd name="T61" fmla="*/ 832 h 976"/>
                  <a:gd name="T62" fmla="*/ 162 w 358"/>
                  <a:gd name="T63" fmla="*/ 710 h 976"/>
                  <a:gd name="T64" fmla="*/ 178 w 358"/>
                  <a:gd name="T65" fmla="*/ 598 h 976"/>
                  <a:gd name="T66" fmla="*/ 192 w 358"/>
                  <a:gd name="T67" fmla="*/ 520 h 976"/>
                  <a:gd name="T68" fmla="*/ 226 w 358"/>
                  <a:gd name="T69" fmla="*/ 508 h 976"/>
                  <a:gd name="T70" fmla="*/ 264 w 358"/>
                  <a:gd name="T71" fmla="*/ 512 h 976"/>
                  <a:gd name="T72" fmla="*/ 270 w 358"/>
                  <a:gd name="T73" fmla="*/ 570 h 976"/>
                  <a:gd name="T74" fmla="*/ 270 w 358"/>
                  <a:gd name="T75" fmla="*/ 636 h 976"/>
                  <a:gd name="T76" fmla="*/ 260 w 358"/>
                  <a:gd name="T77" fmla="*/ 832 h 976"/>
                  <a:gd name="T78" fmla="*/ 252 w 358"/>
                  <a:gd name="T79" fmla="*/ 858 h 976"/>
                  <a:gd name="T80" fmla="*/ 236 w 358"/>
                  <a:gd name="T81" fmla="*/ 934 h 976"/>
                  <a:gd name="T82" fmla="*/ 238 w 358"/>
                  <a:gd name="T83" fmla="*/ 954 h 976"/>
                  <a:gd name="T84" fmla="*/ 266 w 358"/>
                  <a:gd name="T85" fmla="*/ 954 h 976"/>
                  <a:gd name="T86" fmla="*/ 296 w 358"/>
                  <a:gd name="T87" fmla="*/ 928 h 976"/>
                  <a:gd name="T88" fmla="*/ 296 w 358"/>
                  <a:gd name="T89" fmla="*/ 900 h 976"/>
                  <a:gd name="T90" fmla="*/ 298 w 358"/>
                  <a:gd name="T91" fmla="*/ 840 h 976"/>
                  <a:gd name="T92" fmla="*/ 316 w 358"/>
                  <a:gd name="T93" fmla="*/ 778 h 976"/>
                  <a:gd name="T94" fmla="*/ 332 w 358"/>
                  <a:gd name="T95" fmla="*/ 722 h 976"/>
                  <a:gd name="T96" fmla="*/ 338 w 358"/>
                  <a:gd name="T97" fmla="*/ 602 h 976"/>
                  <a:gd name="T98" fmla="*/ 338 w 358"/>
                  <a:gd name="T99" fmla="*/ 504 h 976"/>
                  <a:gd name="T100" fmla="*/ 344 w 358"/>
                  <a:gd name="T101" fmla="*/ 482 h 976"/>
                  <a:gd name="T102" fmla="*/ 358 w 358"/>
                  <a:gd name="T103" fmla="*/ 294 h 976"/>
                  <a:gd name="T104" fmla="*/ 350 w 358"/>
                  <a:gd name="T105" fmla="*/ 246 h 976"/>
                  <a:gd name="T106" fmla="*/ 326 w 358"/>
                  <a:gd name="T107" fmla="*/ 162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58" h="976">
                    <a:moveTo>
                      <a:pt x="326" y="162"/>
                    </a:moveTo>
                    <a:lnTo>
                      <a:pt x="326" y="162"/>
                    </a:lnTo>
                    <a:lnTo>
                      <a:pt x="322" y="142"/>
                    </a:lnTo>
                    <a:lnTo>
                      <a:pt x="318" y="130"/>
                    </a:lnTo>
                    <a:lnTo>
                      <a:pt x="314" y="122"/>
                    </a:lnTo>
                    <a:lnTo>
                      <a:pt x="314" y="116"/>
                    </a:lnTo>
                    <a:lnTo>
                      <a:pt x="314" y="116"/>
                    </a:lnTo>
                    <a:lnTo>
                      <a:pt x="316" y="116"/>
                    </a:lnTo>
                    <a:lnTo>
                      <a:pt x="322" y="116"/>
                    </a:lnTo>
                    <a:lnTo>
                      <a:pt x="328" y="116"/>
                    </a:lnTo>
                    <a:lnTo>
                      <a:pt x="332" y="114"/>
                    </a:lnTo>
                    <a:lnTo>
                      <a:pt x="332" y="114"/>
                    </a:lnTo>
                    <a:lnTo>
                      <a:pt x="332" y="108"/>
                    </a:lnTo>
                    <a:lnTo>
                      <a:pt x="332" y="108"/>
                    </a:lnTo>
                    <a:lnTo>
                      <a:pt x="332" y="106"/>
                    </a:lnTo>
                    <a:lnTo>
                      <a:pt x="326" y="102"/>
                    </a:lnTo>
                    <a:lnTo>
                      <a:pt x="310" y="94"/>
                    </a:lnTo>
                    <a:lnTo>
                      <a:pt x="262" y="76"/>
                    </a:lnTo>
                    <a:lnTo>
                      <a:pt x="214" y="58"/>
                    </a:lnTo>
                    <a:lnTo>
                      <a:pt x="198" y="50"/>
                    </a:lnTo>
                    <a:lnTo>
                      <a:pt x="194" y="46"/>
                    </a:lnTo>
                    <a:lnTo>
                      <a:pt x="192" y="44"/>
                    </a:lnTo>
                    <a:lnTo>
                      <a:pt x="192" y="44"/>
                    </a:lnTo>
                    <a:lnTo>
                      <a:pt x="194" y="24"/>
                    </a:lnTo>
                    <a:lnTo>
                      <a:pt x="198" y="2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4" y="18"/>
                    </a:lnTo>
                    <a:lnTo>
                      <a:pt x="188" y="34"/>
                    </a:lnTo>
                    <a:lnTo>
                      <a:pt x="182" y="48"/>
                    </a:lnTo>
                    <a:lnTo>
                      <a:pt x="172" y="62"/>
                    </a:lnTo>
                    <a:lnTo>
                      <a:pt x="162" y="76"/>
                    </a:lnTo>
                    <a:lnTo>
                      <a:pt x="154" y="92"/>
                    </a:lnTo>
                    <a:lnTo>
                      <a:pt x="146" y="110"/>
                    </a:lnTo>
                    <a:lnTo>
                      <a:pt x="142" y="130"/>
                    </a:lnTo>
                    <a:lnTo>
                      <a:pt x="142" y="130"/>
                    </a:lnTo>
                    <a:lnTo>
                      <a:pt x="140" y="140"/>
                    </a:lnTo>
                    <a:lnTo>
                      <a:pt x="140" y="148"/>
                    </a:lnTo>
                    <a:lnTo>
                      <a:pt x="144" y="166"/>
                    </a:lnTo>
                    <a:lnTo>
                      <a:pt x="144" y="190"/>
                    </a:lnTo>
                    <a:lnTo>
                      <a:pt x="144" y="204"/>
                    </a:lnTo>
                    <a:lnTo>
                      <a:pt x="142" y="220"/>
                    </a:lnTo>
                    <a:lnTo>
                      <a:pt x="142" y="220"/>
                    </a:lnTo>
                    <a:lnTo>
                      <a:pt x="130" y="296"/>
                    </a:lnTo>
                    <a:lnTo>
                      <a:pt x="124" y="334"/>
                    </a:lnTo>
                    <a:lnTo>
                      <a:pt x="116" y="372"/>
                    </a:lnTo>
                    <a:lnTo>
                      <a:pt x="116" y="372"/>
                    </a:lnTo>
                    <a:lnTo>
                      <a:pt x="110" y="412"/>
                    </a:lnTo>
                    <a:lnTo>
                      <a:pt x="108" y="450"/>
                    </a:lnTo>
                    <a:lnTo>
                      <a:pt x="108" y="524"/>
                    </a:lnTo>
                    <a:lnTo>
                      <a:pt x="108" y="524"/>
                    </a:lnTo>
                    <a:lnTo>
                      <a:pt x="108" y="538"/>
                    </a:lnTo>
                    <a:lnTo>
                      <a:pt x="106" y="552"/>
                    </a:lnTo>
                    <a:lnTo>
                      <a:pt x="104" y="586"/>
                    </a:lnTo>
                    <a:lnTo>
                      <a:pt x="104" y="586"/>
                    </a:lnTo>
                    <a:lnTo>
                      <a:pt x="104" y="608"/>
                    </a:lnTo>
                    <a:lnTo>
                      <a:pt x="102" y="622"/>
                    </a:lnTo>
                    <a:lnTo>
                      <a:pt x="94" y="646"/>
                    </a:lnTo>
                    <a:lnTo>
                      <a:pt x="94" y="646"/>
                    </a:lnTo>
                    <a:lnTo>
                      <a:pt x="88" y="670"/>
                    </a:lnTo>
                    <a:lnTo>
                      <a:pt x="86" y="694"/>
                    </a:lnTo>
                    <a:lnTo>
                      <a:pt x="80" y="742"/>
                    </a:lnTo>
                    <a:lnTo>
                      <a:pt x="76" y="790"/>
                    </a:lnTo>
                    <a:lnTo>
                      <a:pt x="72" y="812"/>
                    </a:lnTo>
                    <a:lnTo>
                      <a:pt x="68" y="834"/>
                    </a:lnTo>
                    <a:lnTo>
                      <a:pt x="68" y="834"/>
                    </a:lnTo>
                    <a:lnTo>
                      <a:pt x="64" y="866"/>
                    </a:lnTo>
                    <a:lnTo>
                      <a:pt x="60" y="888"/>
                    </a:lnTo>
                    <a:lnTo>
                      <a:pt x="54" y="904"/>
                    </a:lnTo>
                    <a:lnTo>
                      <a:pt x="46" y="920"/>
                    </a:lnTo>
                    <a:lnTo>
                      <a:pt x="46" y="920"/>
                    </a:lnTo>
                    <a:lnTo>
                      <a:pt x="40" y="932"/>
                    </a:lnTo>
                    <a:lnTo>
                      <a:pt x="34" y="942"/>
                    </a:lnTo>
                    <a:lnTo>
                      <a:pt x="30" y="946"/>
                    </a:lnTo>
                    <a:lnTo>
                      <a:pt x="24" y="950"/>
                    </a:lnTo>
                    <a:lnTo>
                      <a:pt x="10" y="954"/>
                    </a:lnTo>
                    <a:lnTo>
                      <a:pt x="10" y="954"/>
                    </a:lnTo>
                    <a:lnTo>
                      <a:pt x="4" y="956"/>
                    </a:lnTo>
                    <a:lnTo>
                      <a:pt x="0" y="960"/>
                    </a:lnTo>
                    <a:lnTo>
                      <a:pt x="0" y="964"/>
                    </a:lnTo>
                    <a:lnTo>
                      <a:pt x="2" y="966"/>
                    </a:lnTo>
                    <a:lnTo>
                      <a:pt x="6" y="970"/>
                    </a:lnTo>
                    <a:lnTo>
                      <a:pt x="12" y="974"/>
                    </a:lnTo>
                    <a:lnTo>
                      <a:pt x="18" y="976"/>
                    </a:lnTo>
                    <a:lnTo>
                      <a:pt x="24" y="976"/>
                    </a:lnTo>
                    <a:lnTo>
                      <a:pt x="24" y="976"/>
                    </a:lnTo>
                    <a:lnTo>
                      <a:pt x="36" y="976"/>
                    </a:lnTo>
                    <a:lnTo>
                      <a:pt x="50" y="976"/>
                    </a:lnTo>
                    <a:lnTo>
                      <a:pt x="64" y="972"/>
                    </a:lnTo>
                    <a:lnTo>
                      <a:pt x="70" y="970"/>
                    </a:lnTo>
                    <a:lnTo>
                      <a:pt x="74" y="964"/>
                    </a:lnTo>
                    <a:lnTo>
                      <a:pt x="74" y="964"/>
                    </a:lnTo>
                    <a:lnTo>
                      <a:pt x="84" y="948"/>
                    </a:lnTo>
                    <a:lnTo>
                      <a:pt x="90" y="936"/>
                    </a:lnTo>
                    <a:lnTo>
                      <a:pt x="90" y="936"/>
                    </a:lnTo>
                    <a:lnTo>
                      <a:pt x="94" y="934"/>
                    </a:lnTo>
                    <a:lnTo>
                      <a:pt x="98" y="934"/>
                    </a:lnTo>
                    <a:lnTo>
                      <a:pt x="102" y="934"/>
                    </a:lnTo>
                    <a:lnTo>
                      <a:pt x="104" y="938"/>
                    </a:lnTo>
                    <a:lnTo>
                      <a:pt x="104" y="938"/>
                    </a:lnTo>
                    <a:lnTo>
                      <a:pt x="106" y="958"/>
                    </a:lnTo>
                    <a:lnTo>
                      <a:pt x="106" y="970"/>
                    </a:lnTo>
                    <a:lnTo>
                      <a:pt x="108" y="976"/>
                    </a:lnTo>
                    <a:lnTo>
                      <a:pt x="108" y="976"/>
                    </a:lnTo>
                    <a:lnTo>
                      <a:pt x="112" y="976"/>
                    </a:lnTo>
                    <a:lnTo>
                      <a:pt x="112" y="976"/>
                    </a:lnTo>
                    <a:lnTo>
                      <a:pt x="114" y="970"/>
                    </a:lnTo>
                    <a:lnTo>
                      <a:pt x="114" y="960"/>
                    </a:lnTo>
                    <a:lnTo>
                      <a:pt x="116" y="926"/>
                    </a:lnTo>
                    <a:lnTo>
                      <a:pt x="116" y="926"/>
                    </a:lnTo>
                    <a:lnTo>
                      <a:pt x="118" y="922"/>
                    </a:lnTo>
                    <a:lnTo>
                      <a:pt x="122" y="914"/>
                    </a:lnTo>
                    <a:lnTo>
                      <a:pt x="126" y="904"/>
                    </a:lnTo>
                    <a:lnTo>
                      <a:pt x="126" y="898"/>
                    </a:lnTo>
                    <a:lnTo>
                      <a:pt x="126" y="892"/>
                    </a:lnTo>
                    <a:lnTo>
                      <a:pt x="126" y="892"/>
                    </a:lnTo>
                    <a:lnTo>
                      <a:pt x="126" y="884"/>
                    </a:lnTo>
                    <a:lnTo>
                      <a:pt x="120" y="874"/>
                    </a:lnTo>
                    <a:lnTo>
                      <a:pt x="116" y="862"/>
                    </a:lnTo>
                    <a:lnTo>
                      <a:pt x="114" y="854"/>
                    </a:lnTo>
                    <a:lnTo>
                      <a:pt x="114" y="854"/>
                    </a:lnTo>
                    <a:lnTo>
                      <a:pt x="116" y="842"/>
                    </a:lnTo>
                    <a:lnTo>
                      <a:pt x="120" y="832"/>
                    </a:lnTo>
                    <a:lnTo>
                      <a:pt x="132" y="800"/>
                    </a:lnTo>
                    <a:lnTo>
                      <a:pt x="132" y="800"/>
                    </a:lnTo>
                    <a:lnTo>
                      <a:pt x="152" y="738"/>
                    </a:lnTo>
                    <a:lnTo>
                      <a:pt x="162" y="710"/>
                    </a:lnTo>
                    <a:lnTo>
                      <a:pt x="168" y="680"/>
                    </a:lnTo>
                    <a:lnTo>
                      <a:pt x="168" y="680"/>
                    </a:lnTo>
                    <a:lnTo>
                      <a:pt x="172" y="630"/>
                    </a:lnTo>
                    <a:lnTo>
                      <a:pt x="178" y="598"/>
                    </a:lnTo>
                    <a:lnTo>
                      <a:pt x="184" y="576"/>
                    </a:lnTo>
                    <a:lnTo>
                      <a:pt x="188" y="558"/>
                    </a:lnTo>
                    <a:lnTo>
                      <a:pt x="188" y="558"/>
                    </a:lnTo>
                    <a:lnTo>
                      <a:pt x="192" y="520"/>
                    </a:lnTo>
                    <a:lnTo>
                      <a:pt x="194" y="514"/>
                    </a:lnTo>
                    <a:lnTo>
                      <a:pt x="200" y="512"/>
                    </a:lnTo>
                    <a:lnTo>
                      <a:pt x="200" y="512"/>
                    </a:lnTo>
                    <a:lnTo>
                      <a:pt x="226" y="508"/>
                    </a:lnTo>
                    <a:lnTo>
                      <a:pt x="256" y="508"/>
                    </a:lnTo>
                    <a:lnTo>
                      <a:pt x="256" y="508"/>
                    </a:lnTo>
                    <a:lnTo>
                      <a:pt x="262" y="508"/>
                    </a:lnTo>
                    <a:lnTo>
                      <a:pt x="264" y="512"/>
                    </a:lnTo>
                    <a:lnTo>
                      <a:pt x="264" y="536"/>
                    </a:lnTo>
                    <a:lnTo>
                      <a:pt x="264" y="536"/>
                    </a:lnTo>
                    <a:lnTo>
                      <a:pt x="266" y="550"/>
                    </a:lnTo>
                    <a:lnTo>
                      <a:pt x="270" y="570"/>
                    </a:lnTo>
                    <a:lnTo>
                      <a:pt x="272" y="598"/>
                    </a:lnTo>
                    <a:lnTo>
                      <a:pt x="272" y="616"/>
                    </a:lnTo>
                    <a:lnTo>
                      <a:pt x="270" y="636"/>
                    </a:lnTo>
                    <a:lnTo>
                      <a:pt x="270" y="636"/>
                    </a:lnTo>
                    <a:lnTo>
                      <a:pt x="268" y="756"/>
                    </a:lnTo>
                    <a:lnTo>
                      <a:pt x="266" y="786"/>
                    </a:lnTo>
                    <a:lnTo>
                      <a:pt x="264" y="810"/>
                    </a:lnTo>
                    <a:lnTo>
                      <a:pt x="260" y="832"/>
                    </a:lnTo>
                    <a:lnTo>
                      <a:pt x="254" y="846"/>
                    </a:lnTo>
                    <a:lnTo>
                      <a:pt x="254" y="846"/>
                    </a:lnTo>
                    <a:lnTo>
                      <a:pt x="252" y="858"/>
                    </a:lnTo>
                    <a:lnTo>
                      <a:pt x="252" y="858"/>
                    </a:lnTo>
                    <a:lnTo>
                      <a:pt x="250" y="880"/>
                    </a:lnTo>
                    <a:lnTo>
                      <a:pt x="246" y="896"/>
                    </a:lnTo>
                    <a:lnTo>
                      <a:pt x="236" y="934"/>
                    </a:lnTo>
                    <a:lnTo>
                      <a:pt x="236" y="934"/>
                    </a:lnTo>
                    <a:lnTo>
                      <a:pt x="234" y="942"/>
                    </a:lnTo>
                    <a:lnTo>
                      <a:pt x="234" y="948"/>
                    </a:lnTo>
                    <a:lnTo>
                      <a:pt x="236" y="952"/>
                    </a:lnTo>
                    <a:lnTo>
                      <a:pt x="238" y="954"/>
                    </a:lnTo>
                    <a:lnTo>
                      <a:pt x="248" y="956"/>
                    </a:lnTo>
                    <a:lnTo>
                      <a:pt x="260" y="956"/>
                    </a:lnTo>
                    <a:lnTo>
                      <a:pt x="260" y="956"/>
                    </a:lnTo>
                    <a:lnTo>
                      <a:pt x="266" y="954"/>
                    </a:lnTo>
                    <a:lnTo>
                      <a:pt x="274" y="952"/>
                    </a:lnTo>
                    <a:lnTo>
                      <a:pt x="288" y="942"/>
                    </a:lnTo>
                    <a:lnTo>
                      <a:pt x="292" y="936"/>
                    </a:lnTo>
                    <a:lnTo>
                      <a:pt x="296" y="928"/>
                    </a:lnTo>
                    <a:lnTo>
                      <a:pt x="298" y="922"/>
                    </a:lnTo>
                    <a:lnTo>
                      <a:pt x="298" y="916"/>
                    </a:lnTo>
                    <a:lnTo>
                      <a:pt x="298" y="916"/>
                    </a:lnTo>
                    <a:lnTo>
                      <a:pt x="296" y="900"/>
                    </a:lnTo>
                    <a:lnTo>
                      <a:pt x="298" y="878"/>
                    </a:lnTo>
                    <a:lnTo>
                      <a:pt x="298" y="856"/>
                    </a:lnTo>
                    <a:lnTo>
                      <a:pt x="298" y="840"/>
                    </a:lnTo>
                    <a:lnTo>
                      <a:pt x="298" y="840"/>
                    </a:lnTo>
                    <a:lnTo>
                      <a:pt x="298" y="832"/>
                    </a:lnTo>
                    <a:lnTo>
                      <a:pt x="300" y="822"/>
                    </a:lnTo>
                    <a:lnTo>
                      <a:pt x="308" y="800"/>
                    </a:lnTo>
                    <a:lnTo>
                      <a:pt x="316" y="778"/>
                    </a:lnTo>
                    <a:lnTo>
                      <a:pt x="322" y="760"/>
                    </a:lnTo>
                    <a:lnTo>
                      <a:pt x="322" y="760"/>
                    </a:lnTo>
                    <a:lnTo>
                      <a:pt x="328" y="742"/>
                    </a:lnTo>
                    <a:lnTo>
                      <a:pt x="332" y="722"/>
                    </a:lnTo>
                    <a:lnTo>
                      <a:pt x="338" y="684"/>
                    </a:lnTo>
                    <a:lnTo>
                      <a:pt x="340" y="644"/>
                    </a:lnTo>
                    <a:lnTo>
                      <a:pt x="338" y="602"/>
                    </a:lnTo>
                    <a:lnTo>
                      <a:pt x="338" y="602"/>
                    </a:lnTo>
                    <a:lnTo>
                      <a:pt x="338" y="556"/>
                    </a:lnTo>
                    <a:lnTo>
                      <a:pt x="336" y="510"/>
                    </a:lnTo>
                    <a:lnTo>
                      <a:pt x="336" y="510"/>
                    </a:lnTo>
                    <a:lnTo>
                      <a:pt x="338" y="504"/>
                    </a:lnTo>
                    <a:lnTo>
                      <a:pt x="340" y="498"/>
                    </a:lnTo>
                    <a:lnTo>
                      <a:pt x="344" y="492"/>
                    </a:lnTo>
                    <a:lnTo>
                      <a:pt x="344" y="482"/>
                    </a:lnTo>
                    <a:lnTo>
                      <a:pt x="344" y="482"/>
                    </a:lnTo>
                    <a:lnTo>
                      <a:pt x="350" y="426"/>
                    </a:lnTo>
                    <a:lnTo>
                      <a:pt x="356" y="370"/>
                    </a:lnTo>
                    <a:lnTo>
                      <a:pt x="358" y="320"/>
                    </a:lnTo>
                    <a:lnTo>
                      <a:pt x="358" y="294"/>
                    </a:lnTo>
                    <a:lnTo>
                      <a:pt x="356" y="272"/>
                    </a:lnTo>
                    <a:lnTo>
                      <a:pt x="356" y="272"/>
                    </a:lnTo>
                    <a:lnTo>
                      <a:pt x="354" y="260"/>
                    </a:lnTo>
                    <a:lnTo>
                      <a:pt x="350" y="246"/>
                    </a:lnTo>
                    <a:lnTo>
                      <a:pt x="340" y="216"/>
                    </a:lnTo>
                    <a:lnTo>
                      <a:pt x="330" y="188"/>
                    </a:lnTo>
                    <a:lnTo>
                      <a:pt x="326" y="174"/>
                    </a:lnTo>
                    <a:lnTo>
                      <a:pt x="326" y="162"/>
                    </a:lnTo>
                    <a:lnTo>
                      <a:pt x="326" y="1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Freeform 182"/>
              <p:cNvSpPr>
                <a:spLocks/>
              </p:cNvSpPr>
              <p:nvPr/>
            </p:nvSpPr>
            <p:spPr bwMode="auto">
              <a:xfrm>
                <a:off x="3525838" y="6969149"/>
                <a:ext cx="539750" cy="419100"/>
              </a:xfrm>
              <a:custGeom>
                <a:avLst/>
                <a:gdLst>
                  <a:gd name="T0" fmla="*/ 256 w 340"/>
                  <a:gd name="T1" fmla="*/ 34 h 264"/>
                  <a:gd name="T2" fmla="*/ 270 w 340"/>
                  <a:gd name="T3" fmla="*/ 36 h 264"/>
                  <a:gd name="T4" fmla="*/ 318 w 340"/>
                  <a:gd name="T5" fmla="*/ 28 h 264"/>
                  <a:gd name="T6" fmla="*/ 324 w 340"/>
                  <a:gd name="T7" fmla="*/ 30 h 264"/>
                  <a:gd name="T8" fmla="*/ 334 w 340"/>
                  <a:gd name="T9" fmla="*/ 36 h 264"/>
                  <a:gd name="T10" fmla="*/ 338 w 340"/>
                  <a:gd name="T11" fmla="*/ 54 h 264"/>
                  <a:gd name="T12" fmla="*/ 340 w 340"/>
                  <a:gd name="T13" fmla="*/ 66 h 264"/>
                  <a:gd name="T14" fmla="*/ 336 w 340"/>
                  <a:gd name="T15" fmla="*/ 98 h 264"/>
                  <a:gd name="T16" fmla="*/ 320 w 340"/>
                  <a:gd name="T17" fmla="*/ 150 h 264"/>
                  <a:gd name="T18" fmla="*/ 312 w 340"/>
                  <a:gd name="T19" fmla="*/ 170 h 264"/>
                  <a:gd name="T20" fmla="*/ 292 w 340"/>
                  <a:gd name="T21" fmla="*/ 212 h 264"/>
                  <a:gd name="T22" fmla="*/ 272 w 340"/>
                  <a:gd name="T23" fmla="*/ 240 h 264"/>
                  <a:gd name="T24" fmla="*/ 252 w 340"/>
                  <a:gd name="T25" fmla="*/ 258 h 264"/>
                  <a:gd name="T26" fmla="*/ 238 w 340"/>
                  <a:gd name="T27" fmla="*/ 264 h 264"/>
                  <a:gd name="T28" fmla="*/ 230 w 340"/>
                  <a:gd name="T29" fmla="*/ 262 h 264"/>
                  <a:gd name="T30" fmla="*/ 218 w 340"/>
                  <a:gd name="T31" fmla="*/ 250 h 264"/>
                  <a:gd name="T32" fmla="*/ 212 w 340"/>
                  <a:gd name="T33" fmla="*/ 236 h 264"/>
                  <a:gd name="T34" fmla="*/ 198 w 340"/>
                  <a:gd name="T35" fmla="*/ 210 h 264"/>
                  <a:gd name="T36" fmla="*/ 184 w 340"/>
                  <a:gd name="T37" fmla="*/ 202 h 264"/>
                  <a:gd name="T38" fmla="*/ 170 w 340"/>
                  <a:gd name="T39" fmla="*/ 206 h 264"/>
                  <a:gd name="T40" fmla="*/ 140 w 340"/>
                  <a:gd name="T41" fmla="*/ 234 h 264"/>
                  <a:gd name="T42" fmla="*/ 118 w 340"/>
                  <a:gd name="T43" fmla="*/ 254 h 264"/>
                  <a:gd name="T44" fmla="*/ 102 w 340"/>
                  <a:gd name="T45" fmla="*/ 256 h 264"/>
                  <a:gd name="T46" fmla="*/ 94 w 340"/>
                  <a:gd name="T47" fmla="*/ 254 h 264"/>
                  <a:gd name="T48" fmla="*/ 80 w 340"/>
                  <a:gd name="T49" fmla="*/ 238 h 264"/>
                  <a:gd name="T50" fmla="*/ 68 w 340"/>
                  <a:gd name="T51" fmla="*/ 230 h 264"/>
                  <a:gd name="T52" fmla="*/ 64 w 340"/>
                  <a:gd name="T53" fmla="*/ 232 h 264"/>
                  <a:gd name="T54" fmla="*/ 54 w 340"/>
                  <a:gd name="T55" fmla="*/ 238 h 264"/>
                  <a:gd name="T56" fmla="*/ 24 w 340"/>
                  <a:gd name="T57" fmla="*/ 240 h 264"/>
                  <a:gd name="T58" fmla="*/ 14 w 340"/>
                  <a:gd name="T59" fmla="*/ 240 h 264"/>
                  <a:gd name="T60" fmla="*/ 4 w 340"/>
                  <a:gd name="T61" fmla="*/ 230 h 264"/>
                  <a:gd name="T62" fmla="*/ 0 w 340"/>
                  <a:gd name="T63" fmla="*/ 212 h 264"/>
                  <a:gd name="T64" fmla="*/ 4 w 340"/>
                  <a:gd name="T65" fmla="*/ 186 h 264"/>
                  <a:gd name="T66" fmla="*/ 18 w 340"/>
                  <a:gd name="T67" fmla="*/ 158 h 264"/>
                  <a:gd name="T68" fmla="*/ 42 w 340"/>
                  <a:gd name="T69" fmla="*/ 124 h 264"/>
                  <a:gd name="T70" fmla="*/ 86 w 340"/>
                  <a:gd name="T71" fmla="*/ 50 h 264"/>
                  <a:gd name="T72" fmla="*/ 92 w 340"/>
                  <a:gd name="T73" fmla="*/ 42 h 264"/>
                  <a:gd name="T74" fmla="*/ 106 w 340"/>
                  <a:gd name="T75" fmla="*/ 32 h 264"/>
                  <a:gd name="T76" fmla="*/ 130 w 340"/>
                  <a:gd name="T77" fmla="*/ 26 h 264"/>
                  <a:gd name="T78" fmla="*/ 144 w 340"/>
                  <a:gd name="T79" fmla="*/ 26 h 264"/>
                  <a:gd name="T80" fmla="*/ 154 w 340"/>
                  <a:gd name="T81" fmla="*/ 24 h 264"/>
                  <a:gd name="T82" fmla="*/ 162 w 340"/>
                  <a:gd name="T83" fmla="*/ 12 h 264"/>
                  <a:gd name="T84" fmla="*/ 170 w 340"/>
                  <a:gd name="T85" fmla="*/ 4 h 264"/>
                  <a:gd name="T86" fmla="*/ 178 w 340"/>
                  <a:gd name="T87" fmla="*/ 0 h 264"/>
                  <a:gd name="T88" fmla="*/ 202 w 340"/>
                  <a:gd name="T89" fmla="*/ 4 h 264"/>
                  <a:gd name="T90" fmla="*/ 220 w 340"/>
                  <a:gd name="T91" fmla="*/ 4 h 264"/>
                  <a:gd name="T92" fmla="*/ 236 w 340"/>
                  <a:gd name="T93" fmla="*/ 6 h 264"/>
                  <a:gd name="T94" fmla="*/ 242 w 340"/>
                  <a:gd name="T95" fmla="*/ 12 h 264"/>
                  <a:gd name="T96" fmla="*/ 250 w 340"/>
                  <a:gd name="T97" fmla="*/ 28 h 264"/>
                  <a:gd name="T98" fmla="*/ 256 w 340"/>
                  <a:gd name="T99" fmla="*/ 3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0" h="264">
                    <a:moveTo>
                      <a:pt x="256" y="34"/>
                    </a:moveTo>
                    <a:lnTo>
                      <a:pt x="256" y="34"/>
                    </a:lnTo>
                    <a:lnTo>
                      <a:pt x="262" y="36"/>
                    </a:lnTo>
                    <a:lnTo>
                      <a:pt x="270" y="36"/>
                    </a:lnTo>
                    <a:lnTo>
                      <a:pt x="288" y="34"/>
                    </a:lnTo>
                    <a:lnTo>
                      <a:pt x="318" y="28"/>
                    </a:lnTo>
                    <a:lnTo>
                      <a:pt x="318" y="28"/>
                    </a:lnTo>
                    <a:lnTo>
                      <a:pt x="324" y="30"/>
                    </a:lnTo>
                    <a:lnTo>
                      <a:pt x="330" y="32"/>
                    </a:lnTo>
                    <a:lnTo>
                      <a:pt x="334" y="36"/>
                    </a:lnTo>
                    <a:lnTo>
                      <a:pt x="336" y="42"/>
                    </a:lnTo>
                    <a:lnTo>
                      <a:pt x="338" y="54"/>
                    </a:lnTo>
                    <a:lnTo>
                      <a:pt x="340" y="66"/>
                    </a:lnTo>
                    <a:lnTo>
                      <a:pt x="340" y="66"/>
                    </a:lnTo>
                    <a:lnTo>
                      <a:pt x="338" y="84"/>
                    </a:lnTo>
                    <a:lnTo>
                      <a:pt x="336" y="98"/>
                    </a:lnTo>
                    <a:lnTo>
                      <a:pt x="330" y="126"/>
                    </a:lnTo>
                    <a:lnTo>
                      <a:pt x="320" y="150"/>
                    </a:lnTo>
                    <a:lnTo>
                      <a:pt x="312" y="170"/>
                    </a:lnTo>
                    <a:lnTo>
                      <a:pt x="312" y="170"/>
                    </a:lnTo>
                    <a:lnTo>
                      <a:pt x="302" y="192"/>
                    </a:lnTo>
                    <a:lnTo>
                      <a:pt x="292" y="212"/>
                    </a:lnTo>
                    <a:lnTo>
                      <a:pt x="282" y="228"/>
                    </a:lnTo>
                    <a:lnTo>
                      <a:pt x="272" y="240"/>
                    </a:lnTo>
                    <a:lnTo>
                      <a:pt x="262" y="250"/>
                    </a:lnTo>
                    <a:lnTo>
                      <a:pt x="252" y="258"/>
                    </a:lnTo>
                    <a:lnTo>
                      <a:pt x="244" y="262"/>
                    </a:lnTo>
                    <a:lnTo>
                      <a:pt x="238" y="264"/>
                    </a:lnTo>
                    <a:lnTo>
                      <a:pt x="238" y="264"/>
                    </a:lnTo>
                    <a:lnTo>
                      <a:pt x="230" y="262"/>
                    </a:lnTo>
                    <a:lnTo>
                      <a:pt x="224" y="258"/>
                    </a:lnTo>
                    <a:lnTo>
                      <a:pt x="218" y="250"/>
                    </a:lnTo>
                    <a:lnTo>
                      <a:pt x="212" y="236"/>
                    </a:lnTo>
                    <a:lnTo>
                      <a:pt x="212" y="236"/>
                    </a:lnTo>
                    <a:lnTo>
                      <a:pt x="204" y="220"/>
                    </a:lnTo>
                    <a:lnTo>
                      <a:pt x="198" y="210"/>
                    </a:lnTo>
                    <a:lnTo>
                      <a:pt x="192" y="204"/>
                    </a:lnTo>
                    <a:lnTo>
                      <a:pt x="184" y="202"/>
                    </a:lnTo>
                    <a:lnTo>
                      <a:pt x="178" y="204"/>
                    </a:lnTo>
                    <a:lnTo>
                      <a:pt x="170" y="206"/>
                    </a:lnTo>
                    <a:lnTo>
                      <a:pt x="156" y="220"/>
                    </a:lnTo>
                    <a:lnTo>
                      <a:pt x="140" y="234"/>
                    </a:lnTo>
                    <a:lnTo>
                      <a:pt x="126" y="248"/>
                    </a:lnTo>
                    <a:lnTo>
                      <a:pt x="118" y="254"/>
                    </a:lnTo>
                    <a:lnTo>
                      <a:pt x="110" y="256"/>
                    </a:lnTo>
                    <a:lnTo>
                      <a:pt x="102" y="256"/>
                    </a:lnTo>
                    <a:lnTo>
                      <a:pt x="94" y="254"/>
                    </a:lnTo>
                    <a:lnTo>
                      <a:pt x="94" y="254"/>
                    </a:lnTo>
                    <a:lnTo>
                      <a:pt x="88" y="246"/>
                    </a:lnTo>
                    <a:lnTo>
                      <a:pt x="80" y="238"/>
                    </a:lnTo>
                    <a:lnTo>
                      <a:pt x="72" y="232"/>
                    </a:lnTo>
                    <a:lnTo>
                      <a:pt x="68" y="230"/>
                    </a:lnTo>
                    <a:lnTo>
                      <a:pt x="64" y="232"/>
                    </a:lnTo>
                    <a:lnTo>
                      <a:pt x="64" y="232"/>
                    </a:lnTo>
                    <a:lnTo>
                      <a:pt x="60" y="236"/>
                    </a:lnTo>
                    <a:lnTo>
                      <a:pt x="54" y="238"/>
                    </a:lnTo>
                    <a:lnTo>
                      <a:pt x="38" y="240"/>
                    </a:lnTo>
                    <a:lnTo>
                      <a:pt x="24" y="240"/>
                    </a:lnTo>
                    <a:lnTo>
                      <a:pt x="14" y="240"/>
                    </a:lnTo>
                    <a:lnTo>
                      <a:pt x="14" y="240"/>
                    </a:lnTo>
                    <a:lnTo>
                      <a:pt x="8" y="236"/>
                    </a:lnTo>
                    <a:lnTo>
                      <a:pt x="4" y="230"/>
                    </a:lnTo>
                    <a:lnTo>
                      <a:pt x="0" y="222"/>
                    </a:lnTo>
                    <a:lnTo>
                      <a:pt x="0" y="212"/>
                    </a:lnTo>
                    <a:lnTo>
                      <a:pt x="0" y="200"/>
                    </a:lnTo>
                    <a:lnTo>
                      <a:pt x="4" y="186"/>
                    </a:lnTo>
                    <a:lnTo>
                      <a:pt x="10" y="172"/>
                    </a:lnTo>
                    <a:lnTo>
                      <a:pt x="18" y="158"/>
                    </a:lnTo>
                    <a:lnTo>
                      <a:pt x="18" y="158"/>
                    </a:lnTo>
                    <a:lnTo>
                      <a:pt x="42" y="124"/>
                    </a:lnTo>
                    <a:lnTo>
                      <a:pt x="58" y="94"/>
                    </a:lnTo>
                    <a:lnTo>
                      <a:pt x="86" y="50"/>
                    </a:lnTo>
                    <a:lnTo>
                      <a:pt x="86" y="50"/>
                    </a:lnTo>
                    <a:lnTo>
                      <a:pt x="92" y="42"/>
                    </a:lnTo>
                    <a:lnTo>
                      <a:pt x="100" y="36"/>
                    </a:lnTo>
                    <a:lnTo>
                      <a:pt x="106" y="32"/>
                    </a:lnTo>
                    <a:lnTo>
                      <a:pt x="114" y="30"/>
                    </a:lnTo>
                    <a:lnTo>
                      <a:pt x="130" y="26"/>
                    </a:lnTo>
                    <a:lnTo>
                      <a:pt x="144" y="26"/>
                    </a:lnTo>
                    <a:lnTo>
                      <a:pt x="144" y="26"/>
                    </a:lnTo>
                    <a:lnTo>
                      <a:pt x="150" y="24"/>
                    </a:lnTo>
                    <a:lnTo>
                      <a:pt x="154" y="24"/>
                    </a:lnTo>
                    <a:lnTo>
                      <a:pt x="158" y="18"/>
                    </a:lnTo>
                    <a:lnTo>
                      <a:pt x="162" y="12"/>
                    </a:lnTo>
                    <a:lnTo>
                      <a:pt x="170" y="4"/>
                    </a:lnTo>
                    <a:lnTo>
                      <a:pt x="170" y="4"/>
                    </a:lnTo>
                    <a:lnTo>
                      <a:pt x="174" y="2"/>
                    </a:lnTo>
                    <a:lnTo>
                      <a:pt x="178" y="0"/>
                    </a:lnTo>
                    <a:lnTo>
                      <a:pt x="188" y="2"/>
                    </a:lnTo>
                    <a:lnTo>
                      <a:pt x="202" y="4"/>
                    </a:lnTo>
                    <a:lnTo>
                      <a:pt x="220" y="4"/>
                    </a:lnTo>
                    <a:lnTo>
                      <a:pt x="220" y="4"/>
                    </a:lnTo>
                    <a:lnTo>
                      <a:pt x="230" y="4"/>
                    </a:lnTo>
                    <a:lnTo>
                      <a:pt x="236" y="6"/>
                    </a:lnTo>
                    <a:lnTo>
                      <a:pt x="240" y="8"/>
                    </a:lnTo>
                    <a:lnTo>
                      <a:pt x="242" y="12"/>
                    </a:lnTo>
                    <a:lnTo>
                      <a:pt x="246" y="22"/>
                    </a:lnTo>
                    <a:lnTo>
                      <a:pt x="250" y="28"/>
                    </a:lnTo>
                    <a:lnTo>
                      <a:pt x="256" y="34"/>
                    </a:lnTo>
                    <a:lnTo>
                      <a:pt x="256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Freeform 183"/>
              <p:cNvSpPr>
                <a:spLocks/>
              </p:cNvSpPr>
              <p:nvPr/>
            </p:nvSpPr>
            <p:spPr bwMode="auto">
              <a:xfrm>
                <a:off x="3729038" y="6670699"/>
                <a:ext cx="298450" cy="501650"/>
              </a:xfrm>
              <a:custGeom>
                <a:avLst/>
                <a:gdLst>
                  <a:gd name="T0" fmla="*/ 98 w 188"/>
                  <a:gd name="T1" fmla="*/ 198 h 316"/>
                  <a:gd name="T2" fmla="*/ 106 w 188"/>
                  <a:gd name="T3" fmla="*/ 198 h 316"/>
                  <a:gd name="T4" fmla="*/ 118 w 188"/>
                  <a:gd name="T5" fmla="*/ 214 h 316"/>
                  <a:gd name="T6" fmla="*/ 124 w 188"/>
                  <a:gd name="T7" fmla="*/ 220 h 316"/>
                  <a:gd name="T8" fmla="*/ 136 w 188"/>
                  <a:gd name="T9" fmla="*/ 230 h 316"/>
                  <a:gd name="T10" fmla="*/ 144 w 188"/>
                  <a:gd name="T11" fmla="*/ 234 h 316"/>
                  <a:gd name="T12" fmla="*/ 146 w 188"/>
                  <a:gd name="T13" fmla="*/ 240 h 316"/>
                  <a:gd name="T14" fmla="*/ 144 w 188"/>
                  <a:gd name="T15" fmla="*/ 248 h 316"/>
                  <a:gd name="T16" fmla="*/ 144 w 188"/>
                  <a:gd name="T17" fmla="*/ 250 h 316"/>
                  <a:gd name="T18" fmla="*/ 148 w 188"/>
                  <a:gd name="T19" fmla="*/ 254 h 316"/>
                  <a:gd name="T20" fmla="*/ 154 w 188"/>
                  <a:gd name="T21" fmla="*/ 254 h 316"/>
                  <a:gd name="T22" fmla="*/ 156 w 188"/>
                  <a:gd name="T23" fmla="*/ 256 h 316"/>
                  <a:gd name="T24" fmla="*/ 164 w 188"/>
                  <a:gd name="T25" fmla="*/ 268 h 316"/>
                  <a:gd name="T26" fmla="*/ 170 w 188"/>
                  <a:gd name="T27" fmla="*/ 274 h 316"/>
                  <a:gd name="T28" fmla="*/ 176 w 188"/>
                  <a:gd name="T29" fmla="*/ 272 h 316"/>
                  <a:gd name="T30" fmla="*/ 176 w 188"/>
                  <a:gd name="T31" fmla="*/ 266 h 316"/>
                  <a:gd name="T32" fmla="*/ 172 w 188"/>
                  <a:gd name="T33" fmla="*/ 244 h 316"/>
                  <a:gd name="T34" fmla="*/ 172 w 188"/>
                  <a:gd name="T35" fmla="*/ 240 h 316"/>
                  <a:gd name="T36" fmla="*/ 180 w 188"/>
                  <a:gd name="T37" fmla="*/ 236 h 316"/>
                  <a:gd name="T38" fmla="*/ 188 w 188"/>
                  <a:gd name="T39" fmla="*/ 232 h 316"/>
                  <a:gd name="T40" fmla="*/ 188 w 188"/>
                  <a:gd name="T41" fmla="*/ 228 h 316"/>
                  <a:gd name="T42" fmla="*/ 186 w 188"/>
                  <a:gd name="T43" fmla="*/ 212 h 316"/>
                  <a:gd name="T44" fmla="*/ 178 w 188"/>
                  <a:gd name="T45" fmla="*/ 194 h 316"/>
                  <a:gd name="T46" fmla="*/ 174 w 188"/>
                  <a:gd name="T47" fmla="*/ 182 h 316"/>
                  <a:gd name="T48" fmla="*/ 176 w 188"/>
                  <a:gd name="T49" fmla="*/ 168 h 316"/>
                  <a:gd name="T50" fmla="*/ 184 w 188"/>
                  <a:gd name="T51" fmla="*/ 132 h 316"/>
                  <a:gd name="T52" fmla="*/ 182 w 188"/>
                  <a:gd name="T53" fmla="*/ 114 h 316"/>
                  <a:gd name="T54" fmla="*/ 174 w 188"/>
                  <a:gd name="T55" fmla="*/ 96 h 316"/>
                  <a:gd name="T56" fmla="*/ 150 w 188"/>
                  <a:gd name="T57" fmla="*/ 54 h 316"/>
                  <a:gd name="T58" fmla="*/ 144 w 188"/>
                  <a:gd name="T59" fmla="*/ 40 h 316"/>
                  <a:gd name="T60" fmla="*/ 122 w 188"/>
                  <a:gd name="T61" fmla="*/ 20 h 316"/>
                  <a:gd name="T62" fmla="*/ 96 w 188"/>
                  <a:gd name="T63" fmla="*/ 6 h 316"/>
                  <a:gd name="T64" fmla="*/ 72 w 188"/>
                  <a:gd name="T65" fmla="*/ 2 h 316"/>
                  <a:gd name="T66" fmla="*/ 60 w 188"/>
                  <a:gd name="T67" fmla="*/ 0 h 316"/>
                  <a:gd name="T68" fmla="*/ 38 w 188"/>
                  <a:gd name="T69" fmla="*/ 6 h 316"/>
                  <a:gd name="T70" fmla="*/ 20 w 188"/>
                  <a:gd name="T71" fmla="*/ 20 h 316"/>
                  <a:gd name="T72" fmla="*/ 8 w 188"/>
                  <a:gd name="T73" fmla="*/ 42 h 316"/>
                  <a:gd name="T74" fmla="*/ 0 w 188"/>
                  <a:gd name="T75" fmla="*/ 70 h 316"/>
                  <a:gd name="T76" fmla="*/ 0 w 188"/>
                  <a:gd name="T77" fmla="*/ 82 h 316"/>
                  <a:gd name="T78" fmla="*/ 12 w 188"/>
                  <a:gd name="T79" fmla="*/ 106 h 316"/>
                  <a:gd name="T80" fmla="*/ 22 w 188"/>
                  <a:gd name="T81" fmla="*/ 128 h 316"/>
                  <a:gd name="T82" fmla="*/ 36 w 188"/>
                  <a:gd name="T83" fmla="*/ 150 h 316"/>
                  <a:gd name="T84" fmla="*/ 50 w 188"/>
                  <a:gd name="T85" fmla="*/ 162 h 316"/>
                  <a:gd name="T86" fmla="*/ 54 w 188"/>
                  <a:gd name="T87" fmla="*/ 164 h 316"/>
                  <a:gd name="T88" fmla="*/ 60 w 188"/>
                  <a:gd name="T89" fmla="*/ 168 h 316"/>
                  <a:gd name="T90" fmla="*/ 60 w 188"/>
                  <a:gd name="T91" fmla="*/ 194 h 316"/>
                  <a:gd name="T92" fmla="*/ 60 w 188"/>
                  <a:gd name="T93" fmla="*/ 196 h 316"/>
                  <a:gd name="T94" fmla="*/ 54 w 188"/>
                  <a:gd name="T95" fmla="*/ 202 h 316"/>
                  <a:gd name="T96" fmla="*/ 46 w 188"/>
                  <a:gd name="T97" fmla="*/ 214 h 316"/>
                  <a:gd name="T98" fmla="*/ 46 w 188"/>
                  <a:gd name="T99" fmla="*/ 222 h 316"/>
                  <a:gd name="T100" fmla="*/ 36 w 188"/>
                  <a:gd name="T101" fmla="*/ 268 h 316"/>
                  <a:gd name="T102" fmla="*/ 24 w 188"/>
                  <a:gd name="T103" fmla="*/ 316 h 316"/>
                  <a:gd name="T104" fmla="*/ 24 w 188"/>
                  <a:gd name="T105" fmla="*/ 316 h 316"/>
                  <a:gd name="T106" fmla="*/ 28 w 188"/>
                  <a:gd name="T107" fmla="*/ 308 h 316"/>
                  <a:gd name="T108" fmla="*/ 62 w 188"/>
                  <a:gd name="T109" fmla="*/ 254 h 316"/>
                  <a:gd name="T110" fmla="*/ 98 w 188"/>
                  <a:gd name="T111" fmla="*/ 198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316">
                    <a:moveTo>
                      <a:pt x="98" y="198"/>
                    </a:moveTo>
                    <a:lnTo>
                      <a:pt x="98" y="198"/>
                    </a:lnTo>
                    <a:lnTo>
                      <a:pt x="100" y="196"/>
                    </a:lnTo>
                    <a:lnTo>
                      <a:pt x="106" y="198"/>
                    </a:lnTo>
                    <a:lnTo>
                      <a:pt x="112" y="202"/>
                    </a:lnTo>
                    <a:lnTo>
                      <a:pt x="118" y="214"/>
                    </a:lnTo>
                    <a:lnTo>
                      <a:pt x="118" y="214"/>
                    </a:lnTo>
                    <a:lnTo>
                      <a:pt x="124" y="220"/>
                    </a:lnTo>
                    <a:lnTo>
                      <a:pt x="130" y="226"/>
                    </a:lnTo>
                    <a:lnTo>
                      <a:pt x="136" y="230"/>
                    </a:lnTo>
                    <a:lnTo>
                      <a:pt x="144" y="234"/>
                    </a:lnTo>
                    <a:lnTo>
                      <a:pt x="144" y="234"/>
                    </a:lnTo>
                    <a:lnTo>
                      <a:pt x="146" y="236"/>
                    </a:lnTo>
                    <a:lnTo>
                      <a:pt x="146" y="240"/>
                    </a:lnTo>
                    <a:lnTo>
                      <a:pt x="146" y="242"/>
                    </a:lnTo>
                    <a:lnTo>
                      <a:pt x="144" y="248"/>
                    </a:lnTo>
                    <a:lnTo>
                      <a:pt x="144" y="248"/>
                    </a:lnTo>
                    <a:lnTo>
                      <a:pt x="144" y="250"/>
                    </a:lnTo>
                    <a:lnTo>
                      <a:pt x="144" y="252"/>
                    </a:lnTo>
                    <a:lnTo>
                      <a:pt x="148" y="254"/>
                    </a:lnTo>
                    <a:lnTo>
                      <a:pt x="152" y="254"/>
                    </a:lnTo>
                    <a:lnTo>
                      <a:pt x="154" y="254"/>
                    </a:lnTo>
                    <a:lnTo>
                      <a:pt x="156" y="256"/>
                    </a:lnTo>
                    <a:lnTo>
                      <a:pt x="156" y="256"/>
                    </a:lnTo>
                    <a:lnTo>
                      <a:pt x="160" y="264"/>
                    </a:lnTo>
                    <a:lnTo>
                      <a:pt x="164" y="268"/>
                    </a:lnTo>
                    <a:lnTo>
                      <a:pt x="166" y="272"/>
                    </a:lnTo>
                    <a:lnTo>
                      <a:pt x="170" y="274"/>
                    </a:lnTo>
                    <a:lnTo>
                      <a:pt x="172" y="274"/>
                    </a:lnTo>
                    <a:lnTo>
                      <a:pt x="176" y="272"/>
                    </a:lnTo>
                    <a:lnTo>
                      <a:pt x="176" y="270"/>
                    </a:lnTo>
                    <a:lnTo>
                      <a:pt x="176" y="266"/>
                    </a:lnTo>
                    <a:lnTo>
                      <a:pt x="176" y="266"/>
                    </a:lnTo>
                    <a:lnTo>
                      <a:pt x="172" y="244"/>
                    </a:lnTo>
                    <a:lnTo>
                      <a:pt x="172" y="244"/>
                    </a:lnTo>
                    <a:lnTo>
                      <a:pt x="172" y="240"/>
                    </a:lnTo>
                    <a:lnTo>
                      <a:pt x="174" y="238"/>
                    </a:lnTo>
                    <a:lnTo>
                      <a:pt x="180" y="236"/>
                    </a:lnTo>
                    <a:lnTo>
                      <a:pt x="186" y="234"/>
                    </a:lnTo>
                    <a:lnTo>
                      <a:pt x="188" y="232"/>
                    </a:lnTo>
                    <a:lnTo>
                      <a:pt x="188" y="228"/>
                    </a:lnTo>
                    <a:lnTo>
                      <a:pt x="188" y="228"/>
                    </a:lnTo>
                    <a:lnTo>
                      <a:pt x="188" y="222"/>
                    </a:lnTo>
                    <a:lnTo>
                      <a:pt x="186" y="212"/>
                    </a:lnTo>
                    <a:lnTo>
                      <a:pt x="186" y="212"/>
                    </a:lnTo>
                    <a:lnTo>
                      <a:pt x="178" y="194"/>
                    </a:lnTo>
                    <a:lnTo>
                      <a:pt x="176" y="188"/>
                    </a:lnTo>
                    <a:lnTo>
                      <a:pt x="174" y="182"/>
                    </a:lnTo>
                    <a:lnTo>
                      <a:pt x="174" y="182"/>
                    </a:lnTo>
                    <a:lnTo>
                      <a:pt x="176" y="168"/>
                    </a:lnTo>
                    <a:lnTo>
                      <a:pt x="182" y="150"/>
                    </a:lnTo>
                    <a:lnTo>
                      <a:pt x="184" y="132"/>
                    </a:lnTo>
                    <a:lnTo>
                      <a:pt x="184" y="12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74" y="96"/>
                    </a:lnTo>
                    <a:lnTo>
                      <a:pt x="164" y="82"/>
                    </a:lnTo>
                    <a:lnTo>
                      <a:pt x="150" y="54"/>
                    </a:lnTo>
                    <a:lnTo>
                      <a:pt x="150" y="54"/>
                    </a:lnTo>
                    <a:lnTo>
                      <a:pt x="144" y="40"/>
                    </a:lnTo>
                    <a:lnTo>
                      <a:pt x="134" y="28"/>
                    </a:lnTo>
                    <a:lnTo>
                      <a:pt x="122" y="20"/>
                    </a:lnTo>
                    <a:lnTo>
                      <a:pt x="110" y="12"/>
                    </a:lnTo>
                    <a:lnTo>
                      <a:pt x="96" y="6"/>
                    </a:lnTo>
                    <a:lnTo>
                      <a:pt x="84" y="4"/>
                    </a:lnTo>
                    <a:lnTo>
                      <a:pt x="72" y="2"/>
                    </a:lnTo>
                    <a:lnTo>
                      <a:pt x="60" y="0"/>
                    </a:lnTo>
                    <a:lnTo>
                      <a:pt x="60" y="0"/>
                    </a:lnTo>
                    <a:lnTo>
                      <a:pt x="50" y="2"/>
                    </a:lnTo>
                    <a:lnTo>
                      <a:pt x="38" y="6"/>
                    </a:lnTo>
                    <a:lnTo>
                      <a:pt x="30" y="12"/>
                    </a:lnTo>
                    <a:lnTo>
                      <a:pt x="20" y="20"/>
                    </a:lnTo>
                    <a:lnTo>
                      <a:pt x="14" y="30"/>
                    </a:lnTo>
                    <a:lnTo>
                      <a:pt x="8" y="42"/>
                    </a:lnTo>
                    <a:lnTo>
                      <a:pt x="2" y="56"/>
                    </a:lnTo>
                    <a:lnTo>
                      <a:pt x="0" y="70"/>
                    </a:lnTo>
                    <a:lnTo>
                      <a:pt x="0" y="70"/>
                    </a:lnTo>
                    <a:lnTo>
                      <a:pt x="0" y="82"/>
                    </a:lnTo>
                    <a:lnTo>
                      <a:pt x="4" y="92"/>
                    </a:lnTo>
                    <a:lnTo>
                      <a:pt x="12" y="106"/>
                    </a:lnTo>
                    <a:lnTo>
                      <a:pt x="22" y="128"/>
                    </a:lnTo>
                    <a:lnTo>
                      <a:pt x="22" y="128"/>
                    </a:lnTo>
                    <a:lnTo>
                      <a:pt x="28" y="140"/>
                    </a:lnTo>
                    <a:lnTo>
                      <a:pt x="36" y="150"/>
                    </a:lnTo>
                    <a:lnTo>
                      <a:pt x="44" y="160"/>
                    </a:lnTo>
                    <a:lnTo>
                      <a:pt x="50" y="162"/>
                    </a:lnTo>
                    <a:lnTo>
                      <a:pt x="54" y="164"/>
                    </a:lnTo>
                    <a:lnTo>
                      <a:pt x="54" y="164"/>
                    </a:lnTo>
                    <a:lnTo>
                      <a:pt x="58" y="166"/>
                    </a:lnTo>
                    <a:lnTo>
                      <a:pt x="60" y="168"/>
                    </a:lnTo>
                    <a:lnTo>
                      <a:pt x="62" y="176"/>
                    </a:lnTo>
                    <a:lnTo>
                      <a:pt x="60" y="194"/>
                    </a:lnTo>
                    <a:lnTo>
                      <a:pt x="60" y="194"/>
                    </a:lnTo>
                    <a:lnTo>
                      <a:pt x="60" y="196"/>
                    </a:lnTo>
                    <a:lnTo>
                      <a:pt x="58" y="198"/>
                    </a:lnTo>
                    <a:lnTo>
                      <a:pt x="54" y="202"/>
                    </a:lnTo>
                    <a:lnTo>
                      <a:pt x="48" y="208"/>
                    </a:lnTo>
                    <a:lnTo>
                      <a:pt x="46" y="214"/>
                    </a:lnTo>
                    <a:lnTo>
                      <a:pt x="46" y="222"/>
                    </a:lnTo>
                    <a:lnTo>
                      <a:pt x="46" y="222"/>
                    </a:lnTo>
                    <a:lnTo>
                      <a:pt x="42" y="242"/>
                    </a:lnTo>
                    <a:lnTo>
                      <a:pt x="36" y="268"/>
                    </a:lnTo>
                    <a:lnTo>
                      <a:pt x="28" y="296"/>
                    </a:lnTo>
                    <a:lnTo>
                      <a:pt x="24" y="316"/>
                    </a:lnTo>
                    <a:lnTo>
                      <a:pt x="24" y="316"/>
                    </a:lnTo>
                    <a:lnTo>
                      <a:pt x="24" y="316"/>
                    </a:lnTo>
                    <a:lnTo>
                      <a:pt x="24" y="316"/>
                    </a:lnTo>
                    <a:lnTo>
                      <a:pt x="28" y="308"/>
                    </a:lnTo>
                    <a:lnTo>
                      <a:pt x="38" y="292"/>
                    </a:lnTo>
                    <a:lnTo>
                      <a:pt x="62" y="254"/>
                    </a:lnTo>
                    <a:lnTo>
                      <a:pt x="86" y="218"/>
                    </a:lnTo>
                    <a:lnTo>
                      <a:pt x="98" y="198"/>
                    </a:lnTo>
                    <a:lnTo>
                      <a:pt x="98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Freeform 184"/>
              <p:cNvSpPr>
                <a:spLocks noEditPoints="1"/>
              </p:cNvSpPr>
              <p:nvPr/>
            </p:nvSpPr>
            <p:spPr bwMode="auto">
              <a:xfrm>
                <a:off x="3557588" y="7219974"/>
                <a:ext cx="327025" cy="171450"/>
              </a:xfrm>
              <a:custGeom>
                <a:avLst/>
                <a:gdLst>
                  <a:gd name="T0" fmla="*/ 204 w 206"/>
                  <a:gd name="T1" fmla="*/ 104 h 108"/>
                  <a:gd name="T2" fmla="*/ 194 w 206"/>
                  <a:gd name="T3" fmla="*/ 86 h 108"/>
                  <a:gd name="T4" fmla="*/ 182 w 206"/>
                  <a:gd name="T5" fmla="*/ 58 h 108"/>
                  <a:gd name="T6" fmla="*/ 180 w 206"/>
                  <a:gd name="T7" fmla="*/ 48 h 108"/>
                  <a:gd name="T8" fmla="*/ 182 w 206"/>
                  <a:gd name="T9" fmla="*/ 42 h 108"/>
                  <a:gd name="T10" fmla="*/ 194 w 206"/>
                  <a:gd name="T11" fmla="*/ 34 h 108"/>
                  <a:gd name="T12" fmla="*/ 198 w 206"/>
                  <a:gd name="T13" fmla="*/ 26 h 108"/>
                  <a:gd name="T14" fmla="*/ 192 w 206"/>
                  <a:gd name="T15" fmla="*/ 22 h 108"/>
                  <a:gd name="T16" fmla="*/ 168 w 206"/>
                  <a:gd name="T17" fmla="*/ 16 h 108"/>
                  <a:gd name="T18" fmla="*/ 146 w 206"/>
                  <a:gd name="T19" fmla="*/ 14 h 108"/>
                  <a:gd name="T20" fmla="*/ 120 w 206"/>
                  <a:gd name="T21" fmla="*/ 18 h 108"/>
                  <a:gd name="T22" fmla="*/ 96 w 206"/>
                  <a:gd name="T23" fmla="*/ 20 h 108"/>
                  <a:gd name="T24" fmla="*/ 84 w 206"/>
                  <a:gd name="T25" fmla="*/ 14 h 108"/>
                  <a:gd name="T26" fmla="*/ 68 w 206"/>
                  <a:gd name="T27" fmla="*/ 2 h 108"/>
                  <a:gd name="T28" fmla="*/ 60 w 206"/>
                  <a:gd name="T29" fmla="*/ 2 h 108"/>
                  <a:gd name="T30" fmla="*/ 50 w 206"/>
                  <a:gd name="T31" fmla="*/ 2 h 108"/>
                  <a:gd name="T32" fmla="*/ 40 w 206"/>
                  <a:gd name="T33" fmla="*/ 2 h 108"/>
                  <a:gd name="T34" fmla="*/ 34 w 206"/>
                  <a:gd name="T35" fmla="*/ 10 h 108"/>
                  <a:gd name="T36" fmla="*/ 28 w 206"/>
                  <a:gd name="T37" fmla="*/ 16 h 108"/>
                  <a:gd name="T38" fmla="*/ 26 w 206"/>
                  <a:gd name="T39" fmla="*/ 16 h 108"/>
                  <a:gd name="T40" fmla="*/ 20 w 206"/>
                  <a:gd name="T41" fmla="*/ 20 h 108"/>
                  <a:gd name="T42" fmla="*/ 18 w 206"/>
                  <a:gd name="T43" fmla="*/ 24 h 108"/>
                  <a:gd name="T44" fmla="*/ 10 w 206"/>
                  <a:gd name="T45" fmla="*/ 46 h 108"/>
                  <a:gd name="T46" fmla="*/ 6 w 206"/>
                  <a:gd name="T47" fmla="*/ 56 h 108"/>
                  <a:gd name="T48" fmla="*/ 0 w 206"/>
                  <a:gd name="T49" fmla="*/ 68 h 108"/>
                  <a:gd name="T50" fmla="*/ 6 w 206"/>
                  <a:gd name="T51" fmla="*/ 78 h 108"/>
                  <a:gd name="T52" fmla="*/ 32 w 206"/>
                  <a:gd name="T53" fmla="*/ 82 h 108"/>
                  <a:gd name="T54" fmla="*/ 48 w 206"/>
                  <a:gd name="T55" fmla="*/ 82 h 108"/>
                  <a:gd name="T56" fmla="*/ 76 w 206"/>
                  <a:gd name="T57" fmla="*/ 78 h 108"/>
                  <a:gd name="T58" fmla="*/ 80 w 206"/>
                  <a:gd name="T59" fmla="*/ 80 h 108"/>
                  <a:gd name="T60" fmla="*/ 80 w 206"/>
                  <a:gd name="T61" fmla="*/ 86 h 108"/>
                  <a:gd name="T62" fmla="*/ 84 w 206"/>
                  <a:gd name="T63" fmla="*/ 92 h 108"/>
                  <a:gd name="T64" fmla="*/ 90 w 206"/>
                  <a:gd name="T65" fmla="*/ 96 h 108"/>
                  <a:gd name="T66" fmla="*/ 142 w 206"/>
                  <a:gd name="T67" fmla="*/ 106 h 108"/>
                  <a:gd name="T68" fmla="*/ 192 w 206"/>
                  <a:gd name="T69" fmla="*/ 108 h 108"/>
                  <a:gd name="T70" fmla="*/ 206 w 206"/>
                  <a:gd name="T71" fmla="*/ 106 h 108"/>
                  <a:gd name="T72" fmla="*/ 204 w 206"/>
                  <a:gd name="T73" fmla="*/ 104 h 108"/>
                  <a:gd name="T74" fmla="*/ 50 w 206"/>
                  <a:gd name="T75" fmla="*/ 18 h 108"/>
                  <a:gd name="T76" fmla="*/ 40 w 206"/>
                  <a:gd name="T77" fmla="*/ 16 h 108"/>
                  <a:gd name="T78" fmla="*/ 44 w 206"/>
                  <a:gd name="T79" fmla="*/ 14 h 108"/>
                  <a:gd name="T80" fmla="*/ 50 w 206"/>
                  <a:gd name="T81" fmla="*/ 1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6" h="108">
                    <a:moveTo>
                      <a:pt x="204" y="104"/>
                    </a:moveTo>
                    <a:lnTo>
                      <a:pt x="204" y="104"/>
                    </a:lnTo>
                    <a:lnTo>
                      <a:pt x="200" y="98"/>
                    </a:lnTo>
                    <a:lnTo>
                      <a:pt x="194" y="86"/>
                    </a:lnTo>
                    <a:lnTo>
                      <a:pt x="188" y="72"/>
                    </a:lnTo>
                    <a:lnTo>
                      <a:pt x="182" y="58"/>
                    </a:lnTo>
                    <a:lnTo>
                      <a:pt x="182" y="58"/>
                    </a:lnTo>
                    <a:lnTo>
                      <a:pt x="180" y="48"/>
                    </a:lnTo>
                    <a:lnTo>
                      <a:pt x="180" y="44"/>
                    </a:lnTo>
                    <a:lnTo>
                      <a:pt x="182" y="42"/>
                    </a:lnTo>
                    <a:lnTo>
                      <a:pt x="182" y="42"/>
                    </a:lnTo>
                    <a:lnTo>
                      <a:pt x="194" y="34"/>
                    </a:lnTo>
                    <a:lnTo>
                      <a:pt x="196" y="30"/>
                    </a:lnTo>
                    <a:lnTo>
                      <a:pt x="198" y="26"/>
                    </a:lnTo>
                    <a:lnTo>
                      <a:pt x="198" y="26"/>
                    </a:lnTo>
                    <a:lnTo>
                      <a:pt x="192" y="22"/>
                    </a:lnTo>
                    <a:lnTo>
                      <a:pt x="184" y="20"/>
                    </a:lnTo>
                    <a:lnTo>
                      <a:pt x="168" y="16"/>
                    </a:lnTo>
                    <a:lnTo>
                      <a:pt x="168" y="16"/>
                    </a:lnTo>
                    <a:lnTo>
                      <a:pt x="146" y="14"/>
                    </a:lnTo>
                    <a:lnTo>
                      <a:pt x="120" y="18"/>
                    </a:lnTo>
                    <a:lnTo>
                      <a:pt x="120" y="18"/>
                    </a:lnTo>
                    <a:lnTo>
                      <a:pt x="96" y="20"/>
                    </a:lnTo>
                    <a:lnTo>
                      <a:pt x="96" y="20"/>
                    </a:lnTo>
                    <a:lnTo>
                      <a:pt x="84" y="14"/>
                    </a:lnTo>
                    <a:lnTo>
                      <a:pt x="84" y="14"/>
                    </a:lnTo>
                    <a:lnTo>
                      <a:pt x="74" y="6"/>
                    </a:lnTo>
                    <a:lnTo>
                      <a:pt x="68" y="2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50" y="2"/>
                    </a:lnTo>
                    <a:lnTo>
                      <a:pt x="50" y="2"/>
                    </a:lnTo>
                    <a:lnTo>
                      <a:pt x="46" y="0"/>
                    </a:lnTo>
                    <a:lnTo>
                      <a:pt x="40" y="2"/>
                    </a:lnTo>
                    <a:lnTo>
                      <a:pt x="40" y="2"/>
                    </a:lnTo>
                    <a:lnTo>
                      <a:pt x="34" y="10"/>
                    </a:lnTo>
                    <a:lnTo>
                      <a:pt x="28" y="16"/>
                    </a:lnTo>
                    <a:lnTo>
                      <a:pt x="28" y="16"/>
                    </a:lnTo>
                    <a:lnTo>
                      <a:pt x="26" y="16"/>
                    </a:lnTo>
                    <a:lnTo>
                      <a:pt x="26" y="16"/>
                    </a:lnTo>
                    <a:lnTo>
                      <a:pt x="22" y="18"/>
                    </a:lnTo>
                    <a:lnTo>
                      <a:pt x="20" y="20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2" y="34"/>
                    </a:lnTo>
                    <a:lnTo>
                      <a:pt x="10" y="46"/>
                    </a:lnTo>
                    <a:lnTo>
                      <a:pt x="10" y="46"/>
                    </a:lnTo>
                    <a:lnTo>
                      <a:pt x="6" y="56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72"/>
                    </a:lnTo>
                    <a:lnTo>
                      <a:pt x="6" y="78"/>
                    </a:lnTo>
                    <a:lnTo>
                      <a:pt x="16" y="80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48" y="82"/>
                    </a:lnTo>
                    <a:lnTo>
                      <a:pt x="64" y="78"/>
                    </a:lnTo>
                    <a:lnTo>
                      <a:pt x="76" y="78"/>
                    </a:lnTo>
                    <a:lnTo>
                      <a:pt x="78" y="78"/>
                    </a:lnTo>
                    <a:lnTo>
                      <a:pt x="80" y="80"/>
                    </a:lnTo>
                    <a:lnTo>
                      <a:pt x="80" y="80"/>
                    </a:lnTo>
                    <a:lnTo>
                      <a:pt x="80" y="86"/>
                    </a:lnTo>
                    <a:lnTo>
                      <a:pt x="80" y="88"/>
                    </a:lnTo>
                    <a:lnTo>
                      <a:pt x="84" y="92"/>
                    </a:lnTo>
                    <a:lnTo>
                      <a:pt x="84" y="92"/>
                    </a:lnTo>
                    <a:lnTo>
                      <a:pt x="90" y="96"/>
                    </a:lnTo>
                    <a:lnTo>
                      <a:pt x="104" y="98"/>
                    </a:lnTo>
                    <a:lnTo>
                      <a:pt x="142" y="106"/>
                    </a:lnTo>
                    <a:lnTo>
                      <a:pt x="142" y="106"/>
                    </a:lnTo>
                    <a:lnTo>
                      <a:pt x="192" y="108"/>
                    </a:lnTo>
                    <a:lnTo>
                      <a:pt x="204" y="108"/>
                    </a:lnTo>
                    <a:lnTo>
                      <a:pt x="206" y="106"/>
                    </a:lnTo>
                    <a:lnTo>
                      <a:pt x="204" y="104"/>
                    </a:lnTo>
                    <a:lnTo>
                      <a:pt x="204" y="104"/>
                    </a:lnTo>
                    <a:close/>
                    <a:moveTo>
                      <a:pt x="50" y="16"/>
                    </a:moveTo>
                    <a:lnTo>
                      <a:pt x="50" y="18"/>
                    </a:lnTo>
                    <a:lnTo>
                      <a:pt x="50" y="18"/>
                    </a:lnTo>
                    <a:lnTo>
                      <a:pt x="40" y="16"/>
                    </a:lnTo>
                    <a:lnTo>
                      <a:pt x="40" y="16"/>
                    </a:lnTo>
                    <a:lnTo>
                      <a:pt x="44" y="14"/>
                    </a:lnTo>
                    <a:lnTo>
                      <a:pt x="46" y="14"/>
                    </a:lnTo>
                    <a:lnTo>
                      <a:pt x="50" y="16"/>
                    </a:lnTo>
                    <a:lnTo>
                      <a:pt x="5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9" name="Freeform 5"/>
            <p:cNvSpPr>
              <a:spLocks/>
            </p:cNvSpPr>
            <p:nvPr/>
          </p:nvSpPr>
          <p:spPr bwMode="auto">
            <a:xfrm>
              <a:off x="920426" y="4527001"/>
              <a:ext cx="649299" cy="1287907"/>
            </a:xfrm>
            <a:custGeom>
              <a:avLst/>
              <a:gdLst/>
              <a:ahLst/>
              <a:cxnLst>
                <a:cxn ang="0">
                  <a:pos x="404" y="146"/>
                </a:cxn>
                <a:cxn ang="0">
                  <a:pos x="391" y="195"/>
                </a:cxn>
                <a:cxn ang="0">
                  <a:pos x="405" y="214"/>
                </a:cxn>
                <a:cxn ang="0">
                  <a:pos x="429" y="231"/>
                </a:cxn>
                <a:cxn ang="0">
                  <a:pos x="521" y="275"/>
                </a:cxn>
                <a:cxn ang="0">
                  <a:pos x="550" y="312"/>
                </a:cxn>
                <a:cxn ang="0">
                  <a:pos x="575" y="350"/>
                </a:cxn>
                <a:cxn ang="0">
                  <a:pos x="623" y="415"/>
                </a:cxn>
                <a:cxn ang="0">
                  <a:pos x="591" y="501"/>
                </a:cxn>
                <a:cxn ang="0">
                  <a:pos x="597" y="602"/>
                </a:cxn>
                <a:cxn ang="0">
                  <a:pos x="667" y="1074"/>
                </a:cxn>
                <a:cxn ang="0">
                  <a:pos x="633" y="1115"/>
                </a:cxn>
                <a:cxn ang="0">
                  <a:pos x="556" y="1114"/>
                </a:cxn>
                <a:cxn ang="0">
                  <a:pos x="545" y="1163"/>
                </a:cxn>
                <a:cxn ang="0">
                  <a:pos x="475" y="1145"/>
                </a:cxn>
                <a:cxn ang="0">
                  <a:pos x="460" y="1159"/>
                </a:cxn>
                <a:cxn ang="0">
                  <a:pos x="464" y="1182"/>
                </a:cxn>
                <a:cxn ang="0">
                  <a:pos x="459" y="1218"/>
                </a:cxn>
                <a:cxn ang="0">
                  <a:pos x="485" y="1301"/>
                </a:cxn>
                <a:cxn ang="0">
                  <a:pos x="447" y="1324"/>
                </a:cxn>
                <a:cxn ang="0">
                  <a:pos x="412" y="1300"/>
                </a:cxn>
                <a:cxn ang="0">
                  <a:pos x="398" y="1231"/>
                </a:cxn>
                <a:cxn ang="0">
                  <a:pos x="383" y="1166"/>
                </a:cxn>
                <a:cxn ang="0">
                  <a:pos x="375" y="1172"/>
                </a:cxn>
                <a:cxn ang="0">
                  <a:pos x="343" y="1174"/>
                </a:cxn>
                <a:cxn ang="0">
                  <a:pos x="334" y="1159"/>
                </a:cxn>
                <a:cxn ang="0">
                  <a:pos x="312" y="1136"/>
                </a:cxn>
                <a:cxn ang="0">
                  <a:pos x="295" y="1159"/>
                </a:cxn>
                <a:cxn ang="0">
                  <a:pos x="296" y="1180"/>
                </a:cxn>
                <a:cxn ang="0">
                  <a:pos x="297" y="1221"/>
                </a:cxn>
                <a:cxn ang="0">
                  <a:pos x="279" y="1285"/>
                </a:cxn>
                <a:cxn ang="0">
                  <a:pos x="256" y="1310"/>
                </a:cxn>
                <a:cxn ang="0">
                  <a:pos x="194" y="1324"/>
                </a:cxn>
                <a:cxn ang="0">
                  <a:pos x="188" y="1295"/>
                </a:cxn>
                <a:cxn ang="0">
                  <a:pos x="226" y="1239"/>
                </a:cxn>
                <a:cxn ang="0">
                  <a:pos x="239" y="1195"/>
                </a:cxn>
                <a:cxn ang="0">
                  <a:pos x="226" y="1181"/>
                </a:cxn>
                <a:cxn ang="0">
                  <a:pos x="229" y="1142"/>
                </a:cxn>
                <a:cxn ang="0">
                  <a:pos x="206" y="1131"/>
                </a:cxn>
                <a:cxn ang="0">
                  <a:pos x="203" y="1093"/>
                </a:cxn>
                <a:cxn ang="0">
                  <a:pos x="158" y="1082"/>
                </a:cxn>
                <a:cxn ang="0">
                  <a:pos x="123" y="1085"/>
                </a:cxn>
                <a:cxn ang="0">
                  <a:pos x="109" y="1057"/>
                </a:cxn>
                <a:cxn ang="0">
                  <a:pos x="101" y="1035"/>
                </a:cxn>
                <a:cxn ang="0">
                  <a:pos x="18" y="1050"/>
                </a:cxn>
                <a:cxn ang="0">
                  <a:pos x="8" y="992"/>
                </a:cxn>
                <a:cxn ang="0">
                  <a:pos x="83" y="541"/>
                </a:cxn>
                <a:cxn ang="0">
                  <a:pos x="125" y="399"/>
                </a:cxn>
                <a:cxn ang="0">
                  <a:pos x="190" y="296"/>
                </a:cxn>
                <a:cxn ang="0">
                  <a:pos x="254" y="254"/>
                </a:cxn>
                <a:cxn ang="0">
                  <a:pos x="279" y="233"/>
                </a:cxn>
                <a:cxn ang="0">
                  <a:pos x="298" y="207"/>
                </a:cxn>
                <a:cxn ang="0">
                  <a:pos x="298" y="202"/>
                </a:cxn>
                <a:cxn ang="0">
                  <a:pos x="287" y="155"/>
                </a:cxn>
                <a:cxn ang="0">
                  <a:pos x="275" y="63"/>
                </a:cxn>
                <a:cxn ang="0">
                  <a:pos x="267" y="0"/>
                </a:cxn>
                <a:cxn ang="0">
                  <a:pos x="304" y="25"/>
                </a:cxn>
                <a:cxn ang="0">
                  <a:pos x="355" y="25"/>
                </a:cxn>
                <a:cxn ang="0">
                  <a:pos x="417" y="2"/>
                </a:cxn>
                <a:cxn ang="0">
                  <a:pos x="414" y="51"/>
                </a:cxn>
                <a:cxn ang="0">
                  <a:pos x="404" y="106"/>
                </a:cxn>
              </a:cxnLst>
              <a:rect l="0" t="0" r="r" b="b"/>
              <a:pathLst>
                <a:path w="668" h="1325">
                  <a:moveTo>
                    <a:pt x="403" y="120"/>
                  </a:moveTo>
                  <a:lnTo>
                    <a:pt x="403" y="120"/>
                  </a:lnTo>
                  <a:lnTo>
                    <a:pt x="405" y="120"/>
                  </a:lnTo>
                  <a:lnTo>
                    <a:pt x="407" y="121"/>
                  </a:lnTo>
                  <a:lnTo>
                    <a:pt x="408" y="122"/>
                  </a:lnTo>
                  <a:lnTo>
                    <a:pt x="409" y="124"/>
                  </a:lnTo>
                  <a:lnTo>
                    <a:pt x="409" y="129"/>
                  </a:lnTo>
                  <a:lnTo>
                    <a:pt x="408" y="134"/>
                  </a:lnTo>
                  <a:lnTo>
                    <a:pt x="404" y="146"/>
                  </a:lnTo>
                  <a:lnTo>
                    <a:pt x="401" y="154"/>
                  </a:lnTo>
                  <a:lnTo>
                    <a:pt x="401" y="154"/>
                  </a:lnTo>
                  <a:lnTo>
                    <a:pt x="395" y="161"/>
                  </a:lnTo>
                  <a:lnTo>
                    <a:pt x="394" y="164"/>
                  </a:lnTo>
                  <a:lnTo>
                    <a:pt x="393" y="169"/>
                  </a:lnTo>
                  <a:lnTo>
                    <a:pt x="393" y="169"/>
                  </a:lnTo>
                  <a:lnTo>
                    <a:pt x="392" y="186"/>
                  </a:lnTo>
                  <a:lnTo>
                    <a:pt x="392" y="186"/>
                  </a:lnTo>
                  <a:lnTo>
                    <a:pt x="391" y="195"/>
                  </a:lnTo>
                  <a:lnTo>
                    <a:pt x="390" y="199"/>
                  </a:lnTo>
                  <a:lnTo>
                    <a:pt x="390" y="202"/>
                  </a:lnTo>
                  <a:lnTo>
                    <a:pt x="390" y="202"/>
                  </a:lnTo>
                  <a:lnTo>
                    <a:pt x="393" y="205"/>
                  </a:lnTo>
                  <a:lnTo>
                    <a:pt x="397" y="207"/>
                  </a:lnTo>
                  <a:lnTo>
                    <a:pt x="400" y="209"/>
                  </a:lnTo>
                  <a:lnTo>
                    <a:pt x="402" y="211"/>
                  </a:lnTo>
                  <a:lnTo>
                    <a:pt x="402" y="211"/>
                  </a:lnTo>
                  <a:lnTo>
                    <a:pt x="405" y="214"/>
                  </a:lnTo>
                  <a:lnTo>
                    <a:pt x="409" y="215"/>
                  </a:lnTo>
                  <a:lnTo>
                    <a:pt x="413" y="216"/>
                  </a:lnTo>
                  <a:lnTo>
                    <a:pt x="417" y="218"/>
                  </a:lnTo>
                  <a:lnTo>
                    <a:pt x="417" y="218"/>
                  </a:lnTo>
                  <a:lnTo>
                    <a:pt x="420" y="221"/>
                  </a:lnTo>
                  <a:lnTo>
                    <a:pt x="423" y="225"/>
                  </a:lnTo>
                  <a:lnTo>
                    <a:pt x="426" y="229"/>
                  </a:lnTo>
                  <a:lnTo>
                    <a:pt x="429" y="231"/>
                  </a:lnTo>
                  <a:lnTo>
                    <a:pt x="429" y="231"/>
                  </a:lnTo>
                  <a:lnTo>
                    <a:pt x="438" y="237"/>
                  </a:lnTo>
                  <a:lnTo>
                    <a:pt x="446" y="241"/>
                  </a:lnTo>
                  <a:lnTo>
                    <a:pt x="465" y="248"/>
                  </a:lnTo>
                  <a:lnTo>
                    <a:pt x="483" y="255"/>
                  </a:lnTo>
                  <a:lnTo>
                    <a:pt x="492" y="258"/>
                  </a:lnTo>
                  <a:lnTo>
                    <a:pt x="500" y="263"/>
                  </a:lnTo>
                  <a:lnTo>
                    <a:pt x="500" y="263"/>
                  </a:lnTo>
                  <a:lnTo>
                    <a:pt x="514" y="272"/>
                  </a:lnTo>
                  <a:lnTo>
                    <a:pt x="521" y="275"/>
                  </a:lnTo>
                  <a:lnTo>
                    <a:pt x="528" y="277"/>
                  </a:lnTo>
                  <a:lnTo>
                    <a:pt x="528" y="277"/>
                  </a:lnTo>
                  <a:lnTo>
                    <a:pt x="534" y="278"/>
                  </a:lnTo>
                  <a:lnTo>
                    <a:pt x="537" y="283"/>
                  </a:lnTo>
                  <a:lnTo>
                    <a:pt x="541" y="287"/>
                  </a:lnTo>
                  <a:lnTo>
                    <a:pt x="542" y="293"/>
                  </a:lnTo>
                  <a:lnTo>
                    <a:pt x="545" y="304"/>
                  </a:lnTo>
                  <a:lnTo>
                    <a:pt x="546" y="309"/>
                  </a:lnTo>
                  <a:lnTo>
                    <a:pt x="550" y="312"/>
                  </a:lnTo>
                  <a:lnTo>
                    <a:pt x="550" y="312"/>
                  </a:lnTo>
                  <a:lnTo>
                    <a:pt x="554" y="318"/>
                  </a:lnTo>
                  <a:lnTo>
                    <a:pt x="557" y="324"/>
                  </a:lnTo>
                  <a:lnTo>
                    <a:pt x="562" y="338"/>
                  </a:lnTo>
                  <a:lnTo>
                    <a:pt x="562" y="338"/>
                  </a:lnTo>
                  <a:lnTo>
                    <a:pt x="563" y="340"/>
                  </a:lnTo>
                  <a:lnTo>
                    <a:pt x="565" y="342"/>
                  </a:lnTo>
                  <a:lnTo>
                    <a:pt x="570" y="347"/>
                  </a:lnTo>
                  <a:lnTo>
                    <a:pt x="575" y="350"/>
                  </a:lnTo>
                  <a:lnTo>
                    <a:pt x="580" y="353"/>
                  </a:lnTo>
                  <a:lnTo>
                    <a:pt x="580" y="353"/>
                  </a:lnTo>
                  <a:lnTo>
                    <a:pt x="589" y="363"/>
                  </a:lnTo>
                  <a:lnTo>
                    <a:pt x="597" y="373"/>
                  </a:lnTo>
                  <a:lnTo>
                    <a:pt x="612" y="394"/>
                  </a:lnTo>
                  <a:lnTo>
                    <a:pt x="612" y="394"/>
                  </a:lnTo>
                  <a:lnTo>
                    <a:pt x="617" y="401"/>
                  </a:lnTo>
                  <a:lnTo>
                    <a:pt x="621" y="408"/>
                  </a:lnTo>
                  <a:lnTo>
                    <a:pt x="623" y="415"/>
                  </a:lnTo>
                  <a:lnTo>
                    <a:pt x="626" y="423"/>
                  </a:lnTo>
                  <a:lnTo>
                    <a:pt x="626" y="429"/>
                  </a:lnTo>
                  <a:lnTo>
                    <a:pt x="626" y="436"/>
                  </a:lnTo>
                  <a:lnTo>
                    <a:pt x="624" y="443"/>
                  </a:lnTo>
                  <a:lnTo>
                    <a:pt x="622" y="449"/>
                  </a:lnTo>
                  <a:lnTo>
                    <a:pt x="617" y="463"/>
                  </a:lnTo>
                  <a:lnTo>
                    <a:pt x="609" y="476"/>
                  </a:lnTo>
                  <a:lnTo>
                    <a:pt x="600" y="489"/>
                  </a:lnTo>
                  <a:lnTo>
                    <a:pt x="591" y="501"/>
                  </a:lnTo>
                  <a:lnTo>
                    <a:pt x="591" y="501"/>
                  </a:lnTo>
                  <a:lnTo>
                    <a:pt x="588" y="508"/>
                  </a:lnTo>
                  <a:lnTo>
                    <a:pt x="585" y="515"/>
                  </a:lnTo>
                  <a:lnTo>
                    <a:pt x="585" y="524"/>
                  </a:lnTo>
                  <a:lnTo>
                    <a:pt x="586" y="533"/>
                  </a:lnTo>
                  <a:lnTo>
                    <a:pt x="590" y="552"/>
                  </a:lnTo>
                  <a:lnTo>
                    <a:pt x="593" y="569"/>
                  </a:lnTo>
                  <a:lnTo>
                    <a:pt x="593" y="569"/>
                  </a:lnTo>
                  <a:lnTo>
                    <a:pt x="597" y="602"/>
                  </a:lnTo>
                  <a:lnTo>
                    <a:pt x="601" y="634"/>
                  </a:lnTo>
                  <a:lnTo>
                    <a:pt x="601" y="634"/>
                  </a:lnTo>
                  <a:lnTo>
                    <a:pt x="619" y="767"/>
                  </a:lnTo>
                  <a:lnTo>
                    <a:pt x="638" y="900"/>
                  </a:lnTo>
                  <a:lnTo>
                    <a:pt x="638" y="900"/>
                  </a:lnTo>
                  <a:lnTo>
                    <a:pt x="659" y="1041"/>
                  </a:lnTo>
                  <a:lnTo>
                    <a:pt x="659" y="1041"/>
                  </a:lnTo>
                  <a:lnTo>
                    <a:pt x="662" y="1055"/>
                  </a:lnTo>
                  <a:lnTo>
                    <a:pt x="667" y="1074"/>
                  </a:lnTo>
                  <a:lnTo>
                    <a:pt x="668" y="1085"/>
                  </a:lnTo>
                  <a:lnTo>
                    <a:pt x="668" y="1093"/>
                  </a:lnTo>
                  <a:lnTo>
                    <a:pt x="667" y="1100"/>
                  </a:lnTo>
                  <a:lnTo>
                    <a:pt x="666" y="1102"/>
                  </a:lnTo>
                  <a:lnTo>
                    <a:pt x="665" y="1105"/>
                  </a:lnTo>
                  <a:lnTo>
                    <a:pt x="665" y="1105"/>
                  </a:lnTo>
                  <a:lnTo>
                    <a:pt x="656" y="1109"/>
                  </a:lnTo>
                  <a:lnTo>
                    <a:pt x="645" y="1112"/>
                  </a:lnTo>
                  <a:lnTo>
                    <a:pt x="633" y="1115"/>
                  </a:lnTo>
                  <a:lnTo>
                    <a:pt x="621" y="1116"/>
                  </a:lnTo>
                  <a:lnTo>
                    <a:pt x="609" y="1116"/>
                  </a:lnTo>
                  <a:lnTo>
                    <a:pt x="597" y="1116"/>
                  </a:lnTo>
                  <a:lnTo>
                    <a:pt x="585" y="1114"/>
                  </a:lnTo>
                  <a:lnTo>
                    <a:pt x="574" y="1111"/>
                  </a:lnTo>
                  <a:lnTo>
                    <a:pt x="574" y="1111"/>
                  </a:lnTo>
                  <a:lnTo>
                    <a:pt x="569" y="1111"/>
                  </a:lnTo>
                  <a:lnTo>
                    <a:pt x="561" y="1112"/>
                  </a:lnTo>
                  <a:lnTo>
                    <a:pt x="556" y="1114"/>
                  </a:lnTo>
                  <a:lnTo>
                    <a:pt x="554" y="1116"/>
                  </a:lnTo>
                  <a:lnTo>
                    <a:pt x="552" y="1118"/>
                  </a:lnTo>
                  <a:lnTo>
                    <a:pt x="551" y="1121"/>
                  </a:lnTo>
                  <a:lnTo>
                    <a:pt x="551" y="1121"/>
                  </a:lnTo>
                  <a:lnTo>
                    <a:pt x="552" y="1156"/>
                  </a:lnTo>
                  <a:lnTo>
                    <a:pt x="552" y="1156"/>
                  </a:lnTo>
                  <a:lnTo>
                    <a:pt x="551" y="1159"/>
                  </a:lnTo>
                  <a:lnTo>
                    <a:pt x="548" y="1162"/>
                  </a:lnTo>
                  <a:lnTo>
                    <a:pt x="545" y="1163"/>
                  </a:lnTo>
                  <a:lnTo>
                    <a:pt x="541" y="1164"/>
                  </a:lnTo>
                  <a:lnTo>
                    <a:pt x="529" y="1164"/>
                  </a:lnTo>
                  <a:lnTo>
                    <a:pt x="516" y="1163"/>
                  </a:lnTo>
                  <a:lnTo>
                    <a:pt x="503" y="1159"/>
                  </a:lnTo>
                  <a:lnTo>
                    <a:pt x="490" y="1155"/>
                  </a:lnTo>
                  <a:lnTo>
                    <a:pt x="480" y="1150"/>
                  </a:lnTo>
                  <a:lnTo>
                    <a:pt x="477" y="1147"/>
                  </a:lnTo>
                  <a:lnTo>
                    <a:pt x="475" y="1145"/>
                  </a:lnTo>
                  <a:lnTo>
                    <a:pt x="475" y="1145"/>
                  </a:lnTo>
                  <a:lnTo>
                    <a:pt x="473" y="1142"/>
                  </a:lnTo>
                  <a:lnTo>
                    <a:pt x="470" y="1140"/>
                  </a:lnTo>
                  <a:lnTo>
                    <a:pt x="467" y="1143"/>
                  </a:lnTo>
                  <a:lnTo>
                    <a:pt x="465" y="1145"/>
                  </a:lnTo>
                  <a:lnTo>
                    <a:pt x="462" y="1148"/>
                  </a:lnTo>
                  <a:lnTo>
                    <a:pt x="461" y="1153"/>
                  </a:lnTo>
                  <a:lnTo>
                    <a:pt x="460" y="1156"/>
                  </a:lnTo>
                  <a:lnTo>
                    <a:pt x="460" y="1159"/>
                  </a:lnTo>
                  <a:lnTo>
                    <a:pt x="460" y="1159"/>
                  </a:lnTo>
                  <a:lnTo>
                    <a:pt x="461" y="1163"/>
                  </a:lnTo>
                  <a:lnTo>
                    <a:pt x="460" y="1166"/>
                  </a:lnTo>
                  <a:lnTo>
                    <a:pt x="460" y="1171"/>
                  </a:lnTo>
                  <a:lnTo>
                    <a:pt x="461" y="1173"/>
                  </a:lnTo>
                  <a:lnTo>
                    <a:pt x="461" y="1173"/>
                  </a:lnTo>
                  <a:lnTo>
                    <a:pt x="461" y="1175"/>
                  </a:lnTo>
                  <a:lnTo>
                    <a:pt x="462" y="1177"/>
                  </a:lnTo>
                  <a:lnTo>
                    <a:pt x="464" y="1180"/>
                  </a:lnTo>
                  <a:lnTo>
                    <a:pt x="464" y="1182"/>
                  </a:lnTo>
                  <a:lnTo>
                    <a:pt x="464" y="1182"/>
                  </a:lnTo>
                  <a:lnTo>
                    <a:pt x="462" y="1185"/>
                  </a:lnTo>
                  <a:lnTo>
                    <a:pt x="460" y="1186"/>
                  </a:lnTo>
                  <a:lnTo>
                    <a:pt x="458" y="1188"/>
                  </a:lnTo>
                  <a:lnTo>
                    <a:pt x="456" y="1191"/>
                  </a:lnTo>
                  <a:lnTo>
                    <a:pt x="456" y="1191"/>
                  </a:lnTo>
                  <a:lnTo>
                    <a:pt x="456" y="1196"/>
                  </a:lnTo>
                  <a:lnTo>
                    <a:pt x="457" y="1204"/>
                  </a:lnTo>
                  <a:lnTo>
                    <a:pt x="459" y="1218"/>
                  </a:lnTo>
                  <a:lnTo>
                    <a:pt x="459" y="1218"/>
                  </a:lnTo>
                  <a:lnTo>
                    <a:pt x="462" y="1234"/>
                  </a:lnTo>
                  <a:lnTo>
                    <a:pt x="467" y="1251"/>
                  </a:lnTo>
                  <a:lnTo>
                    <a:pt x="467" y="1251"/>
                  </a:lnTo>
                  <a:lnTo>
                    <a:pt x="470" y="1262"/>
                  </a:lnTo>
                  <a:lnTo>
                    <a:pt x="475" y="1273"/>
                  </a:lnTo>
                  <a:lnTo>
                    <a:pt x="480" y="1285"/>
                  </a:lnTo>
                  <a:lnTo>
                    <a:pt x="484" y="1296"/>
                  </a:lnTo>
                  <a:lnTo>
                    <a:pt x="485" y="1301"/>
                  </a:lnTo>
                  <a:lnTo>
                    <a:pt x="484" y="1306"/>
                  </a:lnTo>
                  <a:lnTo>
                    <a:pt x="484" y="1310"/>
                  </a:lnTo>
                  <a:lnTo>
                    <a:pt x="481" y="1314"/>
                  </a:lnTo>
                  <a:lnTo>
                    <a:pt x="477" y="1317"/>
                  </a:lnTo>
                  <a:lnTo>
                    <a:pt x="473" y="1320"/>
                  </a:lnTo>
                  <a:lnTo>
                    <a:pt x="466" y="1322"/>
                  </a:lnTo>
                  <a:lnTo>
                    <a:pt x="457" y="1324"/>
                  </a:lnTo>
                  <a:lnTo>
                    <a:pt x="457" y="1324"/>
                  </a:lnTo>
                  <a:lnTo>
                    <a:pt x="447" y="1324"/>
                  </a:lnTo>
                  <a:lnTo>
                    <a:pt x="436" y="1324"/>
                  </a:lnTo>
                  <a:lnTo>
                    <a:pt x="431" y="1323"/>
                  </a:lnTo>
                  <a:lnTo>
                    <a:pt x="427" y="1322"/>
                  </a:lnTo>
                  <a:lnTo>
                    <a:pt x="422" y="1319"/>
                  </a:lnTo>
                  <a:lnTo>
                    <a:pt x="418" y="1316"/>
                  </a:lnTo>
                  <a:lnTo>
                    <a:pt x="418" y="1316"/>
                  </a:lnTo>
                  <a:lnTo>
                    <a:pt x="414" y="1311"/>
                  </a:lnTo>
                  <a:lnTo>
                    <a:pt x="413" y="1308"/>
                  </a:lnTo>
                  <a:lnTo>
                    <a:pt x="412" y="1300"/>
                  </a:lnTo>
                  <a:lnTo>
                    <a:pt x="412" y="1300"/>
                  </a:lnTo>
                  <a:lnTo>
                    <a:pt x="411" y="1292"/>
                  </a:lnTo>
                  <a:lnTo>
                    <a:pt x="408" y="1286"/>
                  </a:lnTo>
                  <a:lnTo>
                    <a:pt x="405" y="1278"/>
                  </a:lnTo>
                  <a:lnTo>
                    <a:pt x="404" y="1271"/>
                  </a:lnTo>
                  <a:lnTo>
                    <a:pt x="404" y="1271"/>
                  </a:lnTo>
                  <a:lnTo>
                    <a:pt x="402" y="1262"/>
                  </a:lnTo>
                  <a:lnTo>
                    <a:pt x="400" y="1252"/>
                  </a:lnTo>
                  <a:lnTo>
                    <a:pt x="398" y="1231"/>
                  </a:lnTo>
                  <a:lnTo>
                    <a:pt x="395" y="1211"/>
                  </a:lnTo>
                  <a:lnTo>
                    <a:pt x="392" y="1202"/>
                  </a:lnTo>
                  <a:lnTo>
                    <a:pt x="389" y="1193"/>
                  </a:lnTo>
                  <a:lnTo>
                    <a:pt x="389" y="1193"/>
                  </a:lnTo>
                  <a:lnTo>
                    <a:pt x="385" y="1186"/>
                  </a:lnTo>
                  <a:lnTo>
                    <a:pt x="381" y="1177"/>
                  </a:lnTo>
                  <a:lnTo>
                    <a:pt x="381" y="1173"/>
                  </a:lnTo>
                  <a:lnTo>
                    <a:pt x="381" y="1169"/>
                  </a:lnTo>
                  <a:lnTo>
                    <a:pt x="383" y="1166"/>
                  </a:lnTo>
                  <a:lnTo>
                    <a:pt x="389" y="1164"/>
                  </a:lnTo>
                  <a:lnTo>
                    <a:pt x="389" y="1164"/>
                  </a:lnTo>
                  <a:lnTo>
                    <a:pt x="390" y="1163"/>
                  </a:lnTo>
                  <a:lnTo>
                    <a:pt x="389" y="1163"/>
                  </a:lnTo>
                  <a:lnTo>
                    <a:pt x="387" y="1164"/>
                  </a:lnTo>
                  <a:lnTo>
                    <a:pt x="384" y="1165"/>
                  </a:lnTo>
                  <a:lnTo>
                    <a:pt x="384" y="1165"/>
                  </a:lnTo>
                  <a:lnTo>
                    <a:pt x="379" y="1168"/>
                  </a:lnTo>
                  <a:lnTo>
                    <a:pt x="375" y="1172"/>
                  </a:lnTo>
                  <a:lnTo>
                    <a:pt x="371" y="1174"/>
                  </a:lnTo>
                  <a:lnTo>
                    <a:pt x="365" y="1176"/>
                  </a:lnTo>
                  <a:lnTo>
                    <a:pt x="365" y="1176"/>
                  </a:lnTo>
                  <a:lnTo>
                    <a:pt x="354" y="1177"/>
                  </a:lnTo>
                  <a:lnTo>
                    <a:pt x="349" y="1177"/>
                  </a:lnTo>
                  <a:lnTo>
                    <a:pt x="346" y="1176"/>
                  </a:lnTo>
                  <a:lnTo>
                    <a:pt x="344" y="1175"/>
                  </a:lnTo>
                  <a:lnTo>
                    <a:pt x="344" y="1175"/>
                  </a:lnTo>
                  <a:lnTo>
                    <a:pt x="343" y="1174"/>
                  </a:lnTo>
                  <a:lnTo>
                    <a:pt x="343" y="1172"/>
                  </a:lnTo>
                  <a:lnTo>
                    <a:pt x="344" y="1169"/>
                  </a:lnTo>
                  <a:lnTo>
                    <a:pt x="344" y="1167"/>
                  </a:lnTo>
                  <a:lnTo>
                    <a:pt x="344" y="1166"/>
                  </a:lnTo>
                  <a:lnTo>
                    <a:pt x="342" y="1165"/>
                  </a:lnTo>
                  <a:lnTo>
                    <a:pt x="342" y="1165"/>
                  </a:lnTo>
                  <a:lnTo>
                    <a:pt x="337" y="1164"/>
                  </a:lnTo>
                  <a:lnTo>
                    <a:pt x="335" y="1162"/>
                  </a:lnTo>
                  <a:lnTo>
                    <a:pt x="334" y="1159"/>
                  </a:lnTo>
                  <a:lnTo>
                    <a:pt x="333" y="1156"/>
                  </a:lnTo>
                  <a:lnTo>
                    <a:pt x="335" y="1148"/>
                  </a:lnTo>
                  <a:lnTo>
                    <a:pt x="336" y="1139"/>
                  </a:lnTo>
                  <a:lnTo>
                    <a:pt x="336" y="1139"/>
                  </a:lnTo>
                  <a:lnTo>
                    <a:pt x="334" y="1138"/>
                  </a:lnTo>
                  <a:lnTo>
                    <a:pt x="332" y="1137"/>
                  </a:lnTo>
                  <a:lnTo>
                    <a:pt x="325" y="1136"/>
                  </a:lnTo>
                  <a:lnTo>
                    <a:pt x="318" y="1136"/>
                  </a:lnTo>
                  <a:lnTo>
                    <a:pt x="312" y="1136"/>
                  </a:lnTo>
                  <a:lnTo>
                    <a:pt x="312" y="1136"/>
                  </a:lnTo>
                  <a:lnTo>
                    <a:pt x="308" y="1136"/>
                  </a:lnTo>
                  <a:lnTo>
                    <a:pt x="307" y="1138"/>
                  </a:lnTo>
                  <a:lnTo>
                    <a:pt x="305" y="1145"/>
                  </a:lnTo>
                  <a:lnTo>
                    <a:pt x="305" y="1145"/>
                  </a:lnTo>
                  <a:lnTo>
                    <a:pt x="299" y="1153"/>
                  </a:lnTo>
                  <a:lnTo>
                    <a:pt x="296" y="1157"/>
                  </a:lnTo>
                  <a:lnTo>
                    <a:pt x="295" y="1159"/>
                  </a:lnTo>
                  <a:lnTo>
                    <a:pt x="295" y="1159"/>
                  </a:lnTo>
                  <a:lnTo>
                    <a:pt x="297" y="1162"/>
                  </a:lnTo>
                  <a:lnTo>
                    <a:pt x="299" y="1163"/>
                  </a:lnTo>
                  <a:lnTo>
                    <a:pt x="302" y="1164"/>
                  </a:lnTo>
                  <a:lnTo>
                    <a:pt x="303" y="1167"/>
                  </a:lnTo>
                  <a:lnTo>
                    <a:pt x="303" y="1167"/>
                  </a:lnTo>
                  <a:lnTo>
                    <a:pt x="302" y="1171"/>
                  </a:lnTo>
                  <a:lnTo>
                    <a:pt x="300" y="1174"/>
                  </a:lnTo>
                  <a:lnTo>
                    <a:pt x="296" y="1180"/>
                  </a:lnTo>
                  <a:lnTo>
                    <a:pt x="296" y="1180"/>
                  </a:lnTo>
                  <a:lnTo>
                    <a:pt x="295" y="1183"/>
                  </a:lnTo>
                  <a:lnTo>
                    <a:pt x="295" y="1185"/>
                  </a:lnTo>
                  <a:lnTo>
                    <a:pt x="298" y="1192"/>
                  </a:lnTo>
                  <a:lnTo>
                    <a:pt x="300" y="1197"/>
                  </a:lnTo>
                  <a:lnTo>
                    <a:pt x="302" y="1201"/>
                  </a:lnTo>
                  <a:lnTo>
                    <a:pt x="300" y="1204"/>
                  </a:lnTo>
                  <a:lnTo>
                    <a:pt x="300" y="1204"/>
                  </a:lnTo>
                  <a:lnTo>
                    <a:pt x="298" y="1213"/>
                  </a:lnTo>
                  <a:lnTo>
                    <a:pt x="297" y="1221"/>
                  </a:lnTo>
                  <a:lnTo>
                    <a:pt x="297" y="1239"/>
                  </a:lnTo>
                  <a:lnTo>
                    <a:pt x="297" y="1258"/>
                  </a:lnTo>
                  <a:lnTo>
                    <a:pt x="296" y="1266"/>
                  </a:lnTo>
                  <a:lnTo>
                    <a:pt x="294" y="1275"/>
                  </a:lnTo>
                  <a:lnTo>
                    <a:pt x="294" y="1275"/>
                  </a:lnTo>
                  <a:lnTo>
                    <a:pt x="292" y="1279"/>
                  </a:lnTo>
                  <a:lnTo>
                    <a:pt x="288" y="1282"/>
                  </a:lnTo>
                  <a:lnTo>
                    <a:pt x="284" y="1284"/>
                  </a:lnTo>
                  <a:lnTo>
                    <a:pt x="279" y="1285"/>
                  </a:lnTo>
                  <a:lnTo>
                    <a:pt x="271" y="1285"/>
                  </a:lnTo>
                  <a:lnTo>
                    <a:pt x="268" y="1286"/>
                  </a:lnTo>
                  <a:lnTo>
                    <a:pt x="265" y="1288"/>
                  </a:lnTo>
                  <a:lnTo>
                    <a:pt x="265" y="1288"/>
                  </a:lnTo>
                  <a:lnTo>
                    <a:pt x="263" y="1291"/>
                  </a:lnTo>
                  <a:lnTo>
                    <a:pt x="261" y="1295"/>
                  </a:lnTo>
                  <a:lnTo>
                    <a:pt x="259" y="1301"/>
                  </a:lnTo>
                  <a:lnTo>
                    <a:pt x="257" y="1307"/>
                  </a:lnTo>
                  <a:lnTo>
                    <a:pt x="256" y="1310"/>
                  </a:lnTo>
                  <a:lnTo>
                    <a:pt x="252" y="1314"/>
                  </a:lnTo>
                  <a:lnTo>
                    <a:pt x="252" y="1314"/>
                  </a:lnTo>
                  <a:lnTo>
                    <a:pt x="245" y="1318"/>
                  </a:lnTo>
                  <a:lnTo>
                    <a:pt x="236" y="1323"/>
                  </a:lnTo>
                  <a:lnTo>
                    <a:pt x="236" y="1323"/>
                  </a:lnTo>
                  <a:lnTo>
                    <a:pt x="228" y="1324"/>
                  </a:lnTo>
                  <a:lnTo>
                    <a:pt x="218" y="1325"/>
                  </a:lnTo>
                  <a:lnTo>
                    <a:pt x="206" y="1325"/>
                  </a:lnTo>
                  <a:lnTo>
                    <a:pt x="194" y="1324"/>
                  </a:lnTo>
                  <a:lnTo>
                    <a:pt x="185" y="1320"/>
                  </a:lnTo>
                  <a:lnTo>
                    <a:pt x="182" y="1319"/>
                  </a:lnTo>
                  <a:lnTo>
                    <a:pt x="179" y="1316"/>
                  </a:lnTo>
                  <a:lnTo>
                    <a:pt x="178" y="1314"/>
                  </a:lnTo>
                  <a:lnTo>
                    <a:pt x="178" y="1309"/>
                  </a:lnTo>
                  <a:lnTo>
                    <a:pt x="180" y="1306"/>
                  </a:lnTo>
                  <a:lnTo>
                    <a:pt x="183" y="1300"/>
                  </a:lnTo>
                  <a:lnTo>
                    <a:pt x="183" y="1300"/>
                  </a:lnTo>
                  <a:lnTo>
                    <a:pt x="188" y="1295"/>
                  </a:lnTo>
                  <a:lnTo>
                    <a:pt x="192" y="1288"/>
                  </a:lnTo>
                  <a:lnTo>
                    <a:pt x="195" y="1281"/>
                  </a:lnTo>
                  <a:lnTo>
                    <a:pt x="201" y="1276"/>
                  </a:lnTo>
                  <a:lnTo>
                    <a:pt x="201" y="1276"/>
                  </a:lnTo>
                  <a:lnTo>
                    <a:pt x="208" y="1269"/>
                  </a:lnTo>
                  <a:lnTo>
                    <a:pt x="213" y="1261"/>
                  </a:lnTo>
                  <a:lnTo>
                    <a:pt x="222" y="1246"/>
                  </a:lnTo>
                  <a:lnTo>
                    <a:pt x="222" y="1246"/>
                  </a:lnTo>
                  <a:lnTo>
                    <a:pt x="226" y="1239"/>
                  </a:lnTo>
                  <a:lnTo>
                    <a:pt x="228" y="1231"/>
                  </a:lnTo>
                  <a:lnTo>
                    <a:pt x="229" y="1215"/>
                  </a:lnTo>
                  <a:lnTo>
                    <a:pt x="229" y="1215"/>
                  </a:lnTo>
                  <a:lnTo>
                    <a:pt x="230" y="1213"/>
                  </a:lnTo>
                  <a:lnTo>
                    <a:pt x="231" y="1210"/>
                  </a:lnTo>
                  <a:lnTo>
                    <a:pt x="235" y="1205"/>
                  </a:lnTo>
                  <a:lnTo>
                    <a:pt x="238" y="1200"/>
                  </a:lnTo>
                  <a:lnTo>
                    <a:pt x="239" y="1197"/>
                  </a:lnTo>
                  <a:lnTo>
                    <a:pt x="239" y="1195"/>
                  </a:lnTo>
                  <a:lnTo>
                    <a:pt x="239" y="1195"/>
                  </a:lnTo>
                  <a:lnTo>
                    <a:pt x="239" y="1194"/>
                  </a:lnTo>
                  <a:lnTo>
                    <a:pt x="237" y="1194"/>
                  </a:lnTo>
                  <a:lnTo>
                    <a:pt x="233" y="1193"/>
                  </a:lnTo>
                  <a:lnTo>
                    <a:pt x="233" y="1193"/>
                  </a:lnTo>
                  <a:lnTo>
                    <a:pt x="231" y="1190"/>
                  </a:lnTo>
                  <a:lnTo>
                    <a:pt x="229" y="1186"/>
                  </a:lnTo>
                  <a:lnTo>
                    <a:pt x="226" y="1181"/>
                  </a:lnTo>
                  <a:lnTo>
                    <a:pt x="226" y="1181"/>
                  </a:lnTo>
                  <a:lnTo>
                    <a:pt x="225" y="1176"/>
                  </a:lnTo>
                  <a:lnTo>
                    <a:pt x="225" y="1172"/>
                  </a:lnTo>
                  <a:lnTo>
                    <a:pt x="225" y="1167"/>
                  </a:lnTo>
                  <a:lnTo>
                    <a:pt x="226" y="1166"/>
                  </a:lnTo>
                  <a:lnTo>
                    <a:pt x="228" y="1164"/>
                  </a:lnTo>
                  <a:lnTo>
                    <a:pt x="228" y="1164"/>
                  </a:lnTo>
                  <a:lnTo>
                    <a:pt x="228" y="1152"/>
                  </a:lnTo>
                  <a:lnTo>
                    <a:pt x="229" y="1144"/>
                  </a:lnTo>
                  <a:lnTo>
                    <a:pt x="229" y="1142"/>
                  </a:lnTo>
                  <a:lnTo>
                    <a:pt x="229" y="1142"/>
                  </a:lnTo>
                  <a:lnTo>
                    <a:pt x="228" y="1140"/>
                  </a:lnTo>
                  <a:lnTo>
                    <a:pt x="226" y="1139"/>
                  </a:lnTo>
                  <a:lnTo>
                    <a:pt x="221" y="1139"/>
                  </a:lnTo>
                  <a:lnTo>
                    <a:pt x="212" y="1140"/>
                  </a:lnTo>
                  <a:lnTo>
                    <a:pt x="212" y="1140"/>
                  </a:lnTo>
                  <a:lnTo>
                    <a:pt x="208" y="1138"/>
                  </a:lnTo>
                  <a:lnTo>
                    <a:pt x="206" y="1136"/>
                  </a:lnTo>
                  <a:lnTo>
                    <a:pt x="206" y="1131"/>
                  </a:lnTo>
                  <a:lnTo>
                    <a:pt x="206" y="1126"/>
                  </a:lnTo>
                  <a:lnTo>
                    <a:pt x="207" y="1114"/>
                  </a:lnTo>
                  <a:lnTo>
                    <a:pt x="208" y="1105"/>
                  </a:lnTo>
                  <a:lnTo>
                    <a:pt x="208" y="1105"/>
                  </a:lnTo>
                  <a:lnTo>
                    <a:pt x="209" y="1100"/>
                  </a:lnTo>
                  <a:lnTo>
                    <a:pt x="209" y="1097"/>
                  </a:lnTo>
                  <a:lnTo>
                    <a:pt x="208" y="1095"/>
                  </a:lnTo>
                  <a:lnTo>
                    <a:pt x="203" y="1093"/>
                  </a:lnTo>
                  <a:lnTo>
                    <a:pt x="203" y="1093"/>
                  </a:lnTo>
                  <a:lnTo>
                    <a:pt x="178" y="1091"/>
                  </a:lnTo>
                  <a:lnTo>
                    <a:pt x="178" y="1091"/>
                  </a:lnTo>
                  <a:lnTo>
                    <a:pt x="172" y="1090"/>
                  </a:lnTo>
                  <a:lnTo>
                    <a:pt x="165" y="1090"/>
                  </a:lnTo>
                  <a:lnTo>
                    <a:pt x="162" y="1089"/>
                  </a:lnTo>
                  <a:lnTo>
                    <a:pt x="160" y="1087"/>
                  </a:lnTo>
                  <a:lnTo>
                    <a:pt x="158" y="1086"/>
                  </a:lnTo>
                  <a:lnTo>
                    <a:pt x="158" y="1082"/>
                  </a:lnTo>
                  <a:lnTo>
                    <a:pt x="158" y="1082"/>
                  </a:lnTo>
                  <a:lnTo>
                    <a:pt x="158" y="1080"/>
                  </a:lnTo>
                  <a:lnTo>
                    <a:pt x="158" y="1079"/>
                  </a:lnTo>
                  <a:lnTo>
                    <a:pt x="153" y="1078"/>
                  </a:lnTo>
                  <a:lnTo>
                    <a:pt x="149" y="1079"/>
                  </a:lnTo>
                  <a:lnTo>
                    <a:pt x="146" y="1080"/>
                  </a:lnTo>
                  <a:lnTo>
                    <a:pt x="146" y="1080"/>
                  </a:lnTo>
                  <a:lnTo>
                    <a:pt x="143" y="1081"/>
                  </a:lnTo>
                  <a:lnTo>
                    <a:pt x="137" y="1083"/>
                  </a:lnTo>
                  <a:lnTo>
                    <a:pt x="123" y="1085"/>
                  </a:lnTo>
                  <a:lnTo>
                    <a:pt x="116" y="1085"/>
                  </a:lnTo>
                  <a:lnTo>
                    <a:pt x="111" y="1083"/>
                  </a:lnTo>
                  <a:lnTo>
                    <a:pt x="106" y="1082"/>
                  </a:lnTo>
                  <a:lnTo>
                    <a:pt x="105" y="1081"/>
                  </a:lnTo>
                  <a:lnTo>
                    <a:pt x="105" y="1080"/>
                  </a:lnTo>
                  <a:lnTo>
                    <a:pt x="105" y="1080"/>
                  </a:lnTo>
                  <a:lnTo>
                    <a:pt x="106" y="1072"/>
                  </a:lnTo>
                  <a:lnTo>
                    <a:pt x="108" y="1064"/>
                  </a:lnTo>
                  <a:lnTo>
                    <a:pt x="109" y="1057"/>
                  </a:lnTo>
                  <a:lnTo>
                    <a:pt x="109" y="1049"/>
                  </a:lnTo>
                  <a:lnTo>
                    <a:pt x="109" y="1049"/>
                  </a:lnTo>
                  <a:lnTo>
                    <a:pt x="108" y="1048"/>
                  </a:lnTo>
                  <a:lnTo>
                    <a:pt x="106" y="1042"/>
                  </a:lnTo>
                  <a:lnTo>
                    <a:pt x="104" y="1038"/>
                  </a:lnTo>
                  <a:lnTo>
                    <a:pt x="104" y="1036"/>
                  </a:lnTo>
                  <a:lnTo>
                    <a:pt x="105" y="1036"/>
                  </a:lnTo>
                  <a:lnTo>
                    <a:pt x="105" y="1036"/>
                  </a:lnTo>
                  <a:lnTo>
                    <a:pt x="101" y="1035"/>
                  </a:lnTo>
                  <a:lnTo>
                    <a:pt x="95" y="1035"/>
                  </a:lnTo>
                  <a:lnTo>
                    <a:pt x="84" y="1038"/>
                  </a:lnTo>
                  <a:lnTo>
                    <a:pt x="84" y="1038"/>
                  </a:lnTo>
                  <a:lnTo>
                    <a:pt x="60" y="1040"/>
                  </a:lnTo>
                  <a:lnTo>
                    <a:pt x="48" y="1042"/>
                  </a:lnTo>
                  <a:lnTo>
                    <a:pt x="37" y="1045"/>
                  </a:lnTo>
                  <a:lnTo>
                    <a:pt x="37" y="1045"/>
                  </a:lnTo>
                  <a:lnTo>
                    <a:pt x="28" y="1048"/>
                  </a:lnTo>
                  <a:lnTo>
                    <a:pt x="18" y="1050"/>
                  </a:lnTo>
                  <a:lnTo>
                    <a:pt x="13" y="1049"/>
                  </a:lnTo>
                  <a:lnTo>
                    <a:pt x="9" y="1048"/>
                  </a:lnTo>
                  <a:lnTo>
                    <a:pt x="4" y="1045"/>
                  </a:lnTo>
                  <a:lnTo>
                    <a:pt x="1" y="1041"/>
                  </a:lnTo>
                  <a:lnTo>
                    <a:pt x="1" y="1041"/>
                  </a:lnTo>
                  <a:lnTo>
                    <a:pt x="0" y="1036"/>
                  </a:lnTo>
                  <a:lnTo>
                    <a:pt x="0" y="1031"/>
                  </a:lnTo>
                  <a:lnTo>
                    <a:pt x="2" y="1017"/>
                  </a:lnTo>
                  <a:lnTo>
                    <a:pt x="8" y="992"/>
                  </a:lnTo>
                  <a:lnTo>
                    <a:pt x="8" y="992"/>
                  </a:lnTo>
                  <a:lnTo>
                    <a:pt x="13" y="964"/>
                  </a:lnTo>
                  <a:lnTo>
                    <a:pt x="13" y="964"/>
                  </a:lnTo>
                  <a:lnTo>
                    <a:pt x="25" y="888"/>
                  </a:lnTo>
                  <a:lnTo>
                    <a:pt x="37" y="813"/>
                  </a:lnTo>
                  <a:lnTo>
                    <a:pt x="37" y="813"/>
                  </a:lnTo>
                  <a:lnTo>
                    <a:pt x="59" y="678"/>
                  </a:lnTo>
                  <a:lnTo>
                    <a:pt x="83" y="541"/>
                  </a:lnTo>
                  <a:lnTo>
                    <a:pt x="83" y="541"/>
                  </a:lnTo>
                  <a:lnTo>
                    <a:pt x="88" y="509"/>
                  </a:lnTo>
                  <a:lnTo>
                    <a:pt x="94" y="476"/>
                  </a:lnTo>
                  <a:lnTo>
                    <a:pt x="94" y="476"/>
                  </a:lnTo>
                  <a:lnTo>
                    <a:pt x="96" y="466"/>
                  </a:lnTo>
                  <a:lnTo>
                    <a:pt x="98" y="456"/>
                  </a:lnTo>
                  <a:lnTo>
                    <a:pt x="105" y="436"/>
                  </a:lnTo>
                  <a:lnTo>
                    <a:pt x="114" y="417"/>
                  </a:lnTo>
                  <a:lnTo>
                    <a:pt x="125" y="399"/>
                  </a:lnTo>
                  <a:lnTo>
                    <a:pt x="125" y="399"/>
                  </a:lnTo>
                  <a:lnTo>
                    <a:pt x="135" y="381"/>
                  </a:lnTo>
                  <a:lnTo>
                    <a:pt x="144" y="363"/>
                  </a:lnTo>
                  <a:lnTo>
                    <a:pt x="153" y="345"/>
                  </a:lnTo>
                  <a:lnTo>
                    <a:pt x="159" y="337"/>
                  </a:lnTo>
                  <a:lnTo>
                    <a:pt x="164" y="329"/>
                  </a:lnTo>
                  <a:lnTo>
                    <a:pt x="164" y="329"/>
                  </a:lnTo>
                  <a:lnTo>
                    <a:pt x="178" y="310"/>
                  </a:lnTo>
                  <a:lnTo>
                    <a:pt x="185" y="301"/>
                  </a:lnTo>
                  <a:lnTo>
                    <a:pt x="190" y="296"/>
                  </a:lnTo>
                  <a:lnTo>
                    <a:pt x="195" y="293"/>
                  </a:lnTo>
                  <a:lnTo>
                    <a:pt x="195" y="293"/>
                  </a:lnTo>
                  <a:lnTo>
                    <a:pt x="219" y="280"/>
                  </a:lnTo>
                  <a:lnTo>
                    <a:pt x="242" y="267"/>
                  </a:lnTo>
                  <a:lnTo>
                    <a:pt x="242" y="267"/>
                  </a:lnTo>
                  <a:lnTo>
                    <a:pt x="246" y="265"/>
                  </a:lnTo>
                  <a:lnTo>
                    <a:pt x="248" y="261"/>
                  </a:lnTo>
                  <a:lnTo>
                    <a:pt x="251" y="257"/>
                  </a:lnTo>
                  <a:lnTo>
                    <a:pt x="254" y="254"/>
                  </a:lnTo>
                  <a:lnTo>
                    <a:pt x="254" y="254"/>
                  </a:lnTo>
                  <a:lnTo>
                    <a:pt x="261" y="250"/>
                  </a:lnTo>
                  <a:lnTo>
                    <a:pt x="268" y="247"/>
                  </a:lnTo>
                  <a:lnTo>
                    <a:pt x="268" y="247"/>
                  </a:lnTo>
                  <a:lnTo>
                    <a:pt x="274" y="246"/>
                  </a:lnTo>
                  <a:lnTo>
                    <a:pt x="276" y="243"/>
                  </a:lnTo>
                  <a:lnTo>
                    <a:pt x="277" y="238"/>
                  </a:lnTo>
                  <a:lnTo>
                    <a:pt x="279" y="233"/>
                  </a:lnTo>
                  <a:lnTo>
                    <a:pt x="279" y="233"/>
                  </a:lnTo>
                  <a:lnTo>
                    <a:pt x="283" y="217"/>
                  </a:lnTo>
                  <a:lnTo>
                    <a:pt x="286" y="208"/>
                  </a:lnTo>
                  <a:lnTo>
                    <a:pt x="287" y="206"/>
                  </a:lnTo>
                  <a:lnTo>
                    <a:pt x="289" y="205"/>
                  </a:lnTo>
                  <a:lnTo>
                    <a:pt x="289" y="205"/>
                  </a:lnTo>
                  <a:lnTo>
                    <a:pt x="294" y="207"/>
                  </a:lnTo>
                  <a:lnTo>
                    <a:pt x="297" y="208"/>
                  </a:lnTo>
                  <a:lnTo>
                    <a:pt x="298" y="208"/>
                  </a:lnTo>
                  <a:lnTo>
                    <a:pt x="298" y="207"/>
                  </a:lnTo>
                  <a:lnTo>
                    <a:pt x="298" y="207"/>
                  </a:lnTo>
                  <a:lnTo>
                    <a:pt x="298" y="206"/>
                  </a:lnTo>
                  <a:lnTo>
                    <a:pt x="296" y="203"/>
                  </a:lnTo>
                  <a:lnTo>
                    <a:pt x="294" y="200"/>
                  </a:lnTo>
                  <a:lnTo>
                    <a:pt x="294" y="200"/>
                  </a:lnTo>
                  <a:lnTo>
                    <a:pt x="295" y="200"/>
                  </a:lnTo>
                  <a:lnTo>
                    <a:pt x="296" y="201"/>
                  </a:lnTo>
                  <a:lnTo>
                    <a:pt x="297" y="202"/>
                  </a:lnTo>
                  <a:lnTo>
                    <a:pt x="298" y="202"/>
                  </a:lnTo>
                  <a:lnTo>
                    <a:pt x="298" y="202"/>
                  </a:lnTo>
                  <a:lnTo>
                    <a:pt x="298" y="200"/>
                  </a:lnTo>
                  <a:lnTo>
                    <a:pt x="298" y="197"/>
                  </a:lnTo>
                  <a:lnTo>
                    <a:pt x="296" y="188"/>
                  </a:lnTo>
                  <a:lnTo>
                    <a:pt x="294" y="180"/>
                  </a:lnTo>
                  <a:lnTo>
                    <a:pt x="292" y="173"/>
                  </a:lnTo>
                  <a:lnTo>
                    <a:pt x="292" y="173"/>
                  </a:lnTo>
                  <a:lnTo>
                    <a:pt x="288" y="161"/>
                  </a:lnTo>
                  <a:lnTo>
                    <a:pt x="287" y="155"/>
                  </a:lnTo>
                  <a:lnTo>
                    <a:pt x="286" y="150"/>
                  </a:lnTo>
                  <a:lnTo>
                    <a:pt x="286" y="150"/>
                  </a:lnTo>
                  <a:lnTo>
                    <a:pt x="279" y="104"/>
                  </a:lnTo>
                  <a:lnTo>
                    <a:pt x="279" y="104"/>
                  </a:lnTo>
                  <a:lnTo>
                    <a:pt x="278" y="89"/>
                  </a:lnTo>
                  <a:lnTo>
                    <a:pt x="279" y="75"/>
                  </a:lnTo>
                  <a:lnTo>
                    <a:pt x="279" y="75"/>
                  </a:lnTo>
                  <a:lnTo>
                    <a:pt x="278" y="68"/>
                  </a:lnTo>
                  <a:lnTo>
                    <a:pt x="275" y="63"/>
                  </a:lnTo>
                  <a:lnTo>
                    <a:pt x="269" y="50"/>
                  </a:lnTo>
                  <a:lnTo>
                    <a:pt x="269" y="50"/>
                  </a:lnTo>
                  <a:lnTo>
                    <a:pt x="267" y="40"/>
                  </a:lnTo>
                  <a:lnTo>
                    <a:pt x="263" y="22"/>
                  </a:lnTo>
                  <a:lnTo>
                    <a:pt x="263" y="13"/>
                  </a:lnTo>
                  <a:lnTo>
                    <a:pt x="263" y="7"/>
                  </a:lnTo>
                  <a:lnTo>
                    <a:pt x="264" y="3"/>
                  </a:lnTo>
                  <a:lnTo>
                    <a:pt x="265" y="1"/>
                  </a:lnTo>
                  <a:lnTo>
                    <a:pt x="267" y="0"/>
                  </a:lnTo>
                  <a:lnTo>
                    <a:pt x="269" y="0"/>
                  </a:lnTo>
                  <a:lnTo>
                    <a:pt x="269" y="0"/>
                  </a:lnTo>
                  <a:lnTo>
                    <a:pt x="276" y="6"/>
                  </a:lnTo>
                  <a:lnTo>
                    <a:pt x="281" y="11"/>
                  </a:lnTo>
                  <a:lnTo>
                    <a:pt x="288" y="17"/>
                  </a:lnTo>
                  <a:lnTo>
                    <a:pt x="292" y="20"/>
                  </a:lnTo>
                  <a:lnTo>
                    <a:pt x="295" y="22"/>
                  </a:lnTo>
                  <a:lnTo>
                    <a:pt x="295" y="22"/>
                  </a:lnTo>
                  <a:lnTo>
                    <a:pt x="304" y="25"/>
                  </a:lnTo>
                  <a:lnTo>
                    <a:pt x="312" y="27"/>
                  </a:lnTo>
                  <a:lnTo>
                    <a:pt x="312" y="27"/>
                  </a:lnTo>
                  <a:lnTo>
                    <a:pt x="317" y="27"/>
                  </a:lnTo>
                  <a:lnTo>
                    <a:pt x="323" y="25"/>
                  </a:lnTo>
                  <a:lnTo>
                    <a:pt x="327" y="23"/>
                  </a:lnTo>
                  <a:lnTo>
                    <a:pt x="332" y="23"/>
                  </a:lnTo>
                  <a:lnTo>
                    <a:pt x="332" y="23"/>
                  </a:lnTo>
                  <a:lnTo>
                    <a:pt x="343" y="25"/>
                  </a:lnTo>
                  <a:lnTo>
                    <a:pt x="355" y="25"/>
                  </a:lnTo>
                  <a:lnTo>
                    <a:pt x="378" y="25"/>
                  </a:lnTo>
                  <a:lnTo>
                    <a:pt x="378" y="25"/>
                  </a:lnTo>
                  <a:lnTo>
                    <a:pt x="388" y="23"/>
                  </a:lnTo>
                  <a:lnTo>
                    <a:pt x="393" y="23"/>
                  </a:lnTo>
                  <a:lnTo>
                    <a:pt x="398" y="21"/>
                  </a:lnTo>
                  <a:lnTo>
                    <a:pt x="398" y="21"/>
                  </a:lnTo>
                  <a:lnTo>
                    <a:pt x="402" y="17"/>
                  </a:lnTo>
                  <a:lnTo>
                    <a:pt x="410" y="9"/>
                  </a:lnTo>
                  <a:lnTo>
                    <a:pt x="417" y="2"/>
                  </a:lnTo>
                  <a:lnTo>
                    <a:pt x="420" y="0"/>
                  </a:lnTo>
                  <a:lnTo>
                    <a:pt x="422" y="0"/>
                  </a:lnTo>
                  <a:lnTo>
                    <a:pt x="422" y="0"/>
                  </a:lnTo>
                  <a:lnTo>
                    <a:pt x="424" y="3"/>
                  </a:lnTo>
                  <a:lnTo>
                    <a:pt x="426" y="8"/>
                  </a:lnTo>
                  <a:lnTo>
                    <a:pt x="426" y="16"/>
                  </a:lnTo>
                  <a:lnTo>
                    <a:pt x="424" y="25"/>
                  </a:lnTo>
                  <a:lnTo>
                    <a:pt x="422" y="34"/>
                  </a:lnTo>
                  <a:lnTo>
                    <a:pt x="414" y="51"/>
                  </a:lnTo>
                  <a:lnTo>
                    <a:pt x="408" y="66"/>
                  </a:lnTo>
                  <a:lnTo>
                    <a:pt x="408" y="66"/>
                  </a:lnTo>
                  <a:lnTo>
                    <a:pt x="404" y="72"/>
                  </a:lnTo>
                  <a:lnTo>
                    <a:pt x="403" y="77"/>
                  </a:lnTo>
                  <a:lnTo>
                    <a:pt x="402" y="84"/>
                  </a:lnTo>
                  <a:lnTo>
                    <a:pt x="403" y="91"/>
                  </a:lnTo>
                  <a:lnTo>
                    <a:pt x="403" y="91"/>
                  </a:lnTo>
                  <a:lnTo>
                    <a:pt x="404" y="96"/>
                  </a:lnTo>
                  <a:lnTo>
                    <a:pt x="404" y="106"/>
                  </a:lnTo>
                  <a:lnTo>
                    <a:pt x="403" y="1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348" y="4115172"/>
            <a:ext cx="1118514" cy="1692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530351" y="4005064"/>
            <a:ext cx="3240759" cy="14432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3 times less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404601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10</a:t>
            </a:fld>
            <a:endParaRPr lang="et-EE"/>
          </a:p>
        </p:txBody>
      </p:sp>
      <p:grpSp>
        <p:nvGrpSpPr>
          <p:cNvPr id="59" name="Group 58"/>
          <p:cNvGrpSpPr/>
          <p:nvPr/>
        </p:nvGrpSpPr>
        <p:grpSpPr>
          <a:xfrm>
            <a:off x="539552" y="1918445"/>
            <a:ext cx="7979037" cy="4203149"/>
            <a:chOff x="539552" y="980729"/>
            <a:chExt cx="8512713" cy="4824536"/>
          </a:xfrm>
        </p:grpSpPr>
        <p:grpSp>
          <p:nvGrpSpPr>
            <p:cNvPr id="7" name="Group 6"/>
            <p:cNvGrpSpPr/>
            <p:nvPr/>
          </p:nvGrpSpPr>
          <p:grpSpPr>
            <a:xfrm>
              <a:off x="5879681" y="5061689"/>
              <a:ext cx="612000" cy="612000"/>
              <a:chOff x="7573215" y="5907019"/>
              <a:chExt cx="612000" cy="612000"/>
            </a:xfrm>
          </p:grpSpPr>
          <p:sp>
            <p:nvSpPr>
              <p:cNvPr id="8" name="Oval 7"/>
              <p:cNvSpPr/>
              <p:nvPr/>
            </p:nvSpPr>
            <p:spPr bwMode="ltGray">
              <a:xfrm>
                <a:off x="7573215" y="5907019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9" name="Freeform 4997"/>
              <p:cNvSpPr>
                <a:spLocks noEditPoints="1"/>
              </p:cNvSpPr>
              <p:nvPr/>
            </p:nvSpPr>
            <p:spPr bwMode="auto">
              <a:xfrm>
                <a:off x="7650350" y="5997175"/>
                <a:ext cx="457731" cy="448094"/>
              </a:xfrm>
              <a:custGeom>
                <a:avLst/>
                <a:gdLst>
                  <a:gd name="T0" fmla="*/ 378 w 380"/>
                  <a:gd name="T1" fmla="*/ 230 h 372"/>
                  <a:gd name="T2" fmla="*/ 208 w 380"/>
                  <a:gd name="T3" fmla="*/ 366 h 372"/>
                  <a:gd name="T4" fmla="*/ 190 w 380"/>
                  <a:gd name="T5" fmla="*/ 372 h 372"/>
                  <a:gd name="T6" fmla="*/ 14 w 380"/>
                  <a:gd name="T7" fmla="*/ 246 h 372"/>
                  <a:gd name="T8" fmla="*/ 2 w 380"/>
                  <a:gd name="T9" fmla="*/ 224 h 372"/>
                  <a:gd name="T10" fmla="*/ 10 w 380"/>
                  <a:gd name="T11" fmla="*/ 200 h 372"/>
                  <a:gd name="T12" fmla="*/ 190 w 380"/>
                  <a:gd name="T13" fmla="*/ 328 h 372"/>
                  <a:gd name="T14" fmla="*/ 370 w 380"/>
                  <a:gd name="T15" fmla="*/ 200 h 372"/>
                  <a:gd name="T16" fmla="*/ 378 w 380"/>
                  <a:gd name="T17" fmla="*/ 190 h 372"/>
                  <a:gd name="T18" fmla="*/ 116 w 380"/>
                  <a:gd name="T19" fmla="*/ 146 h 372"/>
                  <a:gd name="T20" fmla="*/ 94 w 380"/>
                  <a:gd name="T21" fmla="*/ 140 h 372"/>
                  <a:gd name="T22" fmla="*/ 92 w 380"/>
                  <a:gd name="T23" fmla="*/ 148 h 372"/>
                  <a:gd name="T24" fmla="*/ 104 w 380"/>
                  <a:gd name="T25" fmla="*/ 172 h 372"/>
                  <a:gd name="T26" fmla="*/ 118 w 380"/>
                  <a:gd name="T27" fmla="*/ 186 h 372"/>
                  <a:gd name="T28" fmla="*/ 130 w 380"/>
                  <a:gd name="T29" fmla="*/ 192 h 372"/>
                  <a:gd name="T30" fmla="*/ 138 w 380"/>
                  <a:gd name="T31" fmla="*/ 190 h 372"/>
                  <a:gd name="T32" fmla="*/ 142 w 380"/>
                  <a:gd name="T33" fmla="*/ 176 h 372"/>
                  <a:gd name="T34" fmla="*/ 130 w 380"/>
                  <a:gd name="T35" fmla="*/ 158 h 372"/>
                  <a:gd name="T36" fmla="*/ 376 w 380"/>
                  <a:gd name="T37" fmla="*/ 164 h 372"/>
                  <a:gd name="T38" fmla="*/ 208 w 380"/>
                  <a:gd name="T39" fmla="*/ 294 h 372"/>
                  <a:gd name="T40" fmla="*/ 180 w 380"/>
                  <a:gd name="T41" fmla="*/ 300 h 372"/>
                  <a:gd name="T42" fmla="*/ 8 w 380"/>
                  <a:gd name="T43" fmla="*/ 170 h 372"/>
                  <a:gd name="T44" fmla="*/ 0 w 380"/>
                  <a:gd name="T45" fmla="*/ 150 h 372"/>
                  <a:gd name="T46" fmla="*/ 12 w 380"/>
                  <a:gd name="T47" fmla="*/ 126 h 372"/>
                  <a:gd name="T48" fmla="*/ 190 w 380"/>
                  <a:gd name="T49" fmla="*/ 0 h 372"/>
                  <a:gd name="T50" fmla="*/ 368 w 380"/>
                  <a:gd name="T51" fmla="*/ 126 h 372"/>
                  <a:gd name="T52" fmla="*/ 380 w 380"/>
                  <a:gd name="T53" fmla="*/ 150 h 372"/>
                  <a:gd name="T54" fmla="*/ 162 w 380"/>
                  <a:gd name="T55" fmla="*/ 156 h 372"/>
                  <a:gd name="T56" fmla="*/ 142 w 380"/>
                  <a:gd name="T57" fmla="*/ 132 h 372"/>
                  <a:gd name="T58" fmla="*/ 116 w 380"/>
                  <a:gd name="T59" fmla="*/ 122 h 372"/>
                  <a:gd name="T60" fmla="*/ 100 w 380"/>
                  <a:gd name="T61" fmla="*/ 124 h 372"/>
                  <a:gd name="T62" fmla="*/ 76 w 380"/>
                  <a:gd name="T63" fmla="*/ 146 h 372"/>
                  <a:gd name="T64" fmla="*/ 72 w 380"/>
                  <a:gd name="T65" fmla="*/ 164 h 372"/>
                  <a:gd name="T66" fmla="*/ 84 w 380"/>
                  <a:gd name="T67" fmla="*/ 190 h 372"/>
                  <a:gd name="T68" fmla="*/ 114 w 380"/>
                  <a:gd name="T69" fmla="*/ 208 h 372"/>
                  <a:gd name="T70" fmla="*/ 142 w 380"/>
                  <a:gd name="T71" fmla="*/ 202 h 372"/>
                  <a:gd name="T72" fmla="*/ 154 w 380"/>
                  <a:gd name="T73" fmla="*/ 190 h 372"/>
                  <a:gd name="T74" fmla="*/ 164 w 380"/>
                  <a:gd name="T75" fmla="*/ 166 h 372"/>
                  <a:gd name="T76" fmla="*/ 190 w 380"/>
                  <a:gd name="T77" fmla="*/ 64 h 372"/>
                  <a:gd name="T78" fmla="*/ 186 w 380"/>
                  <a:gd name="T79" fmla="*/ 62 h 372"/>
                  <a:gd name="T80" fmla="*/ 168 w 380"/>
                  <a:gd name="T81" fmla="*/ 76 h 372"/>
                  <a:gd name="T82" fmla="*/ 190 w 380"/>
                  <a:gd name="T83" fmla="*/ 238 h 372"/>
                  <a:gd name="T84" fmla="*/ 212 w 380"/>
                  <a:gd name="T85" fmla="*/ 226 h 372"/>
                  <a:gd name="T86" fmla="*/ 308 w 380"/>
                  <a:gd name="T87" fmla="*/ 136 h 372"/>
                  <a:gd name="T88" fmla="*/ 302 w 380"/>
                  <a:gd name="T89" fmla="*/ 118 h 372"/>
                  <a:gd name="T90" fmla="*/ 274 w 380"/>
                  <a:gd name="T91" fmla="*/ 94 h 372"/>
                  <a:gd name="T92" fmla="*/ 250 w 380"/>
                  <a:gd name="T93" fmla="*/ 92 h 372"/>
                  <a:gd name="T94" fmla="*/ 234 w 380"/>
                  <a:gd name="T95" fmla="*/ 102 h 372"/>
                  <a:gd name="T96" fmla="*/ 218 w 380"/>
                  <a:gd name="T97" fmla="*/ 126 h 372"/>
                  <a:gd name="T98" fmla="*/ 222 w 380"/>
                  <a:gd name="T99" fmla="*/ 152 h 372"/>
                  <a:gd name="T100" fmla="*/ 238 w 380"/>
                  <a:gd name="T101" fmla="*/ 168 h 372"/>
                  <a:gd name="T102" fmla="*/ 264 w 380"/>
                  <a:gd name="T103" fmla="*/ 178 h 372"/>
                  <a:gd name="T104" fmla="*/ 292 w 380"/>
                  <a:gd name="T105" fmla="*/ 168 h 372"/>
                  <a:gd name="T106" fmla="*/ 304 w 380"/>
                  <a:gd name="T107" fmla="*/ 152 h 372"/>
                  <a:gd name="T108" fmla="*/ 282 w 380"/>
                  <a:gd name="T109" fmla="*/ 136 h 372"/>
                  <a:gd name="T110" fmla="*/ 268 w 380"/>
                  <a:gd name="T111" fmla="*/ 122 h 372"/>
                  <a:gd name="T112" fmla="*/ 254 w 380"/>
                  <a:gd name="T113" fmla="*/ 110 h 372"/>
                  <a:gd name="T114" fmla="*/ 240 w 380"/>
                  <a:gd name="T115" fmla="*/ 110 h 372"/>
                  <a:gd name="T116" fmla="*/ 238 w 380"/>
                  <a:gd name="T117" fmla="*/ 124 h 372"/>
                  <a:gd name="T118" fmla="*/ 248 w 380"/>
                  <a:gd name="T119" fmla="*/ 142 h 372"/>
                  <a:gd name="T120" fmla="*/ 274 w 380"/>
                  <a:gd name="T121" fmla="*/ 162 h 372"/>
                  <a:gd name="T122" fmla="*/ 284 w 380"/>
                  <a:gd name="T123" fmla="*/ 160 h 372"/>
                  <a:gd name="T124" fmla="*/ 286 w 380"/>
                  <a:gd name="T125" fmla="*/ 144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0" h="372">
                    <a:moveTo>
                      <a:pt x="378" y="190"/>
                    </a:moveTo>
                    <a:lnTo>
                      <a:pt x="378" y="224"/>
                    </a:lnTo>
                    <a:lnTo>
                      <a:pt x="378" y="224"/>
                    </a:lnTo>
                    <a:lnTo>
                      <a:pt x="378" y="230"/>
                    </a:lnTo>
                    <a:lnTo>
                      <a:pt x="376" y="236"/>
                    </a:lnTo>
                    <a:lnTo>
                      <a:pt x="372" y="242"/>
                    </a:lnTo>
                    <a:lnTo>
                      <a:pt x="366" y="246"/>
                    </a:lnTo>
                    <a:lnTo>
                      <a:pt x="208" y="366"/>
                    </a:lnTo>
                    <a:lnTo>
                      <a:pt x="208" y="366"/>
                    </a:lnTo>
                    <a:lnTo>
                      <a:pt x="198" y="372"/>
                    </a:lnTo>
                    <a:lnTo>
                      <a:pt x="190" y="372"/>
                    </a:lnTo>
                    <a:lnTo>
                      <a:pt x="190" y="372"/>
                    </a:lnTo>
                    <a:lnTo>
                      <a:pt x="182" y="372"/>
                    </a:lnTo>
                    <a:lnTo>
                      <a:pt x="172" y="366"/>
                    </a:lnTo>
                    <a:lnTo>
                      <a:pt x="14" y="246"/>
                    </a:lnTo>
                    <a:lnTo>
                      <a:pt x="14" y="246"/>
                    </a:lnTo>
                    <a:lnTo>
                      <a:pt x="8" y="242"/>
                    </a:lnTo>
                    <a:lnTo>
                      <a:pt x="4" y="236"/>
                    </a:lnTo>
                    <a:lnTo>
                      <a:pt x="2" y="230"/>
                    </a:lnTo>
                    <a:lnTo>
                      <a:pt x="2" y="224"/>
                    </a:lnTo>
                    <a:lnTo>
                      <a:pt x="2" y="190"/>
                    </a:lnTo>
                    <a:lnTo>
                      <a:pt x="2" y="190"/>
                    </a:lnTo>
                    <a:lnTo>
                      <a:pt x="6" y="194"/>
                    </a:lnTo>
                    <a:lnTo>
                      <a:pt x="10" y="200"/>
                    </a:lnTo>
                    <a:lnTo>
                      <a:pt x="172" y="322"/>
                    </a:lnTo>
                    <a:lnTo>
                      <a:pt x="172" y="322"/>
                    </a:lnTo>
                    <a:lnTo>
                      <a:pt x="180" y="326"/>
                    </a:lnTo>
                    <a:lnTo>
                      <a:pt x="190" y="328"/>
                    </a:lnTo>
                    <a:lnTo>
                      <a:pt x="190" y="328"/>
                    </a:lnTo>
                    <a:lnTo>
                      <a:pt x="200" y="326"/>
                    </a:lnTo>
                    <a:lnTo>
                      <a:pt x="208" y="322"/>
                    </a:lnTo>
                    <a:lnTo>
                      <a:pt x="370" y="200"/>
                    </a:lnTo>
                    <a:lnTo>
                      <a:pt x="370" y="200"/>
                    </a:lnTo>
                    <a:lnTo>
                      <a:pt x="374" y="194"/>
                    </a:lnTo>
                    <a:lnTo>
                      <a:pt x="378" y="190"/>
                    </a:lnTo>
                    <a:lnTo>
                      <a:pt x="378" y="190"/>
                    </a:lnTo>
                    <a:close/>
                    <a:moveTo>
                      <a:pt x="130" y="158"/>
                    </a:moveTo>
                    <a:lnTo>
                      <a:pt x="130" y="158"/>
                    </a:lnTo>
                    <a:lnTo>
                      <a:pt x="116" y="146"/>
                    </a:lnTo>
                    <a:lnTo>
                      <a:pt x="116" y="146"/>
                    </a:lnTo>
                    <a:lnTo>
                      <a:pt x="110" y="140"/>
                    </a:lnTo>
                    <a:lnTo>
                      <a:pt x="104" y="138"/>
                    </a:lnTo>
                    <a:lnTo>
                      <a:pt x="100" y="138"/>
                    </a:lnTo>
                    <a:lnTo>
                      <a:pt x="94" y="140"/>
                    </a:lnTo>
                    <a:lnTo>
                      <a:pt x="94" y="140"/>
                    </a:lnTo>
                    <a:lnTo>
                      <a:pt x="92" y="144"/>
                    </a:lnTo>
                    <a:lnTo>
                      <a:pt x="92" y="148"/>
                    </a:lnTo>
                    <a:lnTo>
                      <a:pt x="92" y="148"/>
                    </a:lnTo>
                    <a:lnTo>
                      <a:pt x="92" y="154"/>
                    </a:lnTo>
                    <a:lnTo>
                      <a:pt x="94" y="160"/>
                    </a:lnTo>
                    <a:lnTo>
                      <a:pt x="94" y="160"/>
                    </a:lnTo>
                    <a:lnTo>
                      <a:pt x="104" y="172"/>
                    </a:lnTo>
                    <a:lnTo>
                      <a:pt x="104" y="172"/>
                    </a:lnTo>
                    <a:lnTo>
                      <a:pt x="106" y="176"/>
                    </a:lnTo>
                    <a:lnTo>
                      <a:pt x="106" y="176"/>
                    </a:lnTo>
                    <a:lnTo>
                      <a:pt x="118" y="186"/>
                    </a:lnTo>
                    <a:lnTo>
                      <a:pt x="118" y="186"/>
                    </a:lnTo>
                    <a:lnTo>
                      <a:pt x="126" y="190"/>
                    </a:lnTo>
                    <a:lnTo>
                      <a:pt x="126" y="190"/>
                    </a:lnTo>
                    <a:lnTo>
                      <a:pt x="130" y="192"/>
                    </a:lnTo>
                    <a:lnTo>
                      <a:pt x="130" y="192"/>
                    </a:lnTo>
                    <a:lnTo>
                      <a:pt x="134" y="192"/>
                    </a:lnTo>
                    <a:lnTo>
                      <a:pt x="138" y="190"/>
                    </a:lnTo>
                    <a:lnTo>
                      <a:pt x="138" y="190"/>
                    </a:lnTo>
                    <a:lnTo>
                      <a:pt x="142" y="186"/>
                    </a:lnTo>
                    <a:lnTo>
                      <a:pt x="142" y="182"/>
                    </a:lnTo>
                    <a:lnTo>
                      <a:pt x="142" y="182"/>
                    </a:lnTo>
                    <a:lnTo>
                      <a:pt x="142" y="176"/>
                    </a:lnTo>
                    <a:lnTo>
                      <a:pt x="140" y="172"/>
                    </a:lnTo>
                    <a:lnTo>
                      <a:pt x="140" y="172"/>
                    </a:lnTo>
                    <a:lnTo>
                      <a:pt x="130" y="158"/>
                    </a:lnTo>
                    <a:lnTo>
                      <a:pt x="130" y="158"/>
                    </a:lnTo>
                    <a:close/>
                    <a:moveTo>
                      <a:pt x="380" y="150"/>
                    </a:moveTo>
                    <a:lnTo>
                      <a:pt x="380" y="150"/>
                    </a:lnTo>
                    <a:lnTo>
                      <a:pt x="378" y="158"/>
                    </a:lnTo>
                    <a:lnTo>
                      <a:pt x="376" y="164"/>
                    </a:lnTo>
                    <a:lnTo>
                      <a:pt x="372" y="170"/>
                    </a:lnTo>
                    <a:lnTo>
                      <a:pt x="368" y="174"/>
                    </a:lnTo>
                    <a:lnTo>
                      <a:pt x="208" y="294"/>
                    </a:lnTo>
                    <a:lnTo>
                      <a:pt x="208" y="294"/>
                    </a:lnTo>
                    <a:lnTo>
                      <a:pt x="200" y="300"/>
                    </a:lnTo>
                    <a:lnTo>
                      <a:pt x="190" y="300"/>
                    </a:lnTo>
                    <a:lnTo>
                      <a:pt x="190" y="300"/>
                    </a:lnTo>
                    <a:lnTo>
                      <a:pt x="180" y="300"/>
                    </a:lnTo>
                    <a:lnTo>
                      <a:pt x="172" y="294"/>
                    </a:lnTo>
                    <a:lnTo>
                      <a:pt x="12" y="174"/>
                    </a:lnTo>
                    <a:lnTo>
                      <a:pt x="12" y="174"/>
                    </a:lnTo>
                    <a:lnTo>
                      <a:pt x="8" y="170"/>
                    </a:lnTo>
                    <a:lnTo>
                      <a:pt x="4" y="164"/>
                    </a:lnTo>
                    <a:lnTo>
                      <a:pt x="2" y="158"/>
                    </a:lnTo>
                    <a:lnTo>
                      <a:pt x="0" y="150"/>
                    </a:lnTo>
                    <a:lnTo>
                      <a:pt x="0" y="150"/>
                    </a:lnTo>
                    <a:lnTo>
                      <a:pt x="2" y="144"/>
                    </a:lnTo>
                    <a:lnTo>
                      <a:pt x="4" y="136"/>
                    </a:lnTo>
                    <a:lnTo>
                      <a:pt x="8" y="130"/>
                    </a:lnTo>
                    <a:lnTo>
                      <a:pt x="12" y="126"/>
                    </a:lnTo>
                    <a:lnTo>
                      <a:pt x="172" y="6"/>
                    </a:lnTo>
                    <a:lnTo>
                      <a:pt x="172" y="6"/>
                    </a:lnTo>
                    <a:lnTo>
                      <a:pt x="180" y="2"/>
                    </a:lnTo>
                    <a:lnTo>
                      <a:pt x="190" y="0"/>
                    </a:lnTo>
                    <a:lnTo>
                      <a:pt x="200" y="2"/>
                    </a:lnTo>
                    <a:lnTo>
                      <a:pt x="208" y="6"/>
                    </a:lnTo>
                    <a:lnTo>
                      <a:pt x="368" y="126"/>
                    </a:lnTo>
                    <a:lnTo>
                      <a:pt x="368" y="126"/>
                    </a:lnTo>
                    <a:lnTo>
                      <a:pt x="372" y="130"/>
                    </a:lnTo>
                    <a:lnTo>
                      <a:pt x="376" y="136"/>
                    </a:lnTo>
                    <a:lnTo>
                      <a:pt x="378" y="144"/>
                    </a:lnTo>
                    <a:lnTo>
                      <a:pt x="380" y="150"/>
                    </a:lnTo>
                    <a:lnTo>
                      <a:pt x="380" y="150"/>
                    </a:lnTo>
                    <a:close/>
                    <a:moveTo>
                      <a:pt x="164" y="166"/>
                    </a:moveTo>
                    <a:lnTo>
                      <a:pt x="164" y="166"/>
                    </a:lnTo>
                    <a:lnTo>
                      <a:pt x="162" y="156"/>
                    </a:lnTo>
                    <a:lnTo>
                      <a:pt x="158" y="148"/>
                    </a:lnTo>
                    <a:lnTo>
                      <a:pt x="158" y="148"/>
                    </a:lnTo>
                    <a:lnTo>
                      <a:pt x="152" y="140"/>
                    </a:lnTo>
                    <a:lnTo>
                      <a:pt x="142" y="132"/>
                    </a:lnTo>
                    <a:lnTo>
                      <a:pt x="142" y="132"/>
                    </a:lnTo>
                    <a:lnTo>
                      <a:pt x="130" y="124"/>
                    </a:lnTo>
                    <a:lnTo>
                      <a:pt x="122" y="122"/>
                    </a:lnTo>
                    <a:lnTo>
                      <a:pt x="116" y="122"/>
                    </a:lnTo>
                    <a:lnTo>
                      <a:pt x="116" y="122"/>
                    </a:lnTo>
                    <a:lnTo>
                      <a:pt x="112" y="122"/>
                    </a:lnTo>
                    <a:lnTo>
                      <a:pt x="112" y="122"/>
                    </a:lnTo>
                    <a:lnTo>
                      <a:pt x="100" y="124"/>
                    </a:lnTo>
                    <a:lnTo>
                      <a:pt x="88" y="132"/>
                    </a:lnTo>
                    <a:lnTo>
                      <a:pt x="88" y="132"/>
                    </a:lnTo>
                    <a:lnTo>
                      <a:pt x="80" y="138"/>
                    </a:lnTo>
                    <a:lnTo>
                      <a:pt x="76" y="146"/>
                    </a:lnTo>
                    <a:lnTo>
                      <a:pt x="76" y="146"/>
                    </a:lnTo>
                    <a:lnTo>
                      <a:pt x="72" y="156"/>
                    </a:lnTo>
                    <a:lnTo>
                      <a:pt x="72" y="164"/>
                    </a:lnTo>
                    <a:lnTo>
                      <a:pt x="72" y="164"/>
                    </a:lnTo>
                    <a:lnTo>
                      <a:pt x="74" y="174"/>
                    </a:lnTo>
                    <a:lnTo>
                      <a:pt x="78" y="182"/>
                    </a:lnTo>
                    <a:lnTo>
                      <a:pt x="78" y="182"/>
                    </a:lnTo>
                    <a:lnTo>
                      <a:pt x="84" y="190"/>
                    </a:lnTo>
                    <a:lnTo>
                      <a:pt x="94" y="198"/>
                    </a:lnTo>
                    <a:lnTo>
                      <a:pt x="94" y="198"/>
                    </a:lnTo>
                    <a:lnTo>
                      <a:pt x="106" y="206"/>
                    </a:lnTo>
                    <a:lnTo>
                      <a:pt x="114" y="208"/>
                    </a:lnTo>
                    <a:lnTo>
                      <a:pt x="120" y="208"/>
                    </a:lnTo>
                    <a:lnTo>
                      <a:pt x="120" y="208"/>
                    </a:lnTo>
                    <a:lnTo>
                      <a:pt x="132" y="206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48" y="198"/>
                    </a:lnTo>
                    <a:lnTo>
                      <a:pt x="148" y="198"/>
                    </a:lnTo>
                    <a:lnTo>
                      <a:pt x="154" y="190"/>
                    </a:lnTo>
                    <a:lnTo>
                      <a:pt x="160" y="182"/>
                    </a:lnTo>
                    <a:lnTo>
                      <a:pt x="160" y="182"/>
                    </a:lnTo>
                    <a:lnTo>
                      <a:pt x="162" y="174"/>
                    </a:lnTo>
                    <a:lnTo>
                      <a:pt x="164" y="166"/>
                    </a:lnTo>
                    <a:lnTo>
                      <a:pt x="164" y="166"/>
                    </a:lnTo>
                    <a:close/>
                    <a:moveTo>
                      <a:pt x="212" y="224"/>
                    </a:moveTo>
                    <a:lnTo>
                      <a:pt x="190" y="64"/>
                    </a:lnTo>
                    <a:lnTo>
                      <a:pt x="190" y="64"/>
                    </a:lnTo>
                    <a:lnTo>
                      <a:pt x="188" y="62"/>
                    </a:lnTo>
                    <a:lnTo>
                      <a:pt x="188" y="62"/>
                    </a:lnTo>
                    <a:lnTo>
                      <a:pt x="186" y="62"/>
                    </a:lnTo>
                    <a:lnTo>
                      <a:pt x="186" y="62"/>
                    </a:lnTo>
                    <a:lnTo>
                      <a:pt x="184" y="62"/>
                    </a:lnTo>
                    <a:lnTo>
                      <a:pt x="168" y="74"/>
                    </a:lnTo>
                    <a:lnTo>
                      <a:pt x="168" y="74"/>
                    </a:lnTo>
                    <a:lnTo>
                      <a:pt x="168" y="76"/>
                    </a:lnTo>
                    <a:lnTo>
                      <a:pt x="188" y="236"/>
                    </a:lnTo>
                    <a:lnTo>
                      <a:pt x="188" y="236"/>
                    </a:lnTo>
                    <a:lnTo>
                      <a:pt x="190" y="238"/>
                    </a:lnTo>
                    <a:lnTo>
                      <a:pt x="190" y="238"/>
                    </a:lnTo>
                    <a:lnTo>
                      <a:pt x="192" y="238"/>
                    </a:lnTo>
                    <a:lnTo>
                      <a:pt x="192" y="238"/>
                    </a:lnTo>
                    <a:lnTo>
                      <a:pt x="196" y="238"/>
                    </a:lnTo>
                    <a:lnTo>
                      <a:pt x="212" y="226"/>
                    </a:lnTo>
                    <a:lnTo>
                      <a:pt x="212" y="226"/>
                    </a:lnTo>
                    <a:lnTo>
                      <a:pt x="212" y="224"/>
                    </a:lnTo>
                    <a:lnTo>
                      <a:pt x="212" y="224"/>
                    </a:lnTo>
                    <a:close/>
                    <a:moveTo>
                      <a:pt x="308" y="136"/>
                    </a:moveTo>
                    <a:lnTo>
                      <a:pt x="308" y="136"/>
                    </a:lnTo>
                    <a:lnTo>
                      <a:pt x="306" y="126"/>
                    </a:lnTo>
                    <a:lnTo>
                      <a:pt x="302" y="118"/>
                    </a:lnTo>
                    <a:lnTo>
                      <a:pt x="302" y="118"/>
                    </a:lnTo>
                    <a:lnTo>
                      <a:pt x="296" y="110"/>
                    </a:lnTo>
                    <a:lnTo>
                      <a:pt x="288" y="102"/>
                    </a:lnTo>
                    <a:lnTo>
                      <a:pt x="288" y="102"/>
                    </a:lnTo>
                    <a:lnTo>
                      <a:pt x="274" y="94"/>
                    </a:lnTo>
                    <a:lnTo>
                      <a:pt x="268" y="92"/>
                    </a:lnTo>
                    <a:lnTo>
                      <a:pt x="260" y="92"/>
                    </a:lnTo>
                    <a:lnTo>
                      <a:pt x="260" y="92"/>
                    </a:lnTo>
                    <a:lnTo>
                      <a:pt x="250" y="92"/>
                    </a:lnTo>
                    <a:lnTo>
                      <a:pt x="238" y="98"/>
                    </a:lnTo>
                    <a:lnTo>
                      <a:pt x="238" y="98"/>
                    </a:lnTo>
                    <a:lnTo>
                      <a:pt x="234" y="102"/>
                    </a:lnTo>
                    <a:lnTo>
                      <a:pt x="234" y="102"/>
                    </a:lnTo>
                    <a:lnTo>
                      <a:pt x="226" y="108"/>
                    </a:lnTo>
                    <a:lnTo>
                      <a:pt x="220" y="116"/>
                    </a:lnTo>
                    <a:lnTo>
                      <a:pt x="220" y="116"/>
                    </a:lnTo>
                    <a:lnTo>
                      <a:pt x="218" y="126"/>
                    </a:lnTo>
                    <a:lnTo>
                      <a:pt x="218" y="134"/>
                    </a:lnTo>
                    <a:lnTo>
                      <a:pt x="218" y="134"/>
                    </a:lnTo>
                    <a:lnTo>
                      <a:pt x="218" y="144"/>
                    </a:lnTo>
                    <a:lnTo>
                      <a:pt x="222" y="152"/>
                    </a:lnTo>
                    <a:lnTo>
                      <a:pt x="222" y="152"/>
                    </a:lnTo>
                    <a:lnTo>
                      <a:pt x="230" y="160"/>
                    </a:lnTo>
                    <a:lnTo>
                      <a:pt x="238" y="168"/>
                    </a:lnTo>
                    <a:lnTo>
                      <a:pt x="238" y="168"/>
                    </a:lnTo>
                    <a:lnTo>
                      <a:pt x="252" y="176"/>
                    </a:lnTo>
                    <a:lnTo>
                      <a:pt x="258" y="178"/>
                    </a:lnTo>
                    <a:lnTo>
                      <a:pt x="264" y="178"/>
                    </a:lnTo>
                    <a:lnTo>
                      <a:pt x="264" y="178"/>
                    </a:lnTo>
                    <a:lnTo>
                      <a:pt x="268" y="178"/>
                    </a:lnTo>
                    <a:lnTo>
                      <a:pt x="268" y="178"/>
                    </a:lnTo>
                    <a:lnTo>
                      <a:pt x="280" y="176"/>
                    </a:lnTo>
                    <a:lnTo>
                      <a:pt x="292" y="168"/>
                    </a:lnTo>
                    <a:lnTo>
                      <a:pt x="292" y="168"/>
                    </a:lnTo>
                    <a:lnTo>
                      <a:pt x="300" y="160"/>
                    </a:lnTo>
                    <a:lnTo>
                      <a:pt x="304" y="152"/>
                    </a:lnTo>
                    <a:lnTo>
                      <a:pt x="304" y="152"/>
                    </a:lnTo>
                    <a:lnTo>
                      <a:pt x="308" y="144"/>
                    </a:lnTo>
                    <a:lnTo>
                      <a:pt x="308" y="136"/>
                    </a:lnTo>
                    <a:lnTo>
                      <a:pt x="308" y="136"/>
                    </a:lnTo>
                    <a:close/>
                    <a:moveTo>
                      <a:pt x="282" y="136"/>
                    </a:moveTo>
                    <a:lnTo>
                      <a:pt x="282" y="136"/>
                    </a:lnTo>
                    <a:lnTo>
                      <a:pt x="276" y="128"/>
                    </a:lnTo>
                    <a:lnTo>
                      <a:pt x="276" y="128"/>
                    </a:lnTo>
                    <a:lnTo>
                      <a:pt x="268" y="122"/>
                    </a:lnTo>
                    <a:lnTo>
                      <a:pt x="268" y="122"/>
                    </a:lnTo>
                    <a:lnTo>
                      <a:pt x="262" y="116"/>
                    </a:lnTo>
                    <a:lnTo>
                      <a:pt x="262" y="116"/>
                    </a:lnTo>
                    <a:lnTo>
                      <a:pt x="254" y="110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40" y="110"/>
                    </a:lnTo>
                    <a:lnTo>
                      <a:pt x="240" y="110"/>
                    </a:lnTo>
                    <a:lnTo>
                      <a:pt x="238" y="114"/>
                    </a:lnTo>
                    <a:lnTo>
                      <a:pt x="236" y="118"/>
                    </a:lnTo>
                    <a:lnTo>
                      <a:pt x="236" y="118"/>
                    </a:lnTo>
                    <a:lnTo>
                      <a:pt x="238" y="124"/>
                    </a:lnTo>
                    <a:lnTo>
                      <a:pt x="240" y="130"/>
                    </a:lnTo>
                    <a:lnTo>
                      <a:pt x="240" y="130"/>
                    </a:lnTo>
                    <a:lnTo>
                      <a:pt x="248" y="142"/>
                    </a:lnTo>
                    <a:lnTo>
                      <a:pt x="248" y="142"/>
                    </a:lnTo>
                    <a:lnTo>
                      <a:pt x="262" y="156"/>
                    </a:lnTo>
                    <a:lnTo>
                      <a:pt x="262" y="156"/>
                    </a:lnTo>
                    <a:lnTo>
                      <a:pt x="270" y="160"/>
                    </a:lnTo>
                    <a:lnTo>
                      <a:pt x="274" y="162"/>
                    </a:lnTo>
                    <a:lnTo>
                      <a:pt x="274" y="162"/>
                    </a:lnTo>
                    <a:lnTo>
                      <a:pt x="280" y="162"/>
                    </a:lnTo>
                    <a:lnTo>
                      <a:pt x="284" y="160"/>
                    </a:lnTo>
                    <a:lnTo>
                      <a:pt x="284" y="160"/>
                    </a:lnTo>
                    <a:lnTo>
                      <a:pt x="286" y="158"/>
                    </a:lnTo>
                    <a:lnTo>
                      <a:pt x="288" y="154"/>
                    </a:lnTo>
                    <a:lnTo>
                      <a:pt x="288" y="150"/>
                    </a:lnTo>
                    <a:lnTo>
                      <a:pt x="286" y="144"/>
                    </a:lnTo>
                    <a:lnTo>
                      <a:pt x="286" y="144"/>
                    </a:lnTo>
                    <a:lnTo>
                      <a:pt x="282" y="136"/>
                    </a:lnTo>
                    <a:lnTo>
                      <a:pt x="282" y="1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pic>
          <p:nvPicPr>
            <p:cNvPr id="10" name="Picture 9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980729"/>
              <a:ext cx="4896544" cy="48245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" name="Group 13"/>
            <p:cNvGrpSpPr/>
            <p:nvPr/>
          </p:nvGrpSpPr>
          <p:grpSpPr>
            <a:xfrm>
              <a:off x="6745323" y="4209564"/>
              <a:ext cx="612000" cy="612000"/>
              <a:chOff x="6715798" y="4690710"/>
              <a:chExt cx="612000" cy="612000"/>
            </a:xfrm>
          </p:grpSpPr>
          <p:sp>
            <p:nvSpPr>
              <p:cNvPr id="15" name="Oval 14"/>
              <p:cNvSpPr/>
              <p:nvPr/>
            </p:nvSpPr>
            <p:spPr bwMode="ltGray">
              <a:xfrm>
                <a:off x="6715798" y="4690710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16" name="Freeform 4932"/>
              <p:cNvSpPr>
                <a:spLocks noEditPoints="1"/>
              </p:cNvSpPr>
              <p:nvPr/>
            </p:nvSpPr>
            <p:spPr bwMode="auto">
              <a:xfrm>
                <a:off x="6824920" y="4804665"/>
                <a:ext cx="426413" cy="378230"/>
              </a:xfrm>
              <a:custGeom>
                <a:avLst/>
                <a:gdLst>
                  <a:gd name="T0" fmla="*/ 300 w 354"/>
                  <a:gd name="T1" fmla="*/ 48 h 314"/>
                  <a:gd name="T2" fmla="*/ 286 w 354"/>
                  <a:gd name="T3" fmla="*/ 14 h 314"/>
                  <a:gd name="T4" fmla="*/ 286 w 354"/>
                  <a:gd name="T5" fmla="*/ 4 h 314"/>
                  <a:gd name="T6" fmla="*/ 276 w 354"/>
                  <a:gd name="T7" fmla="*/ 0 h 314"/>
                  <a:gd name="T8" fmla="*/ 258 w 354"/>
                  <a:gd name="T9" fmla="*/ 10 h 314"/>
                  <a:gd name="T10" fmla="*/ 232 w 354"/>
                  <a:gd name="T11" fmla="*/ 54 h 314"/>
                  <a:gd name="T12" fmla="*/ 172 w 354"/>
                  <a:gd name="T13" fmla="*/ 16 h 314"/>
                  <a:gd name="T14" fmla="*/ 90 w 354"/>
                  <a:gd name="T15" fmla="*/ 42 h 314"/>
                  <a:gd name="T16" fmla="*/ 88 w 354"/>
                  <a:gd name="T17" fmla="*/ 34 h 314"/>
                  <a:gd name="T18" fmla="*/ 48 w 354"/>
                  <a:gd name="T19" fmla="*/ 32 h 314"/>
                  <a:gd name="T20" fmla="*/ 40 w 354"/>
                  <a:gd name="T21" fmla="*/ 34 h 314"/>
                  <a:gd name="T22" fmla="*/ 38 w 354"/>
                  <a:gd name="T23" fmla="*/ 104 h 314"/>
                  <a:gd name="T24" fmla="*/ 0 w 354"/>
                  <a:gd name="T25" fmla="*/ 132 h 314"/>
                  <a:gd name="T26" fmla="*/ 4 w 354"/>
                  <a:gd name="T27" fmla="*/ 144 h 314"/>
                  <a:gd name="T28" fmla="*/ 38 w 354"/>
                  <a:gd name="T29" fmla="*/ 298 h 314"/>
                  <a:gd name="T30" fmla="*/ 42 w 354"/>
                  <a:gd name="T31" fmla="*/ 310 h 314"/>
                  <a:gd name="T32" fmla="*/ 290 w 354"/>
                  <a:gd name="T33" fmla="*/ 314 h 314"/>
                  <a:gd name="T34" fmla="*/ 302 w 354"/>
                  <a:gd name="T35" fmla="*/ 310 h 314"/>
                  <a:gd name="T36" fmla="*/ 306 w 354"/>
                  <a:gd name="T37" fmla="*/ 242 h 314"/>
                  <a:gd name="T38" fmla="*/ 330 w 354"/>
                  <a:gd name="T39" fmla="*/ 222 h 314"/>
                  <a:gd name="T40" fmla="*/ 348 w 354"/>
                  <a:gd name="T41" fmla="*/ 192 h 314"/>
                  <a:gd name="T42" fmla="*/ 354 w 354"/>
                  <a:gd name="T43" fmla="*/ 166 h 314"/>
                  <a:gd name="T44" fmla="*/ 348 w 354"/>
                  <a:gd name="T45" fmla="*/ 124 h 314"/>
                  <a:gd name="T46" fmla="*/ 306 w 354"/>
                  <a:gd name="T47" fmla="*/ 56 h 314"/>
                  <a:gd name="T48" fmla="*/ 248 w 354"/>
                  <a:gd name="T49" fmla="*/ 270 h 314"/>
                  <a:gd name="T50" fmla="*/ 194 w 354"/>
                  <a:gd name="T51" fmla="*/ 224 h 314"/>
                  <a:gd name="T52" fmla="*/ 166 w 354"/>
                  <a:gd name="T53" fmla="*/ 196 h 314"/>
                  <a:gd name="T54" fmla="*/ 158 w 354"/>
                  <a:gd name="T55" fmla="*/ 168 h 314"/>
                  <a:gd name="T56" fmla="*/ 160 w 354"/>
                  <a:gd name="T57" fmla="*/ 148 h 314"/>
                  <a:gd name="T58" fmla="*/ 180 w 354"/>
                  <a:gd name="T59" fmla="*/ 100 h 314"/>
                  <a:gd name="T60" fmla="*/ 206 w 354"/>
                  <a:gd name="T61" fmla="*/ 76 h 314"/>
                  <a:gd name="T62" fmla="*/ 200 w 354"/>
                  <a:gd name="T63" fmla="*/ 94 h 314"/>
                  <a:gd name="T64" fmla="*/ 204 w 354"/>
                  <a:gd name="T65" fmla="*/ 116 h 314"/>
                  <a:gd name="T66" fmla="*/ 214 w 354"/>
                  <a:gd name="T67" fmla="*/ 126 h 314"/>
                  <a:gd name="T68" fmla="*/ 234 w 354"/>
                  <a:gd name="T69" fmla="*/ 124 h 314"/>
                  <a:gd name="T70" fmla="*/ 244 w 354"/>
                  <a:gd name="T71" fmla="*/ 102 h 314"/>
                  <a:gd name="T72" fmla="*/ 242 w 354"/>
                  <a:gd name="T73" fmla="*/ 80 h 314"/>
                  <a:gd name="T74" fmla="*/ 248 w 354"/>
                  <a:gd name="T75" fmla="*/ 46 h 314"/>
                  <a:gd name="T76" fmla="*/ 268 w 354"/>
                  <a:gd name="T77" fmla="*/ 18 h 314"/>
                  <a:gd name="T78" fmla="*/ 272 w 354"/>
                  <a:gd name="T79" fmla="*/ 46 h 314"/>
                  <a:gd name="T80" fmla="*/ 284 w 354"/>
                  <a:gd name="T81" fmla="*/ 66 h 314"/>
                  <a:gd name="T82" fmla="*/ 316 w 354"/>
                  <a:gd name="T83" fmla="*/ 128 h 314"/>
                  <a:gd name="T84" fmla="*/ 324 w 354"/>
                  <a:gd name="T85" fmla="*/ 172 h 314"/>
                  <a:gd name="T86" fmla="*/ 316 w 354"/>
                  <a:gd name="T87" fmla="*/ 208 h 314"/>
                  <a:gd name="T88" fmla="*/ 274 w 354"/>
                  <a:gd name="T89" fmla="*/ 248 h 314"/>
                  <a:gd name="T90" fmla="*/ 248 w 354"/>
                  <a:gd name="T91" fmla="*/ 270 h 314"/>
                  <a:gd name="T92" fmla="*/ 210 w 354"/>
                  <a:gd name="T93" fmla="*/ 162 h 314"/>
                  <a:gd name="T94" fmla="*/ 230 w 354"/>
                  <a:gd name="T95" fmla="*/ 186 h 314"/>
                  <a:gd name="T96" fmla="*/ 248 w 354"/>
                  <a:gd name="T97" fmla="*/ 184 h 314"/>
                  <a:gd name="T98" fmla="*/ 270 w 354"/>
                  <a:gd name="T99" fmla="*/ 158 h 314"/>
                  <a:gd name="T100" fmla="*/ 272 w 354"/>
                  <a:gd name="T101" fmla="*/ 120 h 314"/>
                  <a:gd name="T102" fmla="*/ 286 w 354"/>
                  <a:gd name="T103" fmla="*/ 148 h 314"/>
                  <a:gd name="T104" fmla="*/ 288 w 354"/>
                  <a:gd name="T105" fmla="*/ 182 h 314"/>
                  <a:gd name="T106" fmla="*/ 278 w 354"/>
                  <a:gd name="T107" fmla="*/ 208 h 314"/>
                  <a:gd name="T108" fmla="*/ 242 w 354"/>
                  <a:gd name="T109" fmla="*/ 236 h 314"/>
                  <a:gd name="T110" fmla="*/ 228 w 354"/>
                  <a:gd name="T111" fmla="*/ 226 h 314"/>
                  <a:gd name="T112" fmla="*/ 208 w 354"/>
                  <a:gd name="T113" fmla="*/ 188 h 314"/>
                  <a:gd name="T114" fmla="*/ 208 w 354"/>
                  <a:gd name="T115" fmla="*/ 156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54" h="314">
                    <a:moveTo>
                      <a:pt x="306" y="56"/>
                    </a:moveTo>
                    <a:lnTo>
                      <a:pt x="306" y="56"/>
                    </a:lnTo>
                    <a:lnTo>
                      <a:pt x="300" y="48"/>
                    </a:lnTo>
                    <a:lnTo>
                      <a:pt x="294" y="40"/>
                    </a:lnTo>
                    <a:lnTo>
                      <a:pt x="288" y="24"/>
                    </a:lnTo>
                    <a:lnTo>
                      <a:pt x="286" y="14"/>
                    </a:lnTo>
                    <a:lnTo>
                      <a:pt x="286" y="10"/>
                    </a:lnTo>
                    <a:lnTo>
                      <a:pt x="286" y="10"/>
                    </a:lnTo>
                    <a:lnTo>
                      <a:pt x="286" y="4"/>
                    </a:lnTo>
                    <a:lnTo>
                      <a:pt x="282" y="0"/>
                    </a:lnTo>
                    <a:lnTo>
                      <a:pt x="282" y="0"/>
                    </a:lnTo>
                    <a:lnTo>
                      <a:pt x="276" y="0"/>
                    </a:lnTo>
                    <a:lnTo>
                      <a:pt x="272" y="0"/>
                    </a:lnTo>
                    <a:lnTo>
                      <a:pt x="272" y="0"/>
                    </a:lnTo>
                    <a:lnTo>
                      <a:pt x="258" y="10"/>
                    </a:lnTo>
                    <a:lnTo>
                      <a:pt x="246" y="24"/>
                    </a:lnTo>
                    <a:lnTo>
                      <a:pt x="238" y="38"/>
                    </a:lnTo>
                    <a:lnTo>
                      <a:pt x="232" y="54"/>
                    </a:lnTo>
                    <a:lnTo>
                      <a:pt x="178" y="18"/>
                    </a:lnTo>
                    <a:lnTo>
                      <a:pt x="178" y="18"/>
                    </a:lnTo>
                    <a:lnTo>
                      <a:pt x="172" y="16"/>
                    </a:lnTo>
                    <a:lnTo>
                      <a:pt x="166" y="18"/>
                    </a:lnTo>
                    <a:lnTo>
                      <a:pt x="90" y="68"/>
                    </a:lnTo>
                    <a:lnTo>
                      <a:pt x="90" y="42"/>
                    </a:lnTo>
                    <a:lnTo>
                      <a:pt x="90" y="42"/>
                    </a:lnTo>
                    <a:lnTo>
                      <a:pt x="90" y="38"/>
                    </a:lnTo>
                    <a:lnTo>
                      <a:pt x="88" y="34"/>
                    </a:lnTo>
                    <a:lnTo>
                      <a:pt x="84" y="32"/>
                    </a:lnTo>
                    <a:lnTo>
                      <a:pt x="80" y="32"/>
                    </a:lnTo>
                    <a:lnTo>
                      <a:pt x="48" y="32"/>
                    </a:lnTo>
                    <a:lnTo>
                      <a:pt x="48" y="32"/>
                    </a:lnTo>
                    <a:lnTo>
                      <a:pt x="44" y="32"/>
                    </a:lnTo>
                    <a:lnTo>
                      <a:pt x="40" y="34"/>
                    </a:lnTo>
                    <a:lnTo>
                      <a:pt x="38" y="38"/>
                    </a:lnTo>
                    <a:lnTo>
                      <a:pt x="38" y="42"/>
                    </a:lnTo>
                    <a:lnTo>
                      <a:pt x="38" y="104"/>
                    </a:lnTo>
                    <a:lnTo>
                      <a:pt x="4" y="128"/>
                    </a:lnTo>
                    <a:lnTo>
                      <a:pt x="4" y="128"/>
                    </a:lnTo>
                    <a:lnTo>
                      <a:pt x="0" y="132"/>
                    </a:lnTo>
                    <a:lnTo>
                      <a:pt x="0" y="138"/>
                    </a:lnTo>
                    <a:lnTo>
                      <a:pt x="0" y="138"/>
                    </a:lnTo>
                    <a:lnTo>
                      <a:pt x="4" y="144"/>
                    </a:lnTo>
                    <a:lnTo>
                      <a:pt x="8" y="146"/>
                    </a:lnTo>
                    <a:lnTo>
                      <a:pt x="38" y="146"/>
                    </a:lnTo>
                    <a:lnTo>
                      <a:pt x="38" y="298"/>
                    </a:lnTo>
                    <a:lnTo>
                      <a:pt x="38" y="298"/>
                    </a:lnTo>
                    <a:lnTo>
                      <a:pt x="38" y="304"/>
                    </a:lnTo>
                    <a:lnTo>
                      <a:pt x="42" y="310"/>
                    </a:lnTo>
                    <a:lnTo>
                      <a:pt x="48" y="314"/>
                    </a:lnTo>
                    <a:lnTo>
                      <a:pt x="54" y="314"/>
                    </a:lnTo>
                    <a:lnTo>
                      <a:pt x="290" y="314"/>
                    </a:lnTo>
                    <a:lnTo>
                      <a:pt x="290" y="314"/>
                    </a:lnTo>
                    <a:lnTo>
                      <a:pt x="296" y="314"/>
                    </a:lnTo>
                    <a:lnTo>
                      <a:pt x="302" y="310"/>
                    </a:lnTo>
                    <a:lnTo>
                      <a:pt x="306" y="304"/>
                    </a:lnTo>
                    <a:lnTo>
                      <a:pt x="306" y="298"/>
                    </a:lnTo>
                    <a:lnTo>
                      <a:pt x="306" y="242"/>
                    </a:lnTo>
                    <a:lnTo>
                      <a:pt x="306" y="242"/>
                    </a:lnTo>
                    <a:lnTo>
                      <a:pt x="324" y="228"/>
                    </a:lnTo>
                    <a:lnTo>
                      <a:pt x="330" y="222"/>
                    </a:lnTo>
                    <a:lnTo>
                      <a:pt x="338" y="212"/>
                    </a:lnTo>
                    <a:lnTo>
                      <a:pt x="344" y="204"/>
                    </a:lnTo>
                    <a:lnTo>
                      <a:pt x="348" y="192"/>
                    </a:lnTo>
                    <a:lnTo>
                      <a:pt x="352" y="180"/>
                    </a:lnTo>
                    <a:lnTo>
                      <a:pt x="354" y="166"/>
                    </a:lnTo>
                    <a:lnTo>
                      <a:pt x="354" y="166"/>
                    </a:lnTo>
                    <a:lnTo>
                      <a:pt x="354" y="152"/>
                    </a:lnTo>
                    <a:lnTo>
                      <a:pt x="352" y="138"/>
                    </a:lnTo>
                    <a:lnTo>
                      <a:pt x="348" y="124"/>
                    </a:lnTo>
                    <a:lnTo>
                      <a:pt x="342" y="110"/>
                    </a:lnTo>
                    <a:lnTo>
                      <a:pt x="324" y="82"/>
                    </a:lnTo>
                    <a:lnTo>
                      <a:pt x="306" y="56"/>
                    </a:lnTo>
                    <a:lnTo>
                      <a:pt x="306" y="56"/>
                    </a:lnTo>
                    <a:close/>
                    <a:moveTo>
                      <a:pt x="248" y="270"/>
                    </a:moveTo>
                    <a:lnTo>
                      <a:pt x="248" y="270"/>
                    </a:lnTo>
                    <a:lnTo>
                      <a:pt x="236" y="256"/>
                    </a:lnTo>
                    <a:lnTo>
                      <a:pt x="222" y="244"/>
                    </a:lnTo>
                    <a:lnTo>
                      <a:pt x="194" y="224"/>
                    </a:lnTo>
                    <a:lnTo>
                      <a:pt x="180" y="214"/>
                    </a:lnTo>
                    <a:lnTo>
                      <a:pt x="170" y="202"/>
                    </a:lnTo>
                    <a:lnTo>
                      <a:pt x="166" y="196"/>
                    </a:lnTo>
                    <a:lnTo>
                      <a:pt x="162" y="188"/>
                    </a:lnTo>
                    <a:lnTo>
                      <a:pt x="160" y="178"/>
                    </a:lnTo>
                    <a:lnTo>
                      <a:pt x="158" y="168"/>
                    </a:lnTo>
                    <a:lnTo>
                      <a:pt x="158" y="168"/>
                    </a:lnTo>
                    <a:lnTo>
                      <a:pt x="158" y="158"/>
                    </a:lnTo>
                    <a:lnTo>
                      <a:pt x="160" y="148"/>
                    </a:lnTo>
                    <a:lnTo>
                      <a:pt x="164" y="130"/>
                    </a:lnTo>
                    <a:lnTo>
                      <a:pt x="172" y="114"/>
                    </a:lnTo>
                    <a:lnTo>
                      <a:pt x="180" y="100"/>
                    </a:lnTo>
                    <a:lnTo>
                      <a:pt x="190" y="90"/>
                    </a:lnTo>
                    <a:lnTo>
                      <a:pt x="198" y="82"/>
                    </a:lnTo>
                    <a:lnTo>
                      <a:pt x="206" y="76"/>
                    </a:lnTo>
                    <a:lnTo>
                      <a:pt x="206" y="76"/>
                    </a:lnTo>
                    <a:lnTo>
                      <a:pt x="204" y="80"/>
                    </a:lnTo>
                    <a:lnTo>
                      <a:pt x="200" y="94"/>
                    </a:lnTo>
                    <a:lnTo>
                      <a:pt x="200" y="102"/>
                    </a:lnTo>
                    <a:lnTo>
                      <a:pt x="200" y="108"/>
                    </a:lnTo>
                    <a:lnTo>
                      <a:pt x="204" y="116"/>
                    </a:lnTo>
                    <a:lnTo>
                      <a:pt x="208" y="122"/>
                    </a:lnTo>
                    <a:lnTo>
                      <a:pt x="208" y="122"/>
                    </a:lnTo>
                    <a:lnTo>
                      <a:pt x="214" y="126"/>
                    </a:lnTo>
                    <a:lnTo>
                      <a:pt x="222" y="128"/>
                    </a:lnTo>
                    <a:lnTo>
                      <a:pt x="228" y="126"/>
                    </a:lnTo>
                    <a:lnTo>
                      <a:pt x="234" y="124"/>
                    </a:lnTo>
                    <a:lnTo>
                      <a:pt x="240" y="118"/>
                    </a:lnTo>
                    <a:lnTo>
                      <a:pt x="244" y="110"/>
                    </a:lnTo>
                    <a:lnTo>
                      <a:pt x="244" y="102"/>
                    </a:lnTo>
                    <a:lnTo>
                      <a:pt x="244" y="92"/>
                    </a:lnTo>
                    <a:lnTo>
                      <a:pt x="244" y="92"/>
                    </a:lnTo>
                    <a:lnTo>
                      <a:pt x="242" y="80"/>
                    </a:lnTo>
                    <a:lnTo>
                      <a:pt x="242" y="68"/>
                    </a:lnTo>
                    <a:lnTo>
                      <a:pt x="244" y="56"/>
                    </a:lnTo>
                    <a:lnTo>
                      <a:pt x="248" y="46"/>
                    </a:lnTo>
                    <a:lnTo>
                      <a:pt x="258" y="30"/>
                    </a:lnTo>
                    <a:lnTo>
                      <a:pt x="268" y="18"/>
                    </a:lnTo>
                    <a:lnTo>
                      <a:pt x="268" y="18"/>
                    </a:lnTo>
                    <a:lnTo>
                      <a:pt x="268" y="20"/>
                    </a:lnTo>
                    <a:lnTo>
                      <a:pt x="268" y="30"/>
                    </a:lnTo>
                    <a:lnTo>
                      <a:pt x="272" y="46"/>
                    </a:lnTo>
                    <a:lnTo>
                      <a:pt x="276" y="56"/>
                    </a:lnTo>
                    <a:lnTo>
                      <a:pt x="284" y="66"/>
                    </a:lnTo>
                    <a:lnTo>
                      <a:pt x="284" y="66"/>
                    </a:lnTo>
                    <a:lnTo>
                      <a:pt x="298" y="90"/>
                    </a:lnTo>
                    <a:lnTo>
                      <a:pt x="312" y="114"/>
                    </a:lnTo>
                    <a:lnTo>
                      <a:pt x="316" y="128"/>
                    </a:lnTo>
                    <a:lnTo>
                      <a:pt x="320" y="142"/>
                    </a:lnTo>
                    <a:lnTo>
                      <a:pt x="322" y="156"/>
                    </a:lnTo>
                    <a:lnTo>
                      <a:pt x="324" y="172"/>
                    </a:lnTo>
                    <a:lnTo>
                      <a:pt x="324" y="172"/>
                    </a:lnTo>
                    <a:lnTo>
                      <a:pt x="322" y="192"/>
                    </a:lnTo>
                    <a:lnTo>
                      <a:pt x="316" y="208"/>
                    </a:lnTo>
                    <a:lnTo>
                      <a:pt x="308" y="220"/>
                    </a:lnTo>
                    <a:lnTo>
                      <a:pt x="298" y="230"/>
                    </a:lnTo>
                    <a:lnTo>
                      <a:pt x="274" y="248"/>
                    </a:lnTo>
                    <a:lnTo>
                      <a:pt x="260" y="258"/>
                    </a:lnTo>
                    <a:lnTo>
                      <a:pt x="248" y="270"/>
                    </a:lnTo>
                    <a:lnTo>
                      <a:pt x="248" y="270"/>
                    </a:lnTo>
                    <a:close/>
                    <a:moveTo>
                      <a:pt x="208" y="156"/>
                    </a:moveTo>
                    <a:lnTo>
                      <a:pt x="208" y="156"/>
                    </a:lnTo>
                    <a:lnTo>
                      <a:pt x="210" y="162"/>
                    </a:lnTo>
                    <a:lnTo>
                      <a:pt x="218" y="176"/>
                    </a:lnTo>
                    <a:lnTo>
                      <a:pt x="222" y="182"/>
                    </a:lnTo>
                    <a:lnTo>
                      <a:pt x="230" y="186"/>
                    </a:lnTo>
                    <a:lnTo>
                      <a:pt x="238" y="186"/>
                    </a:lnTo>
                    <a:lnTo>
                      <a:pt x="248" y="184"/>
                    </a:lnTo>
                    <a:lnTo>
                      <a:pt x="248" y="184"/>
                    </a:lnTo>
                    <a:lnTo>
                      <a:pt x="258" y="178"/>
                    </a:lnTo>
                    <a:lnTo>
                      <a:pt x="266" y="168"/>
                    </a:lnTo>
                    <a:lnTo>
                      <a:pt x="270" y="158"/>
                    </a:lnTo>
                    <a:lnTo>
                      <a:pt x="272" y="146"/>
                    </a:lnTo>
                    <a:lnTo>
                      <a:pt x="272" y="128"/>
                    </a:lnTo>
                    <a:lnTo>
                      <a:pt x="272" y="120"/>
                    </a:lnTo>
                    <a:lnTo>
                      <a:pt x="272" y="120"/>
                    </a:lnTo>
                    <a:lnTo>
                      <a:pt x="280" y="134"/>
                    </a:lnTo>
                    <a:lnTo>
                      <a:pt x="286" y="148"/>
                    </a:lnTo>
                    <a:lnTo>
                      <a:pt x="290" y="160"/>
                    </a:lnTo>
                    <a:lnTo>
                      <a:pt x="290" y="172"/>
                    </a:lnTo>
                    <a:lnTo>
                      <a:pt x="288" y="182"/>
                    </a:lnTo>
                    <a:lnTo>
                      <a:pt x="286" y="192"/>
                    </a:lnTo>
                    <a:lnTo>
                      <a:pt x="282" y="200"/>
                    </a:lnTo>
                    <a:lnTo>
                      <a:pt x="278" y="208"/>
                    </a:lnTo>
                    <a:lnTo>
                      <a:pt x="266" y="220"/>
                    </a:lnTo>
                    <a:lnTo>
                      <a:pt x="254" y="230"/>
                    </a:lnTo>
                    <a:lnTo>
                      <a:pt x="242" y="236"/>
                    </a:lnTo>
                    <a:lnTo>
                      <a:pt x="242" y="236"/>
                    </a:lnTo>
                    <a:lnTo>
                      <a:pt x="234" y="232"/>
                    </a:lnTo>
                    <a:lnTo>
                      <a:pt x="228" y="226"/>
                    </a:lnTo>
                    <a:lnTo>
                      <a:pt x="218" y="214"/>
                    </a:lnTo>
                    <a:lnTo>
                      <a:pt x="210" y="202"/>
                    </a:lnTo>
                    <a:lnTo>
                      <a:pt x="208" y="188"/>
                    </a:lnTo>
                    <a:lnTo>
                      <a:pt x="206" y="176"/>
                    </a:lnTo>
                    <a:lnTo>
                      <a:pt x="206" y="166"/>
                    </a:lnTo>
                    <a:lnTo>
                      <a:pt x="208" y="156"/>
                    </a:lnTo>
                    <a:lnTo>
                      <a:pt x="208" y="15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7" name="Group 2"/>
            <p:cNvGrpSpPr>
              <a:grpSpLocks/>
            </p:cNvGrpSpPr>
            <p:nvPr/>
          </p:nvGrpSpPr>
          <p:grpSpPr bwMode="auto">
            <a:xfrm rot="10800000">
              <a:off x="6704113" y="5022407"/>
              <a:ext cx="727075" cy="690563"/>
              <a:chOff x="1021" y="7739"/>
              <a:chExt cx="1146" cy="1088"/>
            </a:xfrm>
            <a:solidFill>
              <a:schemeClr val="tx2"/>
            </a:solidFill>
          </p:grpSpPr>
          <p:sp>
            <p:nvSpPr>
              <p:cNvPr id="18" name="Chevron 56"/>
              <p:cNvSpPr>
                <a:spLocks noChangeArrowheads="1"/>
              </p:cNvSpPr>
              <p:nvPr/>
            </p:nvSpPr>
            <p:spPr bwMode="auto">
              <a:xfrm>
                <a:off x="1021" y="7739"/>
                <a:ext cx="725" cy="1088"/>
              </a:xfrm>
              <a:prstGeom prst="chevron">
                <a:avLst>
                  <a:gd name="adj" fmla="val 62310"/>
                </a:avLst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t-EE"/>
              </a:p>
            </p:txBody>
          </p:sp>
          <p:sp>
            <p:nvSpPr>
              <p:cNvPr id="19" name="Chevron 57"/>
              <p:cNvSpPr>
                <a:spLocks noChangeArrowheads="1"/>
              </p:cNvSpPr>
              <p:nvPr/>
            </p:nvSpPr>
            <p:spPr bwMode="auto">
              <a:xfrm>
                <a:off x="1442" y="7739"/>
                <a:ext cx="725" cy="1088"/>
              </a:xfrm>
              <a:prstGeom prst="chevron">
                <a:avLst>
                  <a:gd name="adj" fmla="val 62310"/>
                </a:avLst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t-EE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6729667" y="3417560"/>
              <a:ext cx="612000" cy="612000"/>
              <a:chOff x="2342233" y="5907019"/>
              <a:chExt cx="612000" cy="612000"/>
            </a:xfrm>
          </p:grpSpPr>
          <p:sp>
            <p:nvSpPr>
              <p:cNvPr id="24" name="Oval 23"/>
              <p:cNvSpPr/>
              <p:nvPr/>
            </p:nvSpPr>
            <p:spPr bwMode="ltGray">
              <a:xfrm>
                <a:off x="2342233" y="5907019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25" name="Freeform 4938"/>
              <p:cNvSpPr>
                <a:spLocks noEditPoints="1"/>
              </p:cNvSpPr>
              <p:nvPr/>
            </p:nvSpPr>
            <p:spPr bwMode="auto">
              <a:xfrm>
                <a:off x="2468487" y="5965856"/>
                <a:ext cx="375821" cy="508322"/>
              </a:xfrm>
              <a:custGeom>
                <a:avLst/>
                <a:gdLst>
                  <a:gd name="T0" fmla="*/ 296 w 312"/>
                  <a:gd name="T1" fmla="*/ 146 h 422"/>
                  <a:gd name="T2" fmla="*/ 276 w 312"/>
                  <a:gd name="T3" fmla="*/ 126 h 422"/>
                  <a:gd name="T4" fmla="*/ 236 w 312"/>
                  <a:gd name="T5" fmla="*/ 132 h 422"/>
                  <a:gd name="T6" fmla="*/ 198 w 312"/>
                  <a:gd name="T7" fmla="*/ 102 h 422"/>
                  <a:gd name="T8" fmla="*/ 214 w 312"/>
                  <a:gd name="T9" fmla="*/ 48 h 422"/>
                  <a:gd name="T10" fmla="*/ 180 w 312"/>
                  <a:gd name="T11" fmla="*/ 4 h 422"/>
                  <a:gd name="T12" fmla="*/ 132 w 312"/>
                  <a:gd name="T13" fmla="*/ 4 h 422"/>
                  <a:gd name="T14" fmla="*/ 98 w 312"/>
                  <a:gd name="T15" fmla="*/ 48 h 422"/>
                  <a:gd name="T16" fmla="*/ 114 w 312"/>
                  <a:gd name="T17" fmla="*/ 102 h 422"/>
                  <a:gd name="T18" fmla="*/ 76 w 312"/>
                  <a:gd name="T19" fmla="*/ 130 h 422"/>
                  <a:gd name="T20" fmla="*/ 4 w 312"/>
                  <a:gd name="T21" fmla="*/ 224 h 422"/>
                  <a:gd name="T22" fmla="*/ 0 w 312"/>
                  <a:gd name="T23" fmla="*/ 282 h 422"/>
                  <a:gd name="T24" fmla="*/ 26 w 312"/>
                  <a:gd name="T25" fmla="*/ 354 h 422"/>
                  <a:gd name="T26" fmla="*/ 82 w 312"/>
                  <a:gd name="T27" fmla="*/ 404 h 422"/>
                  <a:gd name="T28" fmla="*/ 156 w 312"/>
                  <a:gd name="T29" fmla="*/ 422 h 422"/>
                  <a:gd name="T30" fmla="*/ 216 w 312"/>
                  <a:gd name="T31" fmla="*/ 410 h 422"/>
                  <a:gd name="T32" fmla="*/ 276 w 312"/>
                  <a:gd name="T33" fmla="*/ 366 h 422"/>
                  <a:gd name="T34" fmla="*/ 310 w 312"/>
                  <a:gd name="T35" fmla="*/ 298 h 422"/>
                  <a:gd name="T36" fmla="*/ 304 w 312"/>
                  <a:gd name="T37" fmla="*/ 214 h 422"/>
                  <a:gd name="T38" fmla="*/ 112 w 312"/>
                  <a:gd name="T39" fmla="*/ 60 h 422"/>
                  <a:gd name="T40" fmla="*/ 132 w 312"/>
                  <a:gd name="T41" fmla="*/ 22 h 422"/>
                  <a:gd name="T42" fmla="*/ 164 w 312"/>
                  <a:gd name="T43" fmla="*/ 16 h 422"/>
                  <a:gd name="T44" fmla="*/ 196 w 312"/>
                  <a:gd name="T45" fmla="*/ 42 h 422"/>
                  <a:gd name="T46" fmla="*/ 198 w 312"/>
                  <a:gd name="T47" fmla="*/ 74 h 422"/>
                  <a:gd name="T48" fmla="*/ 166 w 312"/>
                  <a:gd name="T49" fmla="*/ 102 h 422"/>
                  <a:gd name="T50" fmla="*/ 138 w 312"/>
                  <a:gd name="T51" fmla="*/ 82 h 422"/>
                  <a:gd name="T52" fmla="*/ 132 w 312"/>
                  <a:gd name="T53" fmla="*/ 96 h 422"/>
                  <a:gd name="T54" fmla="*/ 112 w 312"/>
                  <a:gd name="T55" fmla="*/ 60 h 422"/>
                  <a:gd name="T56" fmla="*/ 164 w 312"/>
                  <a:gd name="T57" fmla="*/ 372 h 422"/>
                  <a:gd name="T58" fmla="*/ 152 w 312"/>
                  <a:gd name="T59" fmla="*/ 368 h 422"/>
                  <a:gd name="T60" fmla="*/ 148 w 312"/>
                  <a:gd name="T61" fmla="*/ 390 h 422"/>
                  <a:gd name="T62" fmla="*/ 54 w 312"/>
                  <a:gd name="T63" fmla="*/ 338 h 422"/>
                  <a:gd name="T64" fmla="*/ 54 w 312"/>
                  <a:gd name="T65" fmla="*/ 274 h 422"/>
                  <a:gd name="T66" fmla="*/ 62 w 312"/>
                  <a:gd name="T67" fmla="*/ 266 h 422"/>
                  <a:gd name="T68" fmla="*/ 32 w 312"/>
                  <a:gd name="T69" fmla="*/ 258 h 422"/>
                  <a:gd name="T70" fmla="*/ 70 w 312"/>
                  <a:gd name="T71" fmla="*/ 176 h 422"/>
                  <a:gd name="T72" fmla="*/ 156 w 312"/>
                  <a:gd name="T73" fmla="*/ 142 h 422"/>
                  <a:gd name="T74" fmla="*/ 224 w 312"/>
                  <a:gd name="T75" fmla="*/ 162 h 422"/>
                  <a:gd name="T76" fmla="*/ 280 w 312"/>
                  <a:gd name="T77" fmla="*/ 258 h 422"/>
                  <a:gd name="T78" fmla="*/ 250 w 312"/>
                  <a:gd name="T79" fmla="*/ 262 h 422"/>
                  <a:gd name="T80" fmla="*/ 254 w 312"/>
                  <a:gd name="T81" fmla="*/ 274 h 422"/>
                  <a:gd name="T82" fmla="*/ 270 w 312"/>
                  <a:gd name="T83" fmla="*/ 318 h 422"/>
                  <a:gd name="T84" fmla="*/ 186 w 312"/>
                  <a:gd name="T85" fmla="*/ 386 h 422"/>
                  <a:gd name="T86" fmla="*/ 184 w 312"/>
                  <a:gd name="T87" fmla="*/ 276 h 422"/>
                  <a:gd name="T88" fmla="*/ 172 w 312"/>
                  <a:gd name="T89" fmla="*/ 240 h 422"/>
                  <a:gd name="T90" fmla="*/ 148 w 312"/>
                  <a:gd name="T91" fmla="*/ 238 h 422"/>
                  <a:gd name="T92" fmla="*/ 130 w 312"/>
                  <a:gd name="T93" fmla="*/ 232 h 422"/>
                  <a:gd name="T94" fmla="*/ 122 w 312"/>
                  <a:gd name="T95" fmla="*/ 240 h 422"/>
                  <a:gd name="T96" fmla="*/ 128 w 312"/>
                  <a:gd name="T97" fmla="*/ 256 h 422"/>
                  <a:gd name="T98" fmla="*/ 140 w 312"/>
                  <a:gd name="T99" fmla="*/ 292 h 422"/>
                  <a:gd name="T100" fmla="*/ 164 w 312"/>
                  <a:gd name="T101" fmla="*/ 296 h 422"/>
                  <a:gd name="T102" fmla="*/ 228 w 312"/>
                  <a:gd name="T103" fmla="*/ 346 h 422"/>
                  <a:gd name="T104" fmla="*/ 234 w 312"/>
                  <a:gd name="T105" fmla="*/ 340 h 422"/>
                  <a:gd name="T106" fmla="*/ 168 w 312"/>
                  <a:gd name="T107" fmla="*/ 274 h 422"/>
                  <a:gd name="T108" fmla="*/ 148 w 312"/>
                  <a:gd name="T109" fmla="*/ 278 h 422"/>
                  <a:gd name="T110" fmla="*/ 144 w 312"/>
                  <a:gd name="T111" fmla="*/ 260 h 422"/>
                  <a:gd name="T112" fmla="*/ 164 w 312"/>
                  <a:gd name="T113" fmla="*/ 254 h 422"/>
                  <a:gd name="T114" fmla="*/ 170 w 312"/>
                  <a:gd name="T115" fmla="*/ 268 h 422"/>
                  <a:gd name="T116" fmla="*/ 142 w 312"/>
                  <a:gd name="T117" fmla="*/ 192 h 422"/>
                  <a:gd name="T118" fmla="*/ 170 w 312"/>
                  <a:gd name="T119" fmla="*/ 202 h 422"/>
                  <a:gd name="T120" fmla="*/ 156 w 312"/>
                  <a:gd name="T121" fmla="*/ 210 h 422"/>
                  <a:gd name="T122" fmla="*/ 142 w 312"/>
                  <a:gd name="T123" fmla="*/ 196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2" h="422">
                    <a:moveTo>
                      <a:pt x="280" y="170"/>
                    </a:moveTo>
                    <a:lnTo>
                      <a:pt x="292" y="160"/>
                    </a:lnTo>
                    <a:lnTo>
                      <a:pt x="292" y="160"/>
                    </a:lnTo>
                    <a:lnTo>
                      <a:pt x="296" y="152"/>
                    </a:lnTo>
                    <a:lnTo>
                      <a:pt x="296" y="146"/>
                    </a:lnTo>
                    <a:lnTo>
                      <a:pt x="296" y="138"/>
                    </a:lnTo>
                    <a:lnTo>
                      <a:pt x="292" y="132"/>
                    </a:lnTo>
                    <a:lnTo>
                      <a:pt x="292" y="132"/>
                    </a:lnTo>
                    <a:lnTo>
                      <a:pt x="284" y="126"/>
                    </a:lnTo>
                    <a:lnTo>
                      <a:pt x="276" y="126"/>
                    </a:lnTo>
                    <a:lnTo>
                      <a:pt x="270" y="126"/>
                    </a:lnTo>
                    <a:lnTo>
                      <a:pt x="262" y="132"/>
                    </a:lnTo>
                    <a:lnTo>
                      <a:pt x="252" y="142"/>
                    </a:lnTo>
                    <a:lnTo>
                      <a:pt x="252" y="142"/>
                    </a:lnTo>
                    <a:lnTo>
                      <a:pt x="236" y="132"/>
                    </a:lnTo>
                    <a:lnTo>
                      <a:pt x="220" y="124"/>
                    </a:lnTo>
                    <a:lnTo>
                      <a:pt x="202" y="116"/>
                    </a:lnTo>
                    <a:lnTo>
                      <a:pt x="184" y="112"/>
                    </a:lnTo>
                    <a:lnTo>
                      <a:pt x="184" y="112"/>
                    </a:lnTo>
                    <a:lnTo>
                      <a:pt x="198" y="102"/>
                    </a:lnTo>
                    <a:lnTo>
                      <a:pt x="208" y="90"/>
                    </a:lnTo>
                    <a:lnTo>
                      <a:pt x="214" y="76"/>
                    </a:lnTo>
                    <a:lnTo>
                      <a:pt x="216" y="60"/>
                    </a:lnTo>
                    <a:lnTo>
                      <a:pt x="216" y="60"/>
                    </a:lnTo>
                    <a:lnTo>
                      <a:pt x="214" y="48"/>
                    </a:lnTo>
                    <a:lnTo>
                      <a:pt x="212" y="36"/>
                    </a:lnTo>
                    <a:lnTo>
                      <a:pt x="206" y="26"/>
                    </a:lnTo>
                    <a:lnTo>
                      <a:pt x="198" y="16"/>
                    </a:lnTo>
                    <a:lnTo>
                      <a:pt x="190" y="10"/>
                    </a:lnTo>
                    <a:lnTo>
                      <a:pt x="180" y="4"/>
                    </a:lnTo>
                    <a:lnTo>
                      <a:pt x="168" y="0"/>
                    </a:lnTo>
                    <a:lnTo>
                      <a:pt x="156" y="0"/>
                    </a:lnTo>
                    <a:lnTo>
                      <a:pt x="156" y="0"/>
                    </a:lnTo>
                    <a:lnTo>
                      <a:pt x="144" y="0"/>
                    </a:lnTo>
                    <a:lnTo>
                      <a:pt x="132" y="4"/>
                    </a:lnTo>
                    <a:lnTo>
                      <a:pt x="122" y="10"/>
                    </a:lnTo>
                    <a:lnTo>
                      <a:pt x="114" y="16"/>
                    </a:lnTo>
                    <a:lnTo>
                      <a:pt x="106" y="26"/>
                    </a:lnTo>
                    <a:lnTo>
                      <a:pt x="100" y="36"/>
                    </a:lnTo>
                    <a:lnTo>
                      <a:pt x="98" y="48"/>
                    </a:lnTo>
                    <a:lnTo>
                      <a:pt x="96" y="60"/>
                    </a:lnTo>
                    <a:lnTo>
                      <a:pt x="96" y="60"/>
                    </a:lnTo>
                    <a:lnTo>
                      <a:pt x="98" y="76"/>
                    </a:lnTo>
                    <a:lnTo>
                      <a:pt x="104" y="90"/>
                    </a:lnTo>
                    <a:lnTo>
                      <a:pt x="114" y="102"/>
                    </a:lnTo>
                    <a:lnTo>
                      <a:pt x="128" y="112"/>
                    </a:lnTo>
                    <a:lnTo>
                      <a:pt x="128" y="112"/>
                    </a:lnTo>
                    <a:lnTo>
                      <a:pt x="114" y="116"/>
                    </a:lnTo>
                    <a:lnTo>
                      <a:pt x="102" y="120"/>
                    </a:lnTo>
                    <a:lnTo>
                      <a:pt x="76" y="130"/>
                    </a:lnTo>
                    <a:lnTo>
                      <a:pt x="56" y="146"/>
                    </a:lnTo>
                    <a:lnTo>
                      <a:pt x="36" y="166"/>
                    </a:lnTo>
                    <a:lnTo>
                      <a:pt x="20" y="188"/>
                    </a:lnTo>
                    <a:lnTo>
                      <a:pt x="10" y="212"/>
                    </a:lnTo>
                    <a:lnTo>
                      <a:pt x="4" y="224"/>
                    </a:lnTo>
                    <a:lnTo>
                      <a:pt x="2" y="238"/>
                    </a:lnTo>
                    <a:lnTo>
                      <a:pt x="0" y="252"/>
                    </a:lnTo>
                    <a:lnTo>
                      <a:pt x="0" y="266"/>
                    </a:lnTo>
                    <a:lnTo>
                      <a:pt x="0" y="266"/>
                    </a:lnTo>
                    <a:lnTo>
                      <a:pt x="0" y="282"/>
                    </a:lnTo>
                    <a:lnTo>
                      <a:pt x="2" y="298"/>
                    </a:lnTo>
                    <a:lnTo>
                      <a:pt x="6" y="312"/>
                    </a:lnTo>
                    <a:lnTo>
                      <a:pt x="12" y="328"/>
                    </a:lnTo>
                    <a:lnTo>
                      <a:pt x="18" y="340"/>
                    </a:lnTo>
                    <a:lnTo>
                      <a:pt x="26" y="354"/>
                    </a:lnTo>
                    <a:lnTo>
                      <a:pt x="36" y="366"/>
                    </a:lnTo>
                    <a:lnTo>
                      <a:pt x="46" y="376"/>
                    </a:lnTo>
                    <a:lnTo>
                      <a:pt x="56" y="388"/>
                    </a:lnTo>
                    <a:lnTo>
                      <a:pt x="68" y="396"/>
                    </a:lnTo>
                    <a:lnTo>
                      <a:pt x="82" y="404"/>
                    </a:lnTo>
                    <a:lnTo>
                      <a:pt x="96" y="410"/>
                    </a:lnTo>
                    <a:lnTo>
                      <a:pt x="110" y="416"/>
                    </a:lnTo>
                    <a:lnTo>
                      <a:pt x="124" y="420"/>
                    </a:lnTo>
                    <a:lnTo>
                      <a:pt x="140" y="422"/>
                    </a:lnTo>
                    <a:lnTo>
                      <a:pt x="156" y="422"/>
                    </a:lnTo>
                    <a:lnTo>
                      <a:pt x="156" y="422"/>
                    </a:lnTo>
                    <a:lnTo>
                      <a:pt x="172" y="422"/>
                    </a:lnTo>
                    <a:lnTo>
                      <a:pt x="188" y="420"/>
                    </a:lnTo>
                    <a:lnTo>
                      <a:pt x="202" y="416"/>
                    </a:lnTo>
                    <a:lnTo>
                      <a:pt x="216" y="410"/>
                    </a:lnTo>
                    <a:lnTo>
                      <a:pt x="230" y="404"/>
                    </a:lnTo>
                    <a:lnTo>
                      <a:pt x="244" y="396"/>
                    </a:lnTo>
                    <a:lnTo>
                      <a:pt x="256" y="388"/>
                    </a:lnTo>
                    <a:lnTo>
                      <a:pt x="266" y="376"/>
                    </a:lnTo>
                    <a:lnTo>
                      <a:pt x="276" y="366"/>
                    </a:lnTo>
                    <a:lnTo>
                      <a:pt x="286" y="354"/>
                    </a:lnTo>
                    <a:lnTo>
                      <a:pt x="294" y="340"/>
                    </a:lnTo>
                    <a:lnTo>
                      <a:pt x="300" y="328"/>
                    </a:lnTo>
                    <a:lnTo>
                      <a:pt x="306" y="312"/>
                    </a:lnTo>
                    <a:lnTo>
                      <a:pt x="310" y="298"/>
                    </a:lnTo>
                    <a:lnTo>
                      <a:pt x="312" y="282"/>
                    </a:lnTo>
                    <a:lnTo>
                      <a:pt x="312" y="266"/>
                    </a:lnTo>
                    <a:lnTo>
                      <a:pt x="312" y="266"/>
                    </a:lnTo>
                    <a:lnTo>
                      <a:pt x="310" y="240"/>
                    </a:lnTo>
                    <a:lnTo>
                      <a:pt x="304" y="214"/>
                    </a:lnTo>
                    <a:lnTo>
                      <a:pt x="294" y="192"/>
                    </a:lnTo>
                    <a:lnTo>
                      <a:pt x="280" y="170"/>
                    </a:lnTo>
                    <a:lnTo>
                      <a:pt x="280" y="170"/>
                    </a:lnTo>
                    <a:close/>
                    <a:moveTo>
                      <a:pt x="112" y="60"/>
                    </a:moveTo>
                    <a:lnTo>
                      <a:pt x="112" y="60"/>
                    </a:lnTo>
                    <a:lnTo>
                      <a:pt x="112" y="50"/>
                    </a:lnTo>
                    <a:lnTo>
                      <a:pt x="116" y="42"/>
                    </a:lnTo>
                    <a:lnTo>
                      <a:pt x="120" y="34"/>
                    </a:lnTo>
                    <a:lnTo>
                      <a:pt x="124" y="28"/>
                    </a:lnTo>
                    <a:lnTo>
                      <a:pt x="132" y="22"/>
                    </a:lnTo>
                    <a:lnTo>
                      <a:pt x="138" y="18"/>
                    </a:lnTo>
                    <a:lnTo>
                      <a:pt x="148" y="16"/>
                    </a:lnTo>
                    <a:lnTo>
                      <a:pt x="156" y="16"/>
                    </a:lnTo>
                    <a:lnTo>
                      <a:pt x="156" y="16"/>
                    </a:lnTo>
                    <a:lnTo>
                      <a:pt x="164" y="16"/>
                    </a:lnTo>
                    <a:lnTo>
                      <a:pt x="174" y="18"/>
                    </a:lnTo>
                    <a:lnTo>
                      <a:pt x="180" y="22"/>
                    </a:lnTo>
                    <a:lnTo>
                      <a:pt x="188" y="28"/>
                    </a:lnTo>
                    <a:lnTo>
                      <a:pt x="192" y="34"/>
                    </a:lnTo>
                    <a:lnTo>
                      <a:pt x="196" y="42"/>
                    </a:lnTo>
                    <a:lnTo>
                      <a:pt x="200" y="50"/>
                    </a:lnTo>
                    <a:lnTo>
                      <a:pt x="200" y="60"/>
                    </a:lnTo>
                    <a:lnTo>
                      <a:pt x="200" y="60"/>
                    </a:lnTo>
                    <a:lnTo>
                      <a:pt x="200" y="66"/>
                    </a:lnTo>
                    <a:lnTo>
                      <a:pt x="198" y="74"/>
                    </a:lnTo>
                    <a:lnTo>
                      <a:pt x="194" y="80"/>
                    </a:lnTo>
                    <a:lnTo>
                      <a:pt x="190" y="86"/>
                    </a:lnTo>
                    <a:lnTo>
                      <a:pt x="180" y="96"/>
                    </a:lnTo>
                    <a:lnTo>
                      <a:pt x="174" y="100"/>
                    </a:lnTo>
                    <a:lnTo>
                      <a:pt x="166" y="102"/>
                    </a:lnTo>
                    <a:lnTo>
                      <a:pt x="166" y="82"/>
                    </a:lnTo>
                    <a:lnTo>
                      <a:pt x="174" y="82"/>
                    </a:lnTo>
                    <a:lnTo>
                      <a:pt x="174" y="44"/>
                    </a:lnTo>
                    <a:lnTo>
                      <a:pt x="138" y="44"/>
                    </a:lnTo>
                    <a:lnTo>
                      <a:pt x="138" y="82"/>
                    </a:lnTo>
                    <a:lnTo>
                      <a:pt x="146" y="82"/>
                    </a:lnTo>
                    <a:lnTo>
                      <a:pt x="146" y="102"/>
                    </a:lnTo>
                    <a:lnTo>
                      <a:pt x="146" y="102"/>
                    </a:lnTo>
                    <a:lnTo>
                      <a:pt x="138" y="100"/>
                    </a:lnTo>
                    <a:lnTo>
                      <a:pt x="132" y="96"/>
                    </a:lnTo>
                    <a:lnTo>
                      <a:pt x="122" y="86"/>
                    </a:lnTo>
                    <a:lnTo>
                      <a:pt x="118" y="80"/>
                    </a:lnTo>
                    <a:lnTo>
                      <a:pt x="114" y="74"/>
                    </a:lnTo>
                    <a:lnTo>
                      <a:pt x="112" y="66"/>
                    </a:lnTo>
                    <a:lnTo>
                      <a:pt x="112" y="60"/>
                    </a:lnTo>
                    <a:lnTo>
                      <a:pt x="112" y="60"/>
                    </a:lnTo>
                    <a:close/>
                    <a:moveTo>
                      <a:pt x="164" y="390"/>
                    </a:moveTo>
                    <a:lnTo>
                      <a:pt x="164" y="374"/>
                    </a:lnTo>
                    <a:lnTo>
                      <a:pt x="164" y="374"/>
                    </a:lnTo>
                    <a:lnTo>
                      <a:pt x="164" y="372"/>
                    </a:lnTo>
                    <a:lnTo>
                      <a:pt x="162" y="370"/>
                    </a:lnTo>
                    <a:lnTo>
                      <a:pt x="160" y="368"/>
                    </a:lnTo>
                    <a:lnTo>
                      <a:pt x="156" y="366"/>
                    </a:lnTo>
                    <a:lnTo>
                      <a:pt x="156" y="366"/>
                    </a:lnTo>
                    <a:lnTo>
                      <a:pt x="152" y="368"/>
                    </a:lnTo>
                    <a:lnTo>
                      <a:pt x="150" y="370"/>
                    </a:lnTo>
                    <a:lnTo>
                      <a:pt x="148" y="372"/>
                    </a:lnTo>
                    <a:lnTo>
                      <a:pt x="148" y="374"/>
                    </a:lnTo>
                    <a:lnTo>
                      <a:pt x="148" y="390"/>
                    </a:lnTo>
                    <a:lnTo>
                      <a:pt x="148" y="390"/>
                    </a:lnTo>
                    <a:lnTo>
                      <a:pt x="126" y="386"/>
                    </a:lnTo>
                    <a:lnTo>
                      <a:pt x="104" y="380"/>
                    </a:lnTo>
                    <a:lnTo>
                      <a:pt x="84" y="368"/>
                    </a:lnTo>
                    <a:lnTo>
                      <a:pt x="68" y="354"/>
                    </a:lnTo>
                    <a:lnTo>
                      <a:pt x="54" y="338"/>
                    </a:lnTo>
                    <a:lnTo>
                      <a:pt x="42" y="318"/>
                    </a:lnTo>
                    <a:lnTo>
                      <a:pt x="36" y="296"/>
                    </a:lnTo>
                    <a:lnTo>
                      <a:pt x="32" y="274"/>
                    </a:lnTo>
                    <a:lnTo>
                      <a:pt x="54" y="274"/>
                    </a:lnTo>
                    <a:lnTo>
                      <a:pt x="54" y="274"/>
                    </a:lnTo>
                    <a:lnTo>
                      <a:pt x="58" y="274"/>
                    </a:lnTo>
                    <a:lnTo>
                      <a:pt x="60" y="272"/>
                    </a:lnTo>
                    <a:lnTo>
                      <a:pt x="62" y="270"/>
                    </a:lnTo>
                    <a:lnTo>
                      <a:pt x="62" y="266"/>
                    </a:lnTo>
                    <a:lnTo>
                      <a:pt x="62" y="266"/>
                    </a:lnTo>
                    <a:lnTo>
                      <a:pt x="62" y="262"/>
                    </a:lnTo>
                    <a:lnTo>
                      <a:pt x="60" y="260"/>
                    </a:lnTo>
                    <a:lnTo>
                      <a:pt x="58" y="258"/>
                    </a:lnTo>
                    <a:lnTo>
                      <a:pt x="54" y="258"/>
                    </a:lnTo>
                    <a:lnTo>
                      <a:pt x="32" y="258"/>
                    </a:lnTo>
                    <a:lnTo>
                      <a:pt x="32" y="258"/>
                    </a:lnTo>
                    <a:lnTo>
                      <a:pt x="36" y="234"/>
                    </a:lnTo>
                    <a:lnTo>
                      <a:pt x="44" y="212"/>
                    </a:lnTo>
                    <a:lnTo>
                      <a:pt x="56" y="192"/>
                    </a:lnTo>
                    <a:lnTo>
                      <a:pt x="70" y="176"/>
                    </a:lnTo>
                    <a:lnTo>
                      <a:pt x="88" y="162"/>
                    </a:lnTo>
                    <a:lnTo>
                      <a:pt x="110" y="150"/>
                    </a:lnTo>
                    <a:lnTo>
                      <a:pt x="132" y="144"/>
                    </a:lnTo>
                    <a:lnTo>
                      <a:pt x="144" y="142"/>
                    </a:lnTo>
                    <a:lnTo>
                      <a:pt x="156" y="142"/>
                    </a:lnTo>
                    <a:lnTo>
                      <a:pt x="156" y="142"/>
                    </a:lnTo>
                    <a:lnTo>
                      <a:pt x="168" y="142"/>
                    </a:lnTo>
                    <a:lnTo>
                      <a:pt x="180" y="144"/>
                    </a:lnTo>
                    <a:lnTo>
                      <a:pt x="202" y="150"/>
                    </a:lnTo>
                    <a:lnTo>
                      <a:pt x="224" y="162"/>
                    </a:lnTo>
                    <a:lnTo>
                      <a:pt x="242" y="176"/>
                    </a:lnTo>
                    <a:lnTo>
                      <a:pt x="256" y="192"/>
                    </a:lnTo>
                    <a:lnTo>
                      <a:pt x="268" y="212"/>
                    </a:lnTo>
                    <a:lnTo>
                      <a:pt x="276" y="234"/>
                    </a:lnTo>
                    <a:lnTo>
                      <a:pt x="280" y="258"/>
                    </a:lnTo>
                    <a:lnTo>
                      <a:pt x="258" y="258"/>
                    </a:lnTo>
                    <a:lnTo>
                      <a:pt x="258" y="258"/>
                    </a:lnTo>
                    <a:lnTo>
                      <a:pt x="254" y="258"/>
                    </a:lnTo>
                    <a:lnTo>
                      <a:pt x="252" y="260"/>
                    </a:lnTo>
                    <a:lnTo>
                      <a:pt x="250" y="262"/>
                    </a:lnTo>
                    <a:lnTo>
                      <a:pt x="250" y="266"/>
                    </a:lnTo>
                    <a:lnTo>
                      <a:pt x="250" y="266"/>
                    </a:lnTo>
                    <a:lnTo>
                      <a:pt x="250" y="270"/>
                    </a:lnTo>
                    <a:lnTo>
                      <a:pt x="252" y="272"/>
                    </a:lnTo>
                    <a:lnTo>
                      <a:pt x="254" y="274"/>
                    </a:lnTo>
                    <a:lnTo>
                      <a:pt x="258" y="274"/>
                    </a:lnTo>
                    <a:lnTo>
                      <a:pt x="280" y="274"/>
                    </a:lnTo>
                    <a:lnTo>
                      <a:pt x="280" y="274"/>
                    </a:lnTo>
                    <a:lnTo>
                      <a:pt x="276" y="296"/>
                    </a:lnTo>
                    <a:lnTo>
                      <a:pt x="270" y="318"/>
                    </a:lnTo>
                    <a:lnTo>
                      <a:pt x="258" y="338"/>
                    </a:lnTo>
                    <a:lnTo>
                      <a:pt x="244" y="354"/>
                    </a:lnTo>
                    <a:lnTo>
                      <a:pt x="228" y="368"/>
                    </a:lnTo>
                    <a:lnTo>
                      <a:pt x="208" y="380"/>
                    </a:lnTo>
                    <a:lnTo>
                      <a:pt x="186" y="386"/>
                    </a:lnTo>
                    <a:lnTo>
                      <a:pt x="164" y="390"/>
                    </a:lnTo>
                    <a:lnTo>
                      <a:pt x="164" y="390"/>
                    </a:lnTo>
                    <a:close/>
                    <a:moveTo>
                      <a:pt x="182" y="280"/>
                    </a:moveTo>
                    <a:lnTo>
                      <a:pt x="182" y="280"/>
                    </a:lnTo>
                    <a:lnTo>
                      <a:pt x="184" y="276"/>
                    </a:lnTo>
                    <a:lnTo>
                      <a:pt x="186" y="270"/>
                    </a:lnTo>
                    <a:lnTo>
                      <a:pt x="184" y="258"/>
                    </a:lnTo>
                    <a:lnTo>
                      <a:pt x="180" y="248"/>
                    </a:lnTo>
                    <a:lnTo>
                      <a:pt x="176" y="244"/>
                    </a:lnTo>
                    <a:lnTo>
                      <a:pt x="172" y="240"/>
                    </a:lnTo>
                    <a:lnTo>
                      <a:pt x="172" y="240"/>
                    </a:lnTo>
                    <a:lnTo>
                      <a:pt x="164" y="238"/>
                    </a:lnTo>
                    <a:lnTo>
                      <a:pt x="156" y="236"/>
                    </a:lnTo>
                    <a:lnTo>
                      <a:pt x="156" y="236"/>
                    </a:lnTo>
                    <a:lnTo>
                      <a:pt x="148" y="238"/>
                    </a:lnTo>
                    <a:lnTo>
                      <a:pt x="142" y="240"/>
                    </a:lnTo>
                    <a:lnTo>
                      <a:pt x="136" y="234"/>
                    </a:lnTo>
                    <a:lnTo>
                      <a:pt x="136" y="234"/>
                    </a:lnTo>
                    <a:lnTo>
                      <a:pt x="134" y="232"/>
                    </a:lnTo>
                    <a:lnTo>
                      <a:pt x="130" y="232"/>
                    </a:lnTo>
                    <a:lnTo>
                      <a:pt x="128" y="232"/>
                    </a:lnTo>
                    <a:lnTo>
                      <a:pt x="124" y="234"/>
                    </a:lnTo>
                    <a:lnTo>
                      <a:pt x="124" y="234"/>
                    </a:lnTo>
                    <a:lnTo>
                      <a:pt x="122" y="238"/>
                    </a:lnTo>
                    <a:lnTo>
                      <a:pt x="122" y="240"/>
                    </a:lnTo>
                    <a:lnTo>
                      <a:pt x="122" y="244"/>
                    </a:lnTo>
                    <a:lnTo>
                      <a:pt x="124" y="246"/>
                    </a:lnTo>
                    <a:lnTo>
                      <a:pt x="130" y="252"/>
                    </a:lnTo>
                    <a:lnTo>
                      <a:pt x="130" y="252"/>
                    </a:lnTo>
                    <a:lnTo>
                      <a:pt x="128" y="256"/>
                    </a:lnTo>
                    <a:lnTo>
                      <a:pt x="126" y="262"/>
                    </a:lnTo>
                    <a:lnTo>
                      <a:pt x="128" y="274"/>
                    </a:lnTo>
                    <a:lnTo>
                      <a:pt x="132" y="284"/>
                    </a:lnTo>
                    <a:lnTo>
                      <a:pt x="136" y="288"/>
                    </a:lnTo>
                    <a:lnTo>
                      <a:pt x="140" y="292"/>
                    </a:lnTo>
                    <a:lnTo>
                      <a:pt x="140" y="292"/>
                    </a:lnTo>
                    <a:lnTo>
                      <a:pt x="148" y="296"/>
                    </a:lnTo>
                    <a:lnTo>
                      <a:pt x="156" y="296"/>
                    </a:lnTo>
                    <a:lnTo>
                      <a:pt x="156" y="296"/>
                    </a:lnTo>
                    <a:lnTo>
                      <a:pt x="164" y="296"/>
                    </a:lnTo>
                    <a:lnTo>
                      <a:pt x="170" y="292"/>
                    </a:lnTo>
                    <a:lnTo>
                      <a:pt x="222" y="342"/>
                    </a:lnTo>
                    <a:lnTo>
                      <a:pt x="222" y="342"/>
                    </a:lnTo>
                    <a:lnTo>
                      <a:pt x="224" y="344"/>
                    </a:lnTo>
                    <a:lnTo>
                      <a:pt x="228" y="346"/>
                    </a:lnTo>
                    <a:lnTo>
                      <a:pt x="228" y="346"/>
                    </a:lnTo>
                    <a:lnTo>
                      <a:pt x="230" y="344"/>
                    </a:lnTo>
                    <a:lnTo>
                      <a:pt x="232" y="342"/>
                    </a:lnTo>
                    <a:lnTo>
                      <a:pt x="232" y="342"/>
                    </a:lnTo>
                    <a:lnTo>
                      <a:pt x="234" y="340"/>
                    </a:lnTo>
                    <a:lnTo>
                      <a:pt x="236" y="338"/>
                    </a:lnTo>
                    <a:lnTo>
                      <a:pt x="234" y="334"/>
                    </a:lnTo>
                    <a:lnTo>
                      <a:pt x="232" y="332"/>
                    </a:lnTo>
                    <a:lnTo>
                      <a:pt x="182" y="280"/>
                    </a:lnTo>
                    <a:close/>
                    <a:moveTo>
                      <a:pt x="168" y="274"/>
                    </a:moveTo>
                    <a:lnTo>
                      <a:pt x="168" y="274"/>
                    </a:lnTo>
                    <a:lnTo>
                      <a:pt x="164" y="278"/>
                    </a:lnTo>
                    <a:lnTo>
                      <a:pt x="156" y="280"/>
                    </a:lnTo>
                    <a:lnTo>
                      <a:pt x="156" y="280"/>
                    </a:lnTo>
                    <a:lnTo>
                      <a:pt x="148" y="278"/>
                    </a:lnTo>
                    <a:lnTo>
                      <a:pt x="148" y="278"/>
                    </a:lnTo>
                    <a:lnTo>
                      <a:pt x="144" y="274"/>
                    </a:lnTo>
                    <a:lnTo>
                      <a:pt x="142" y="270"/>
                    </a:lnTo>
                    <a:lnTo>
                      <a:pt x="142" y="264"/>
                    </a:lnTo>
                    <a:lnTo>
                      <a:pt x="144" y="260"/>
                    </a:lnTo>
                    <a:lnTo>
                      <a:pt x="144" y="260"/>
                    </a:lnTo>
                    <a:lnTo>
                      <a:pt x="150" y="254"/>
                    </a:lnTo>
                    <a:lnTo>
                      <a:pt x="156" y="252"/>
                    </a:lnTo>
                    <a:lnTo>
                      <a:pt x="156" y="252"/>
                    </a:lnTo>
                    <a:lnTo>
                      <a:pt x="164" y="254"/>
                    </a:lnTo>
                    <a:lnTo>
                      <a:pt x="164" y="254"/>
                    </a:lnTo>
                    <a:lnTo>
                      <a:pt x="168" y="258"/>
                    </a:lnTo>
                    <a:lnTo>
                      <a:pt x="170" y="262"/>
                    </a:lnTo>
                    <a:lnTo>
                      <a:pt x="170" y="262"/>
                    </a:lnTo>
                    <a:lnTo>
                      <a:pt x="170" y="268"/>
                    </a:lnTo>
                    <a:lnTo>
                      <a:pt x="168" y="274"/>
                    </a:lnTo>
                    <a:lnTo>
                      <a:pt x="168" y="274"/>
                    </a:lnTo>
                    <a:close/>
                    <a:moveTo>
                      <a:pt x="142" y="196"/>
                    </a:moveTo>
                    <a:lnTo>
                      <a:pt x="142" y="196"/>
                    </a:lnTo>
                    <a:lnTo>
                      <a:pt x="142" y="192"/>
                    </a:lnTo>
                    <a:lnTo>
                      <a:pt x="144" y="188"/>
                    </a:lnTo>
                    <a:lnTo>
                      <a:pt x="146" y="184"/>
                    </a:lnTo>
                    <a:lnTo>
                      <a:pt x="150" y="182"/>
                    </a:lnTo>
                    <a:lnTo>
                      <a:pt x="194" y="158"/>
                    </a:lnTo>
                    <a:lnTo>
                      <a:pt x="170" y="202"/>
                    </a:lnTo>
                    <a:lnTo>
                      <a:pt x="170" y="202"/>
                    </a:lnTo>
                    <a:lnTo>
                      <a:pt x="168" y="204"/>
                    </a:lnTo>
                    <a:lnTo>
                      <a:pt x="164" y="208"/>
                    </a:lnTo>
                    <a:lnTo>
                      <a:pt x="160" y="210"/>
                    </a:lnTo>
                    <a:lnTo>
                      <a:pt x="156" y="210"/>
                    </a:lnTo>
                    <a:lnTo>
                      <a:pt x="156" y="210"/>
                    </a:lnTo>
                    <a:lnTo>
                      <a:pt x="150" y="208"/>
                    </a:lnTo>
                    <a:lnTo>
                      <a:pt x="146" y="206"/>
                    </a:lnTo>
                    <a:lnTo>
                      <a:pt x="142" y="202"/>
                    </a:lnTo>
                    <a:lnTo>
                      <a:pt x="142" y="196"/>
                    </a:lnTo>
                    <a:lnTo>
                      <a:pt x="142" y="19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432102" y="3393069"/>
              <a:ext cx="612000" cy="612000"/>
              <a:chOff x="11025076" y="4661045"/>
              <a:chExt cx="612000" cy="612000"/>
            </a:xfrm>
          </p:grpSpPr>
          <p:sp>
            <p:nvSpPr>
              <p:cNvPr id="27" name="Oval 26"/>
              <p:cNvSpPr/>
              <p:nvPr/>
            </p:nvSpPr>
            <p:spPr bwMode="ltGray">
              <a:xfrm>
                <a:off x="11025076" y="4661045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28" name="Freeform 4959"/>
              <p:cNvSpPr>
                <a:spLocks noEditPoints="1"/>
              </p:cNvSpPr>
              <p:nvPr/>
            </p:nvSpPr>
            <p:spPr bwMode="auto">
              <a:xfrm>
                <a:off x="11114254" y="4829827"/>
                <a:ext cx="433640" cy="337276"/>
              </a:xfrm>
              <a:custGeom>
                <a:avLst/>
                <a:gdLst>
                  <a:gd name="T0" fmla="*/ 348 w 360"/>
                  <a:gd name="T1" fmla="*/ 0 h 280"/>
                  <a:gd name="T2" fmla="*/ 8 w 360"/>
                  <a:gd name="T3" fmla="*/ 0 h 280"/>
                  <a:gd name="T4" fmla="*/ 0 w 360"/>
                  <a:gd name="T5" fmla="*/ 8 h 280"/>
                  <a:gd name="T6" fmla="*/ 8 w 360"/>
                  <a:gd name="T7" fmla="*/ 242 h 280"/>
                  <a:gd name="T8" fmla="*/ 180 w 360"/>
                  <a:gd name="T9" fmla="*/ 280 h 280"/>
                  <a:gd name="T10" fmla="*/ 358 w 360"/>
                  <a:gd name="T11" fmla="*/ 238 h 280"/>
                  <a:gd name="T12" fmla="*/ 360 w 360"/>
                  <a:gd name="T13" fmla="*/ 4 h 280"/>
                  <a:gd name="T14" fmla="*/ 20 w 360"/>
                  <a:gd name="T15" fmla="*/ 224 h 280"/>
                  <a:gd name="T16" fmla="*/ 200 w 360"/>
                  <a:gd name="T17" fmla="*/ 54 h 280"/>
                  <a:gd name="T18" fmla="*/ 334 w 360"/>
                  <a:gd name="T19" fmla="*/ 26 h 280"/>
                  <a:gd name="T20" fmla="*/ 338 w 360"/>
                  <a:gd name="T21" fmla="*/ 36 h 280"/>
                  <a:gd name="T22" fmla="*/ 204 w 360"/>
                  <a:gd name="T23" fmla="*/ 72 h 280"/>
                  <a:gd name="T24" fmla="*/ 196 w 360"/>
                  <a:gd name="T25" fmla="*/ 72 h 280"/>
                  <a:gd name="T26" fmla="*/ 194 w 360"/>
                  <a:gd name="T27" fmla="*/ 58 h 280"/>
                  <a:gd name="T28" fmla="*/ 200 w 360"/>
                  <a:gd name="T29" fmla="*/ 90 h 280"/>
                  <a:gd name="T30" fmla="*/ 270 w 360"/>
                  <a:gd name="T31" fmla="*/ 76 h 280"/>
                  <a:gd name="T32" fmla="*/ 274 w 360"/>
                  <a:gd name="T33" fmla="*/ 86 h 280"/>
                  <a:gd name="T34" fmla="*/ 204 w 360"/>
                  <a:gd name="T35" fmla="*/ 108 h 280"/>
                  <a:gd name="T36" fmla="*/ 196 w 360"/>
                  <a:gd name="T37" fmla="*/ 106 h 280"/>
                  <a:gd name="T38" fmla="*/ 194 w 360"/>
                  <a:gd name="T39" fmla="*/ 94 h 280"/>
                  <a:gd name="T40" fmla="*/ 340 w 360"/>
                  <a:gd name="T41" fmla="*/ 168 h 280"/>
                  <a:gd name="T42" fmla="*/ 336 w 360"/>
                  <a:gd name="T43" fmla="*/ 174 h 280"/>
                  <a:gd name="T44" fmla="*/ 326 w 360"/>
                  <a:gd name="T45" fmla="*/ 172 h 280"/>
                  <a:gd name="T46" fmla="*/ 284 w 360"/>
                  <a:gd name="T47" fmla="*/ 192 h 280"/>
                  <a:gd name="T48" fmla="*/ 210 w 360"/>
                  <a:gd name="T49" fmla="*/ 242 h 280"/>
                  <a:gd name="T50" fmla="*/ 196 w 360"/>
                  <a:gd name="T51" fmla="*/ 246 h 280"/>
                  <a:gd name="T52" fmla="*/ 192 w 360"/>
                  <a:gd name="T53" fmla="*/ 236 h 280"/>
                  <a:gd name="T54" fmla="*/ 234 w 360"/>
                  <a:gd name="T55" fmla="*/ 156 h 280"/>
                  <a:gd name="T56" fmla="*/ 280 w 360"/>
                  <a:gd name="T57" fmla="*/ 170 h 280"/>
                  <a:gd name="T58" fmla="*/ 290 w 360"/>
                  <a:gd name="T59" fmla="*/ 134 h 280"/>
                  <a:gd name="T60" fmla="*/ 298 w 360"/>
                  <a:gd name="T61" fmla="*/ 124 h 280"/>
                  <a:gd name="T62" fmla="*/ 336 w 360"/>
                  <a:gd name="T63" fmla="*/ 124 h 280"/>
                  <a:gd name="T64" fmla="*/ 340 w 360"/>
                  <a:gd name="T65" fmla="*/ 168 h 280"/>
                  <a:gd name="T66" fmla="*/ 46 w 360"/>
                  <a:gd name="T67" fmla="*/ 68 h 280"/>
                  <a:gd name="T68" fmla="*/ 38 w 360"/>
                  <a:gd name="T69" fmla="*/ 60 h 280"/>
                  <a:gd name="T70" fmla="*/ 42 w 360"/>
                  <a:gd name="T71" fmla="*/ 50 h 280"/>
                  <a:gd name="T72" fmla="*/ 140 w 360"/>
                  <a:gd name="T73" fmla="*/ 68 h 280"/>
                  <a:gd name="T74" fmla="*/ 148 w 360"/>
                  <a:gd name="T75" fmla="*/ 80 h 280"/>
                  <a:gd name="T76" fmla="*/ 138 w 360"/>
                  <a:gd name="T77" fmla="*/ 88 h 280"/>
                  <a:gd name="T78" fmla="*/ 70 w 360"/>
                  <a:gd name="T79" fmla="*/ 126 h 280"/>
                  <a:gd name="T80" fmla="*/ 44 w 360"/>
                  <a:gd name="T81" fmla="*/ 142 h 280"/>
                  <a:gd name="T82" fmla="*/ 38 w 360"/>
                  <a:gd name="T83" fmla="*/ 168 h 280"/>
                  <a:gd name="T84" fmla="*/ 50 w 360"/>
                  <a:gd name="T85" fmla="*/ 202 h 280"/>
                  <a:gd name="T86" fmla="*/ 78 w 360"/>
                  <a:gd name="T87" fmla="*/ 218 h 280"/>
                  <a:gd name="T88" fmla="*/ 98 w 360"/>
                  <a:gd name="T89" fmla="*/ 212 h 280"/>
                  <a:gd name="T90" fmla="*/ 116 w 360"/>
                  <a:gd name="T91" fmla="*/ 186 h 280"/>
                  <a:gd name="T92" fmla="*/ 128 w 360"/>
                  <a:gd name="T93" fmla="*/ 166 h 280"/>
                  <a:gd name="T94" fmla="*/ 116 w 360"/>
                  <a:gd name="T95" fmla="*/ 132 h 280"/>
                  <a:gd name="T96" fmla="*/ 88 w 360"/>
                  <a:gd name="T97" fmla="*/ 114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60" h="280">
                    <a:moveTo>
                      <a:pt x="356" y="2"/>
                    </a:moveTo>
                    <a:lnTo>
                      <a:pt x="356" y="2"/>
                    </a:lnTo>
                    <a:lnTo>
                      <a:pt x="352" y="0"/>
                    </a:lnTo>
                    <a:lnTo>
                      <a:pt x="348" y="0"/>
                    </a:lnTo>
                    <a:lnTo>
                      <a:pt x="180" y="38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232"/>
                    </a:lnTo>
                    <a:lnTo>
                      <a:pt x="0" y="232"/>
                    </a:lnTo>
                    <a:lnTo>
                      <a:pt x="2" y="238"/>
                    </a:lnTo>
                    <a:lnTo>
                      <a:pt x="8" y="242"/>
                    </a:lnTo>
                    <a:lnTo>
                      <a:pt x="178" y="280"/>
                    </a:lnTo>
                    <a:lnTo>
                      <a:pt x="178" y="280"/>
                    </a:lnTo>
                    <a:lnTo>
                      <a:pt x="180" y="280"/>
                    </a:lnTo>
                    <a:lnTo>
                      <a:pt x="180" y="280"/>
                    </a:lnTo>
                    <a:lnTo>
                      <a:pt x="182" y="280"/>
                    </a:lnTo>
                    <a:lnTo>
                      <a:pt x="352" y="242"/>
                    </a:lnTo>
                    <a:lnTo>
                      <a:pt x="352" y="242"/>
                    </a:lnTo>
                    <a:lnTo>
                      <a:pt x="358" y="238"/>
                    </a:lnTo>
                    <a:lnTo>
                      <a:pt x="360" y="232"/>
                    </a:lnTo>
                    <a:lnTo>
                      <a:pt x="360" y="8"/>
                    </a:lnTo>
                    <a:lnTo>
                      <a:pt x="360" y="8"/>
                    </a:lnTo>
                    <a:lnTo>
                      <a:pt x="360" y="4"/>
                    </a:lnTo>
                    <a:lnTo>
                      <a:pt x="356" y="2"/>
                    </a:lnTo>
                    <a:lnTo>
                      <a:pt x="356" y="2"/>
                    </a:lnTo>
                    <a:close/>
                    <a:moveTo>
                      <a:pt x="170" y="258"/>
                    </a:moveTo>
                    <a:lnTo>
                      <a:pt x="20" y="224"/>
                    </a:lnTo>
                    <a:lnTo>
                      <a:pt x="20" y="22"/>
                    </a:lnTo>
                    <a:lnTo>
                      <a:pt x="170" y="56"/>
                    </a:lnTo>
                    <a:lnTo>
                      <a:pt x="170" y="258"/>
                    </a:lnTo>
                    <a:close/>
                    <a:moveTo>
                      <a:pt x="200" y="54"/>
                    </a:moveTo>
                    <a:lnTo>
                      <a:pt x="326" y="24"/>
                    </a:lnTo>
                    <a:lnTo>
                      <a:pt x="326" y="24"/>
                    </a:lnTo>
                    <a:lnTo>
                      <a:pt x="330" y="24"/>
                    </a:lnTo>
                    <a:lnTo>
                      <a:pt x="334" y="26"/>
                    </a:lnTo>
                    <a:lnTo>
                      <a:pt x="336" y="28"/>
                    </a:lnTo>
                    <a:lnTo>
                      <a:pt x="338" y="32"/>
                    </a:lnTo>
                    <a:lnTo>
                      <a:pt x="338" y="32"/>
                    </a:lnTo>
                    <a:lnTo>
                      <a:pt x="338" y="36"/>
                    </a:lnTo>
                    <a:lnTo>
                      <a:pt x="336" y="40"/>
                    </a:lnTo>
                    <a:lnTo>
                      <a:pt x="334" y="42"/>
                    </a:lnTo>
                    <a:lnTo>
                      <a:pt x="330" y="44"/>
                    </a:lnTo>
                    <a:lnTo>
                      <a:pt x="204" y="72"/>
                    </a:lnTo>
                    <a:lnTo>
                      <a:pt x="204" y="72"/>
                    </a:lnTo>
                    <a:lnTo>
                      <a:pt x="202" y="74"/>
                    </a:lnTo>
                    <a:lnTo>
                      <a:pt x="202" y="74"/>
                    </a:lnTo>
                    <a:lnTo>
                      <a:pt x="196" y="72"/>
                    </a:lnTo>
                    <a:lnTo>
                      <a:pt x="192" y="66"/>
                    </a:lnTo>
                    <a:lnTo>
                      <a:pt x="192" y="66"/>
                    </a:lnTo>
                    <a:lnTo>
                      <a:pt x="192" y="62"/>
                    </a:lnTo>
                    <a:lnTo>
                      <a:pt x="194" y="58"/>
                    </a:lnTo>
                    <a:lnTo>
                      <a:pt x="196" y="56"/>
                    </a:lnTo>
                    <a:lnTo>
                      <a:pt x="200" y="54"/>
                    </a:lnTo>
                    <a:lnTo>
                      <a:pt x="200" y="54"/>
                    </a:lnTo>
                    <a:close/>
                    <a:moveTo>
                      <a:pt x="200" y="90"/>
                    </a:moveTo>
                    <a:lnTo>
                      <a:pt x="262" y="74"/>
                    </a:lnTo>
                    <a:lnTo>
                      <a:pt x="262" y="74"/>
                    </a:lnTo>
                    <a:lnTo>
                      <a:pt x="266" y="74"/>
                    </a:lnTo>
                    <a:lnTo>
                      <a:pt x="270" y="76"/>
                    </a:lnTo>
                    <a:lnTo>
                      <a:pt x="274" y="78"/>
                    </a:lnTo>
                    <a:lnTo>
                      <a:pt x="274" y="82"/>
                    </a:lnTo>
                    <a:lnTo>
                      <a:pt x="274" y="82"/>
                    </a:lnTo>
                    <a:lnTo>
                      <a:pt x="274" y="86"/>
                    </a:lnTo>
                    <a:lnTo>
                      <a:pt x="274" y="90"/>
                    </a:lnTo>
                    <a:lnTo>
                      <a:pt x="270" y="92"/>
                    </a:lnTo>
                    <a:lnTo>
                      <a:pt x="268" y="94"/>
                    </a:lnTo>
                    <a:lnTo>
                      <a:pt x="204" y="108"/>
                    </a:lnTo>
                    <a:lnTo>
                      <a:pt x="204" y="108"/>
                    </a:lnTo>
                    <a:lnTo>
                      <a:pt x="202" y="108"/>
                    </a:lnTo>
                    <a:lnTo>
                      <a:pt x="202" y="108"/>
                    </a:lnTo>
                    <a:lnTo>
                      <a:pt x="196" y="106"/>
                    </a:lnTo>
                    <a:lnTo>
                      <a:pt x="192" y="102"/>
                    </a:lnTo>
                    <a:lnTo>
                      <a:pt x="192" y="102"/>
                    </a:lnTo>
                    <a:lnTo>
                      <a:pt x="192" y="98"/>
                    </a:lnTo>
                    <a:lnTo>
                      <a:pt x="194" y="94"/>
                    </a:lnTo>
                    <a:lnTo>
                      <a:pt x="196" y="90"/>
                    </a:lnTo>
                    <a:lnTo>
                      <a:pt x="200" y="90"/>
                    </a:lnTo>
                    <a:lnTo>
                      <a:pt x="200" y="90"/>
                    </a:lnTo>
                    <a:close/>
                    <a:moveTo>
                      <a:pt x="340" y="168"/>
                    </a:moveTo>
                    <a:lnTo>
                      <a:pt x="340" y="168"/>
                    </a:lnTo>
                    <a:lnTo>
                      <a:pt x="340" y="172"/>
                    </a:lnTo>
                    <a:lnTo>
                      <a:pt x="336" y="174"/>
                    </a:lnTo>
                    <a:lnTo>
                      <a:pt x="336" y="174"/>
                    </a:lnTo>
                    <a:lnTo>
                      <a:pt x="332" y="176"/>
                    </a:lnTo>
                    <a:lnTo>
                      <a:pt x="332" y="176"/>
                    </a:lnTo>
                    <a:lnTo>
                      <a:pt x="330" y="174"/>
                    </a:lnTo>
                    <a:lnTo>
                      <a:pt x="326" y="172"/>
                    </a:lnTo>
                    <a:lnTo>
                      <a:pt x="316" y="162"/>
                    </a:lnTo>
                    <a:lnTo>
                      <a:pt x="288" y="190"/>
                    </a:lnTo>
                    <a:lnTo>
                      <a:pt x="288" y="190"/>
                    </a:lnTo>
                    <a:lnTo>
                      <a:pt x="284" y="192"/>
                    </a:lnTo>
                    <a:lnTo>
                      <a:pt x="278" y="192"/>
                    </a:lnTo>
                    <a:lnTo>
                      <a:pt x="246" y="178"/>
                    </a:lnTo>
                    <a:lnTo>
                      <a:pt x="210" y="242"/>
                    </a:lnTo>
                    <a:lnTo>
                      <a:pt x="210" y="242"/>
                    </a:lnTo>
                    <a:lnTo>
                      <a:pt x="206" y="246"/>
                    </a:lnTo>
                    <a:lnTo>
                      <a:pt x="200" y="248"/>
                    </a:lnTo>
                    <a:lnTo>
                      <a:pt x="200" y="248"/>
                    </a:lnTo>
                    <a:lnTo>
                      <a:pt x="196" y="246"/>
                    </a:lnTo>
                    <a:lnTo>
                      <a:pt x="196" y="246"/>
                    </a:lnTo>
                    <a:lnTo>
                      <a:pt x="194" y="244"/>
                    </a:lnTo>
                    <a:lnTo>
                      <a:pt x="192" y="240"/>
                    </a:lnTo>
                    <a:lnTo>
                      <a:pt x="192" y="236"/>
                    </a:lnTo>
                    <a:lnTo>
                      <a:pt x="192" y="234"/>
                    </a:lnTo>
                    <a:lnTo>
                      <a:pt x="232" y="160"/>
                    </a:lnTo>
                    <a:lnTo>
                      <a:pt x="232" y="160"/>
                    </a:lnTo>
                    <a:lnTo>
                      <a:pt x="234" y="156"/>
                    </a:lnTo>
                    <a:lnTo>
                      <a:pt x="238" y="154"/>
                    </a:lnTo>
                    <a:lnTo>
                      <a:pt x="242" y="154"/>
                    </a:lnTo>
                    <a:lnTo>
                      <a:pt x="246" y="154"/>
                    </a:lnTo>
                    <a:lnTo>
                      <a:pt x="280" y="170"/>
                    </a:lnTo>
                    <a:lnTo>
                      <a:pt x="302" y="148"/>
                    </a:lnTo>
                    <a:lnTo>
                      <a:pt x="292" y="138"/>
                    </a:lnTo>
                    <a:lnTo>
                      <a:pt x="292" y="138"/>
                    </a:lnTo>
                    <a:lnTo>
                      <a:pt x="290" y="134"/>
                    </a:lnTo>
                    <a:lnTo>
                      <a:pt x="290" y="128"/>
                    </a:lnTo>
                    <a:lnTo>
                      <a:pt x="290" y="128"/>
                    </a:lnTo>
                    <a:lnTo>
                      <a:pt x="292" y="126"/>
                    </a:lnTo>
                    <a:lnTo>
                      <a:pt x="298" y="124"/>
                    </a:lnTo>
                    <a:lnTo>
                      <a:pt x="298" y="124"/>
                    </a:lnTo>
                    <a:lnTo>
                      <a:pt x="332" y="124"/>
                    </a:lnTo>
                    <a:lnTo>
                      <a:pt x="332" y="124"/>
                    </a:lnTo>
                    <a:lnTo>
                      <a:pt x="336" y="124"/>
                    </a:lnTo>
                    <a:lnTo>
                      <a:pt x="338" y="126"/>
                    </a:lnTo>
                    <a:lnTo>
                      <a:pt x="340" y="128"/>
                    </a:lnTo>
                    <a:lnTo>
                      <a:pt x="340" y="132"/>
                    </a:lnTo>
                    <a:lnTo>
                      <a:pt x="340" y="168"/>
                    </a:lnTo>
                    <a:close/>
                    <a:moveTo>
                      <a:pt x="138" y="88"/>
                    </a:moveTo>
                    <a:lnTo>
                      <a:pt x="138" y="88"/>
                    </a:lnTo>
                    <a:lnTo>
                      <a:pt x="136" y="88"/>
                    </a:lnTo>
                    <a:lnTo>
                      <a:pt x="46" y="68"/>
                    </a:lnTo>
                    <a:lnTo>
                      <a:pt x="46" y="68"/>
                    </a:lnTo>
                    <a:lnTo>
                      <a:pt x="42" y="66"/>
                    </a:lnTo>
                    <a:lnTo>
                      <a:pt x="40" y="62"/>
                    </a:lnTo>
                    <a:lnTo>
                      <a:pt x="38" y="60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40" y="52"/>
                    </a:lnTo>
                    <a:lnTo>
                      <a:pt x="42" y="50"/>
                    </a:lnTo>
                    <a:lnTo>
                      <a:pt x="46" y="48"/>
                    </a:lnTo>
                    <a:lnTo>
                      <a:pt x="50" y="48"/>
                    </a:lnTo>
                    <a:lnTo>
                      <a:pt x="140" y="68"/>
                    </a:lnTo>
                    <a:lnTo>
                      <a:pt x="140" y="68"/>
                    </a:lnTo>
                    <a:lnTo>
                      <a:pt x="144" y="70"/>
                    </a:lnTo>
                    <a:lnTo>
                      <a:pt x="146" y="72"/>
                    </a:lnTo>
                    <a:lnTo>
                      <a:pt x="148" y="76"/>
                    </a:lnTo>
                    <a:lnTo>
                      <a:pt x="148" y="80"/>
                    </a:lnTo>
                    <a:lnTo>
                      <a:pt x="148" y="80"/>
                    </a:lnTo>
                    <a:lnTo>
                      <a:pt x="144" y="86"/>
                    </a:lnTo>
                    <a:lnTo>
                      <a:pt x="138" y="88"/>
                    </a:lnTo>
                    <a:lnTo>
                      <a:pt x="138" y="88"/>
                    </a:lnTo>
                    <a:close/>
                    <a:moveTo>
                      <a:pt x="78" y="172"/>
                    </a:moveTo>
                    <a:lnTo>
                      <a:pt x="78" y="126"/>
                    </a:lnTo>
                    <a:lnTo>
                      <a:pt x="78" y="126"/>
                    </a:lnTo>
                    <a:lnTo>
                      <a:pt x="70" y="126"/>
                    </a:lnTo>
                    <a:lnTo>
                      <a:pt x="62" y="128"/>
                    </a:lnTo>
                    <a:lnTo>
                      <a:pt x="56" y="132"/>
                    </a:lnTo>
                    <a:lnTo>
                      <a:pt x="50" y="136"/>
                    </a:lnTo>
                    <a:lnTo>
                      <a:pt x="44" y="142"/>
                    </a:lnTo>
                    <a:lnTo>
                      <a:pt x="42" y="150"/>
                    </a:lnTo>
                    <a:lnTo>
                      <a:pt x="40" y="158"/>
                    </a:lnTo>
                    <a:lnTo>
                      <a:pt x="38" y="168"/>
                    </a:lnTo>
                    <a:lnTo>
                      <a:pt x="38" y="168"/>
                    </a:lnTo>
                    <a:lnTo>
                      <a:pt x="40" y="176"/>
                    </a:lnTo>
                    <a:lnTo>
                      <a:pt x="42" y="186"/>
                    </a:lnTo>
                    <a:lnTo>
                      <a:pt x="44" y="194"/>
                    </a:lnTo>
                    <a:lnTo>
                      <a:pt x="50" y="202"/>
                    </a:lnTo>
                    <a:lnTo>
                      <a:pt x="56" y="208"/>
                    </a:lnTo>
                    <a:lnTo>
                      <a:pt x="62" y="212"/>
                    </a:lnTo>
                    <a:lnTo>
                      <a:pt x="70" y="216"/>
                    </a:lnTo>
                    <a:lnTo>
                      <a:pt x="78" y="218"/>
                    </a:lnTo>
                    <a:lnTo>
                      <a:pt x="78" y="218"/>
                    </a:lnTo>
                    <a:lnTo>
                      <a:pt x="84" y="218"/>
                    </a:lnTo>
                    <a:lnTo>
                      <a:pt x="92" y="216"/>
                    </a:lnTo>
                    <a:lnTo>
                      <a:pt x="98" y="212"/>
                    </a:lnTo>
                    <a:lnTo>
                      <a:pt x="104" y="208"/>
                    </a:lnTo>
                    <a:lnTo>
                      <a:pt x="110" y="202"/>
                    </a:lnTo>
                    <a:lnTo>
                      <a:pt x="114" y="194"/>
                    </a:lnTo>
                    <a:lnTo>
                      <a:pt x="116" y="186"/>
                    </a:lnTo>
                    <a:lnTo>
                      <a:pt x="116" y="176"/>
                    </a:lnTo>
                    <a:lnTo>
                      <a:pt x="78" y="172"/>
                    </a:lnTo>
                    <a:close/>
                    <a:moveTo>
                      <a:pt x="128" y="166"/>
                    </a:moveTo>
                    <a:lnTo>
                      <a:pt x="128" y="166"/>
                    </a:lnTo>
                    <a:lnTo>
                      <a:pt x="126" y="156"/>
                    </a:lnTo>
                    <a:lnTo>
                      <a:pt x="124" y="146"/>
                    </a:lnTo>
                    <a:lnTo>
                      <a:pt x="122" y="138"/>
                    </a:lnTo>
                    <a:lnTo>
                      <a:pt x="116" y="132"/>
                    </a:lnTo>
                    <a:lnTo>
                      <a:pt x="110" y="126"/>
                    </a:lnTo>
                    <a:lnTo>
                      <a:pt x="104" y="120"/>
                    </a:lnTo>
                    <a:lnTo>
                      <a:pt x="96" y="116"/>
                    </a:lnTo>
                    <a:lnTo>
                      <a:pt x="88" y="114"/>
                    </a:lnTo>
                    <a:lnTo>
                      <a:pt x="88" y="160"/>
                    </a:lnTo>
                    <a:lnTo>
                      <a:pt x="128" y="16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7565787" y="3405411"/>
              <a:ext cx="612000" cy="612000"/>
              <a:chOff x="10150362" y="4661045"/>
              <a:chExt cx="612000" cy="612000"/>
            </a:xfrm>
          </p:grpSpPr>
          <p:sp>
            <p:nvSpPr>
              <p:cNvPr id="30" name="Oval 29"/>
              <p:cNvSpPr/>
              <p:nvPr/>
            </p:nvSpPr>
            <p:spPr bwMode="ltGray">
              <a:xfrm>
                <a:off x="10150362" y="4661045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31" name="Freeform 4960"/>
              <p:cNvSpPr>
                <a:spLocks noEditPoints="1"/>
              </p:cNvSpPr>
              <p:nvPr/>
            </p:nvSpPr>
            <p:spPr bwMode="auto">
              <a:xfrm>
                <a:off x="10261894" y="4882827"/>
                <a:ext cx="421595" cy="221638"/>
              </a:xfrm>
              <a:custGeom>
                <a:avLst/>
                <a:gdLst>
                  <a:gd name="T0" fmla="*/ 242 w 350"/>
                  <a:gd name="T1" fmla="*/ 32 h 184"/>
                  <a:gd name="T2" fmla="*/ 236 w 350"/>
                  <a:gd name="T3" fmla="*/ 42 h 184"/>
                  <a:gd name="T4" fmla="*/ 78 w 350"/>
                  <a:gd name="T5" fmla="*/ 42 h 184"/>
                  <a:gd name="T6" fmla="*/ 68 w 350"/>
                  <a:gd name="T7" fmla="*/ 36 h 184"/>
                  <a:gd name="T8" fmla="*/ 68 w 350"/>
                  <a:gd name="T9" fmla="*/ 10 h 184"/>
                  <a:gd name="T10" fmla="*/ 74 w 350"/>
                  <a:gd name="T11" fmla="*/ 0 h 184"/>
                  <a:gd name="T12" fmla="*/ 232 w 350"/>
                  <a:gd name="T13" fmla="*/ 0 h 184"/>
                  <a:gd name="T14" fmla="*/ 242 w 350"/>
                  <a:gd name="T15" fmla="*/ 6 h 184"/>
                  <a:gd name="T16" fmla="*/ 34 w 350"/>
                  <a:gd name="T17" fmla="*/ 0 h 184"/>
                  <a:gd name="T18" fmla="*/ 6 w 350"/>
                  <a:gd name="T19" fmla="*/ 0 h 184"/>
                  <a:gd name="T20" fmla="*/ 0 w 350"/>
                  <a:gd name="T21" fmla="*/ 10 h 184"/>
                  <a:gd name="T22" fmla="*/ 0 w 350"/>
                  <a:gd name="T23" fmla="*/ 36 h 184"/>
                  <a:gd name="T24" fmla="*/ 10 w 350"/>
                  <a:gd name="T25" fmla="*/ 42 h 184"/>
                  <a:gd name="T26" fmla="*/ 38 w 350"/>
                  <a:gd name="T27" fmla="*/ 42 h 184"/>
                  <a:gd name="T28" fmla="*/ 44 w 350"/>
                  <a:gd name="T29" fmla="*/ 32 h 184"/>
                  <a:gd name="T30" fmla="*/ 42 w 350"/>
                  <a:gd name="T31" fmla="*/ 6 h 184"/>
                  <a:gd name="T32" fmla="*/ 34 w 350"/>
                  <a:gd name="T33" fmla="*/ 0 h 184"/>
                  <a:gd name="T34" fmla="*/ 174 w 350"/>
                  <a:gd name="T35" fmla="*/ 114 h 184"/>
                  <a:gd name="T36" fmla="*/ 78 w 350"/>
                  <a:gd name="T37" fmla="*/ 70 h 184"/>
                  <a:gd name="T38" fmla="*/ 70 w 350"/>
                  <a:gd name="T39" fmla="*/ 72 h 184"/>
                  <a:gd name="T40" fmla="*/ 68 w 350"/>
                  <a:gd name="T41" fmla="*/ 104 h 184"/>
                  <a:gd name="T42" fmla="*/ 70 w 350"/>
                  <a:gd name="T43" fmla="*/ 110 h 184"/>
                  <a:gd name="T44" fmla="*/ 78 w 350"/>
                  <a:gd name="T45" fmla="*/ 114 h 184"/>
                  <a:gd name="T46" fmla="*/ 10 w 350"/>
                  <a:gd name="T47" fmla="*/ 140 h 184"/>
                  <a:gd name="T48" fmla="*/ 0 w 350"/>
                  <a:gd name="T49" fmla="*/ 146 h 184"/>
                  <a:gd name="T50" fmla="*/ 0 w 350"/>
                  <a:gd name="T51" fmla="*/ 174 h 184"/>
                  <a:gd name="T52" fmla="*/ 6 w 350"/>
                  <a:gd name="T53" fmla="*/ 184 h 184"/>
                  <a:gd name="T54" fmla="*/ 34 w 350"/>
                  <a:gd name="T55" fmla="*/ 184 h 184"/>
                  <a:gd name="T56" fmla="*/ 42 w 350"/>
                  <a:gd name="T57" fmla="*/ 178 h 184"/>
                  <a:gd name="T58" fmla="*/ 44 w 350"/>
                  <a:gd name="T59" fmla="*/ 150 h 184"/>
                  <a:gd name="T60" fmla="*/ 38 w 350"/>
                  <a:gd name="T61" fmla="*/ 142 h 184"/>
                  <a:gd name="T62" fmla="*/ 188 w 350"/>
                  <a:gd name="T63" fmla="*/ 140 h 184"/>
                  <a:gd name="T64" fmla="*/ 74 w 350"/>
                  <a:gd name="T65" fmla="*/ 142 h 184"/>
                  <a:gd name="T66" fmla="*/ 68 w 350"/>
                  <a:gd name="T67" fmla="*/ 150 h 184"/>
                  <a:gd name="T68" fmla="*/ 68 w 350"/>
                  <a:gd name="T69" fmla="*/ 178 h 184"/>
                  <a:gd name="T70" fmla="*/ 78 w 350"/>
                  <a:gd name="T71" fmla="*/ 184 h 184"/>
                  <a:gd name="T72" fmla="*/ 34 w 350"/>
                  <a:gd name="T73" fmla="*/ 70 h 184"/>
                  <a:gd name="T74" fmla="*/ 6 w 350"/>
                  <a:gd name="T75" fmla="*/ 70 h 184"/>
                  <a:gd name="T76" fmla="*/ 0 w 350"/>
                  <a:gd name="T77" fmla="*/ 80 h 184"/>
                  <a:gd name="T78" fmla="*/ 0 w 350"/>
                  <a:gd name="T79" fmla="*/ 108 h 184"/>
                  <a:gd name="T80" fmla="*/ 10 w 350"/>
                  <a:gd name="T81" fmla="*/ 114 h 184"/>
                  <a:gd name="T82" fmla="*/ 38 w 350"/>
                  <a:gd name="T83" fmla="*/ 112 h 184"/>
                  <a:gd name="T84" fmla="*/ 44 w 350"/>
                  <a:gd name="T85" fmla="*/ 104 h 184"/>
                  <a:gd name="T86" fmla="*/ 42 w 350"/>
                  <a:gd name="T87" fmla="*/ 76 h 184"/>
                  <a:gd name="T88" fmla="*/ 34 w 350"/>
                  <a:gd name="T89" fmla="*/ 70 h 184"/>
                  <a:gd name="T90" fmla="*/ 312 w 350"/>
                  <a:gd name="T91" fmla="*/ 0 h 184"/>
                  <a:gd name="T92" fmla="*/ 184 w 350"/>
                  <a:gd name="T93" fmla="*/ 66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50" h="184">
                    <a:moveTo>
                      <a:pt x="242" y="10"/>
                    </a:moveTo>
                    <a:lnTo>
                      <a:pt x="242" y="32"/>
                    </a:lnTo>
                    <a:lnTo>
                      <a:pt x="242" y="32"/>
                    </a:lnTo>
                    <a:lnTo>
                      <a:pt x="242" y="36"/>
                    </a:lnTo>
                    <a:lnTo>
                      <a:pt x="240" y="40"/>
                    </a:lnTo>
                    <a:lnTo>
                      <a:pt x="236" y="42"/>
                    </a:lnTo>
                    <a:lnTo>
                      <a:pt x="232" y="42"/>
                    </a:lnTo>
                    <a:lnTo>
                      <a:pt x="78" y="42"/>
                    </a:lnTo>
                    <a:lnTo>
                      <a:pt x="78" y="42"/>
                    </a:lnTo>
                    <a:lnTo>
                      <a:pt x="74" y="42"/>
                    </a:lnTo>
                    <a:lnTo>
                      <a:pt x="70" y="40"/>
                    </a:lnTo>
                    <a:lnTo>
                      <a:pt x="68" y="36"/>
                    </a:lnTo>
                    <a:lnTo>
                      <a:pt x="68" y="32"/>
                    </a:lnTo>
                    <a:lnTo>
                      <a:pt x="68" y="10"/>
                    </a:lnTo>
                    <a:lnTo>
                      <a:pt x="68" y="10"/>
                    </a:lnTo>
                    <a:lnTo>
                      <a:pt x="68" y="6"/>
                    </a:lnTo>
                    <a:lnTo>
                      <a:pt x="70" y="2"/>
                    </a:lnTo>
                    <a:lnTo>
                      <a:pt x="74" y="0"/>
                    </a:lnTo>
                    <a:lnTo>
                      <a:pt x="78" y="0"/>
                    </a:lnTo>
                    <a:lnTo>
                      <a:pt x="232" y="0"/>
                    </a:lnTo>
                    <a:lnTo>
                      <a:pt x="232" y="0"/>
                    </a:lnTo>
                    <a:lnTo>
                      <a:pt x="236" y="0"/>
                    </a:lnTo>
                    <a:lnTo>
                      <a:pt x="240" y="2"/>
                    </a:lnTo>
                    <a:lnTo>
                      <a:pt x="242" y="6"/>
                    </a:lnTo>
                    <a:lnTo>
                      <a:pt x="242" y="10"/>
                    </a:lnTo>
                    <a:lnTo>
                      <a:pt x="242" y="10"/>
                    </a:lnTo>
                    <a:close/>
                    <a:moveTo>
                      <a:pt x="34" y="0"/>
                    </a:moveTo>
                    <a:lnTo>
                      <a:pt x="10" y="0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32"/>
                    </a:lnTo>
                    <a:lnTo>
                      <a:pt x="0" y="32"/>
                    </a:lnTo>
                    <a:lnTo>
                      <a:pt x="0" y="36"/>
                    </a:lnTo>
                    <a:lnTo>
                      <a:pt x="2" y="40"/>
                    </a:lnTo>
                    <a:lnTo>
                      <a:pt x="6" y="42"/>
                    </a:lnTo>
                    <a:lnTo>
                      <a:pt x="10" y="42"/>
                    </a:lnTo>
                    <a:lnTo>
                      <a:pt x="34" y="42"/>
                    </a:lnTo>
                    <a:lnTo>
                      <a:pt x="34" y="42"/>
                    </a:lnTo>
                    <a:lnTo>
                      <a:pt x="38" y="42"/>
                    </a:lnTo>
                    <a:lnTo>
                      <a:pt x="40" y="40"/>
                    </a:lnTo>
                    <a:lnTo>
                      <a:pt x="42" y="36"/>
                    </a:lnTo>
                    <a:lnTo>
                      <a:pt x="44" y="32"/>
                    </a:lnTo>
                    <a:lnTo>
                      <a:pt x="44" y="10"/>
                    </a:lnTo>
                    <a:lnTo>
                      <a:pt x="44" y="10"/>
                    </a:lnTo>
                    <a:lnTo>
                      <a:pt x="42" y="6"/>
                    </a:lnTo>
                    <a:lnTo>
                      <a:pt x="40" y="2"/>
                    </a:lnTo>
                    <a:lnTo>
                      <a:pt x="38" y="0"/>
                    </a:lnTo>
                    <a:lnTo>
                      <a:pt x="34" y="0"/>
                    </a:lnTo>
                    <a:lnTo>
                      <a:pt x="34" y="0"/>
                    </a:lnTo>
                    <a:close/>
                    <a:moveTo>
                      <a:pt x="78" y="114"/>
                    </a:moveTo>
                    <a:lnTo>
                      <a:pt x="174" y="114"/>
                    </a:lnTo>
                    <a:lnTo>
                      <a:pt x="156" y="80"/>
                    </a:lnTo>
                    <a:lnTo>
                      <a:pt x="150" y="70"/>
                    </a:lnTo>
                    <a:lnTo>
                      <a:pt x="78" y="70"/>
                    </a:lnTo>
                    <a:lnTo>
                      <a:pt x="78" y="70"/>
                    </a:lnTo>
                    <a:lnTo>
                      <a:pt x="74" y="70"/>
                    </a:lnTo>
                    <a:lnTo>
                      <a:pt x="70" y="72"/>
                    </a:lnTo>
                    <a:lnTo>
                      <a:pt x="68" y="76"/>
                    </a:lnTo>
                    <a:lnTo>
                      <a:pt x="68" y="80"/>
                    </a:lnTo>
                    <a:lnTo>
                      <a:pt x="68" y="104"/>
                    </a:lnTo>
                    <a:lnTo>
                      <a:pt x="68" y="104"/>
                    </a:lnTo>
                    <a:lnTo>
                      <a:pt x="68" y="108"/>
                    </a:lnTo>
                    <a:lnTo>
                      <a:pt x="70" y="110"/>
                    </a:lnTo>
                    <a:lnTo>
                      <a:pt x="74" y="112"/>
                    </a:lnTo>
                    <a:lnTo>
                      <a:pt x="78" y="114"/>
                    </a:lnTo>
                    <a:lnTo>
                      <a:pt x="78" y="114"/>
                    </a:lnTo>
                    <a:close/>
                    <a:moveTo>
                      <a:pt x="34" y="140"/>
                    </a:moveTo>
                    <a:lnTo>
                      <a:pt x="10" y="140"/>
                    </a:lnTo>
                    <a:lnTo>
                      <a:pt x="10" y="140"/>
                    </a:lnTo>
                    <a:lnTo>
                      <a:pt x="6" y="142"/>
                    </a:lnTo>
                    <a:lnTo>
                      <a:pt x="2" y="144"/>
                    </a:lnTo>
                    <a:lnTo>
                      <a:pt x="0" y="146"/>
                    </a:lnTo>
                    <a:lnTo>
                      <a:pt x="0" y="150"/>
                    </a:lnTo>
                    <a:lnTo>
                      <a:pt x="0" y="174"/>
                    </a:lnTo>
                    <a:lnTo>
                      <a:pt x="0" y="174"/>
                    </a:lnTo>
                    <a:lnTo>
                      <a:pt x="0" y="178"/>
                    </a:lnTo>
                    <a:lnTo>
                      <a:pt x="2" y="182"/>
                    </a:lnTo>
                    <a:lnTo>
                      <a:pt x="6" y="184"/>
                    </a:lnTo>
                    <a:lnTo>
                      <a:pt x="10" y="184"/>
                    </a:lnTo>
                    <a:lnTo>
                      <a:pt x="34" y="184"/>
                    </a:lnTo>
                    <a:lnTo>
                      <a:pt x="34" y="184"/>
                    </a:lnTo>
                    <a:lnTo>
                      <a:pt x="38" y="184"/>
                    </a:lnTo>
                    <a:lnTo>
                      <a:pt x="40" y="182"/>
                    </a:lnTo>
                    <a:lnTo>
                      <a:pt x="42" y="178"/>
                    </a:lnTo>
                    <a:lnTo>
                      <a:pt x="44" y="174"/>
                    </a:lnTo>
                    <a:lnTo>
                      <a:pt x="44" y="150"/>
                    </a:lnTo>
                    <a:lnTo>
                      <a:pt x="44" y="150"/>
                    </a:lnTo>
                    <a:lnTo>
                      <a:pt x="42" y="146"/>
                    </a:lnTo>
                    <a:lnTo>
                      <a:pt x="40" y="144"/>
                    </a:lnTo>
                    <a:lnTo>
                      <a:pt x="38" y="142"/>
                    </a:lnTo>
                    <a:lnTo>
                      <a:pt x="34" y="140"/>
                    </a:lnTo>
                    <a:lnTo>
                      <a:pt x="34" y="140"/>
                    </a:lnTo>
                    <a:close/>
                    <a:moveTo>
                      <a:pt x="188" y="140"/>
                    </a:moveTo>
                    <a:lnTo>
                      <a:pt x="78" y="140"/>
                    </a:lnTo>
                    <a:lnTo>
                      <a:pt x="78" y="140"/>
                    </a:lnTo>
                    <a:lnTo>
                      <a:pt x="74" y="142"/>
                    </a:lnTo>
                    <a:lnTo>
                      <a:pt x="70" y="144"/>
                    </a:lnTo>
                    <a:lnTo>
                      <a:pt x="68" y="146"/>
                    </a:lnTo>
                    <a:lnTo>
                      <a:pt x="68" y="150"/>
                    </a:lnTo>
                    <a:lnTo>
                      <a:pt x="68" y="174"/>
                    </a:lnTo>
                    <a:lnTo>
                      <a:pt x="68" y="174"/>
                    </a:lnTo>
                    <a:lnTo>
                      <a:pt x="68" y="178"/>
                    </a:lnTo>
                    <a:lnTo>
                      <a:pt x="70" y="182"/>
                    </a:lnTo>
                    <a:lnTo>
                      <a:pt x="74" y="184"/>
                    </a:lnTo>
                    <a:lnTo>
                      <a:pt x="78" y="184"/>
                    </a:lnTo>
                    <a:lnTo>
                      <a:pt x="212" y="184"/>
                    </a:lnTo>
                    <a:lnTo>
                      <a:pt x="188" y="140"/>
                    </a:lnTo>
                    <a:close/>
                    <a:moveTo>
                      <a:pt x="34" y="70"/>
                    </a:moveTo>
                    <a:lnTo>
                      <a:pt x="10" y="70"/>
                    </a:lnTo>
                    <a:lnTo>
                      <a:pt x="10" y="70"/>
                    </a:lnTo>
                    <a:lnTo>
                      <a:pt x="6" y="70"/>
                    </a:lnTo>
                    <a:lnTo>
                      <a:pt x="2" y="72"/>
                    </a:lnTo>
                    <a:lnTo>
                      <a:pt x="0" y="76"/>
                    </a:lnTo>
                    <a:lnTo>
                      <a:pt x="0" y="80"/>
                    </a:lnTo>
                    <a:lnTo>
                      <a:pt x="0" y="104"/>
                    </a:lnTo>
                    <a:lnTo>
                      <a:pt x="0" y="104"/>
                    </a:lnTo>
                    <a:lnTo>
                      <a:pt x="0" y="108"/>
                    </a:lnTo>
                    <a:lnTo>
                      <a:pt x="2" y="110"/>
                    </a:lnTo>
                    <a:lnTo>
                      <a:pt x="6" y="112"/>
                    </a:lnTo>
                    <a:lnTo>
                      <a:pt x="10" y="114"/>
                    </a:lnTo>
                    <a:lnTo>
                      <a:pt x="34" y="114"/>
                    </a:lnTo>
                    <a:lnTo>
                      <a:pt x="34" y="114"/>
                    </a:lnTo>
                    <a:lnTo>
                      <a:pt x="38" y="112"/>
                    </a:lnTo>
                    <a:lnTo>
                      <a:pt x="40" y="110"/>
                    </a:lnTo>
                    <a:lnTo>
                      <a:pt x="42" y="108"/>
                    </a:lnTo>
                    <a:lnTo>
                      <a:pt x="44" y="104"/>
                    </a:lnTo>
                    <a:lnTo>
                      <a:pt x="44" y="80"/>
                    </a:lnTo>
                    <a:lnTo>
                      <a:pt x="44" y="80"/>
                    </a:lnTo>
                    <a:lnTo>
                      <a:pt x="42" y="76"/>
                    </a:lnTo>
                    <a:lnTo>
                      <a:pt x="40" y="72"/>
                    </a:lnTo>
                    <a:lnTo>
                      <a:pt x="38" y="70"/>
                    </a:lnTo>
                    <a:lnTo>
                      <a:pt x="34" y="70"/>
                    </a:lnTo>
                    <a:lnTo>
                      <a:pt x="34" y="70"/>
                    </a:lnTo>
                    <a:close/>
                    <a:moveTo>
                      <a:pt x="350" y="0"/>
                    </a:moveTo>
                    <a:lnTo>
                      <a:pt x="312" y="0"/>
                    </a:lnTo>
                    <a:lnTo>
                      <a:pt x="248" y="116"/>
                    </a:lnTo>
                    <a:lnTo>
                      <a:pt x="220" y="66"/>
                    </a:lnTo>
                    <a:lnTo>
                      <a:pt x="184" y="66"/>
                    </a:lnTo>
                    <a:lnTo>
                      <a:pt x="248" y="184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7582115" y="5005708"/>
              <a:ext cx="612000" cy="612000"/>
              <a:chOff x="6677077" y="8309972"/>
              <a:chExt cx="612000" cy="612000"/>
            </a:xfrm>
          </p:grpSpPr>
          <p:sp>
            <p:nvSpPr>
              <p:cNvPr id="33" name="Oval 32"/>
              <p:cNvSpPr/>
              <p:nvPr/>
            </p:nvSpPr>
            <p:spPr bwMode="ltGray">
              <a:xfrm>
                <a:off x="6677077" y="8309972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34" name="Freeform 4979"/>
              <p:cNvSpPr>
                <a:spLocks noEditPoints="1"/>
              </p:cNvSpPr>
              <p:nvPr/>
            </p:nvSpPr>
            <p:spPr bwMode="auto">
              <a:xfrm>
                <a:off x="6760235" y="8469991"/>
                <a:ext cx="445685" cy="366185"/>
              </a:xfrm>
              <a:custGeom>
                <a:avLst/>
                <a:gdLst>
                  <a:gd name="T0" fmla="*/ 10 w 370"/>
                  <a:gd name="T1" fmla="*/ 28 h 304"/>
                  <a:gd name="T2" fmla="*/ 2 w 370"/>
                  <a:gd name="T3" fmla="*/ 4 h 304"/>
                  <a:gd name="T4" fmla="*/ 12 w 370"/>
                  <a:gd name="T5" fmla="*/ 2 h 304"/>
                  <a:gd name="T6" fmla="*/ 18 w 370"/>
                  <a:gd name="T7" fmla="*/ 10 h 304"/>
                  <a:gd name="T8" fmla="*/ 366 w 370"/>
                  <a:gd name="T9" fmla="*/ 170 h 304"/>
                  <a:gd name="T10" fmla="*/ 336 w 370"/>
                  <a:gd name="T11" fmla="*/ 186 h 304"/>
                  <a:gd name="T12" fmla="*/ 300 w 370"/>
                  <a:gd name="T13" fmla="*/ 234 h 304"/>
                  <a:gd name="T14" fmla="*/ 292 w 370"/>
                  <a:gd name="T15" fmla="*/ 282 h 304"/>
                  <a:gd name="T16" fmla="*/ 252 w 370"/>
                  <a:gd name="T17" fmla="*/ 304 h 304"/>
                  <a:gd name="T18" fmla="*/ 240 w 370"/>
                  <a:gd name="T19" fmla="*/ 302 h 304"/>
                  <a:gd name="T20" fmla="*/ 134 w 370"/>
                  <a:gd name="T21" fmla="*/ 256 h 304"/>
                  <a:gd name="T22" fmla="*/ 114 w 370"/>
                  <a:gd name="T23" fmla="*/ 304 h 304"/>
                  <a:gd name="T24" fmla="*/ 72 w 370"/>
                  <a:gd name="T25" fmla="*/ 292 h 304"/>
                  <a:gd name="T26" fmla="*/ 78 w 370"/>
                  <a:gd name="T27" fmla="*/ 246 h 304"/>
                  <a:gd name="T28" fmla="*/ 30 w 370"/>
                  <a:gd name="T29" fmla="*/ 206 h 304"/>
                  <a:gd name="T30" fmla="*/ 12 w 370"/>
                  <a:gd name="T31" fmla="*/ 144 h 304"/>
                  <a:gd name="T32" fmla="*/ 32 w 370"/>
                  <a:gd name="T33" fmla="*/ 82 h 304"/>
                  <a:gd name="T34" fmla="*/ 28 w 370"/>
                  <a:gd name="T35" fmla="*/ 78 h 304"/>
                  <a:gd name="T36" fmla="*/ 24 w 370"/>
                  <a:gd name="T37" fmla="*/ 72 h 304"/>
                  <a:gd name="T38" fmla="*/ 18 w 370"/>
                  <a:gd name="T39" fmla="*/ 28 h 304"/>
                  <a:gd name="T40" fmla="*/ 48 w 370"/>
                  <a:gd name="T41" fmla="*/ 0 h 304"/>
                  <a:gd name="T42" fmla="*/ 64 w 370"/>
                  <a:gd name="T43" fmla="*/ 4 h 304"/>
                  <a:gd name="T44" fmla="*/ 74 w 370"/>
                  <a:gd name="T45" fmla="*/ 28 h 304"/>
                  <a:gd name="T46" fmla="*/ 50 w 370"/>
                  <a:gd name="T47" fmla="*/ 48 h 304"/>
                  <a:gd name="T48" fmla="*/ 40 w 370"/>
                  <a:gd name="T49" fmla="*/ 40 h 304"/>
                  <a:gd name="T50" fmla="*/ 48 w 370"/>
                  <a:gd name="T51" fmla="*/ 32 h 304"/>
                  <a:gd name="T52" fmla="*/ 58 w 370"/>
                  <a:gd name="T53" fmla="*/ 22 h 304"/>
                  <a:gd name="T54" fmla="*/ 50 w 370"/>
                  <a:gd name="T55" fmla="*/ 16 h 304"/>
                  <a:gd name="T56" fmla="*/ 32 w 370"/>
                  <a:gd name="T57" fmla="*/ 34 h 304"/>
                  <a:gd name="T58" fmla="*/ 40 w 370"/>
                  <a:gd name="T59" fmla="*/ 68 h 304"/>
                  <a:gd name="T60" fmla="*/ 68 w 370"/>
                  <a:gd name="T61" fmla="*/ 48 h 304"/>
                  <a:gd name="T62" fmla="*/ 126 w 370"/>
                  <a:gd name="T63" fmla="*/ 32 h 304"/>
                  <a:gd name="T64" fmla="*/ 242 w 370"/>
                  <a:gd name="T65" fmla="*/ 32 h 304"/>
                  <a:gd name="T66" fmla="*/ 252 w 370"/>
                  <a:gd name="T67" fmla="*/ 14 h 304"/>
                  <a:gd name="T68" fmla="*/ 294 w 370"/>
                  <a:gd name="T69" fmla="*/ 0 h 304"/>
                  <a:gd name="T70" fmla="*/ 320 w 370"/>
                  <a:gd name="T71" fmla="*/ 76 h 304"/>
                  <a:gd name="T72" fmla="*/ 360 w 370"/>
                  <a:gd name="T73" fmla="*/ 116 h 304"/>
                  <a:gd name="T74" fmla="*/ 212 w 370"/>
                  <a:gd name="T75" fmla="*/ 226 h 304"/>
                  <a:gd name="T76" fmla="*/ 204 w 370"/>
                  <a:gd name="T77" fmla="*/ 218 h 304"/>
                  <a:gd name="T78" fmla="*/ 86 w 370"/>
                  <a:gd name="T79" fmla="*/ 206 h 304"/>
                  <a:gd name="T80" fmla="*/ 54 w 370"/>
                  <a:gd name="T81" fmla="*/ 146 h 304"/>
                  <a:gd name="T82" fmla="*/ 46 w 370"/>
                  <a:gd name="T83" fmla="*/ 138 h 304"/>
                  <a:gd name="T84" fmla="*/ 38 w 370"/>
                  <a:gd name="T85" fmla="*/ 146 h 304"/>
                  <a:gd name="T86" fmla="*/ 64 w 370"/>
                  <a:gd name="T87" fmla="*/ 208 h 304"/>
                  <a:gd name="T88" fmla="*/ 204 w 370"/>
                  <a:gd name="T89" fmla="*/ 234 h 304"/>
                  <a:gd name="T90" fmla="*/ 212 w 370"/>
                  <a:gd name="T91" fmla="*/ 226 h 304"/>
                  <a:gd name="T92" fmla="*/ 216 w 370"/>
                  <a:gd name="T93" fmla="*/ 58 h 304"/>
                  <a:gd name="T94" fmla="*/ 144 w 370"/>
                  <a:gd name="T95" fmla="*/ 56 h 304"/>
                  <a:gd name="T96" fmla="*/ 138 w 370"/>
                  <a:gd name="T97" fmla="*/ 70 h 304"/>
                  <a:gd name="T98" fmla="*/ 210 w 370"/>
                  <a:gd name="T99" fmla="*/ 76 h 304"/>
                  <a:gd name="T100" fmla="*/ 220 w 370"/>
                  <a:gd name="T101" fmla="*/ 66 h 304"/>
                  <a:gd name="T102" fmla="*/ 296 w 370"/>
                  <a:gd name="T103" fmla="*/ 94 h 304"/>
                  <a:gd name="T104" fmla="*/ 280 w 370"/>
                  <a:gd name="T105" fmla="*/ 102 h 304"/>
                  <a:gd name="T106" fmla="*/ 286 w 370"/>
                  <a:gd name="T107" fmla="*/ 118 h 304"/>
                  <a:gd name="T108" fmla="*/ 304 w 370"/>
                  <a:gd name="T109" fmla="*/ 112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70" h="304">
                    <a:moveTo>
                      <a:pt x="18" y="10"/>
                    </a:moveTo>
                    <a:lnTo>
                      <a:pt x="18" y="10"/>
                    </a:lnTo>
                    <a:lnTo>
                      <a:pt x="12" y="18"/>
                    </a:lnTo>
                    <a:lnTo>
                      <a:pt x="10" y="28"/>
                    </a:lnTo>
                    <a:lnTo>
                      <a:pt x="10" y="28"/>
                    </a:lnTo>
                    <a:lnTo>
                      <a:pt x="4" y="2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10" y="0"/>
                    </a:lnTo>
                    <a:lnTo>
                      <a:pt x="12" y="2"/>
                    </a:lnTo>
                    <a:lnTo>
                      <a:pt x="14" y="4"/>
                    </a:lnTo>
                    <a:lnTo>
                      <a:pt x="16" y="6"/>
                    </a:lnTo>
                    <a:lnTo>
                      <a:pt x="16" y="6"/>
                    </a:lnTo>
                    <a:lnTo>
                      <a:pt x="18" y="10"/>
                    </a:lnTo>
                    <a:lnTo>
                      <a:pt x="18" y="10"/>
                    </a:lnTo>
                    <a:close/>
                    <a:moveTo>
                      <a:pt x="370" y="130"/>
                    </a:moveTo>
                    <a:lnTo>
                      <a:pt x="370" y="158"/>
                    </a:lnTo>
                    <a:lnTo>
                      <a:pt x="370" y="158"/>
                    </a:lnTo>
                    <a:lnTo>
                      <a:pt x="368" y="164"/>
                    </a:lnTo>
                    <a:lnTo>
                      <a:pt x="366" y="170"/>
                    </a:lnTo>
                    <a:lnTo>
                      <a:pt x="360" y="174"/>
                    </a:lnTo>
                    <a:lnTo>
                      <a:pt x="354" y="174"/>
                    </a:lnTo>
                    <a:lnTo>
                      <a:pt x="340" y="174"/>
                    </a:lnTo>
                    <a:lnTo>
                      <a:pt x="340" y="174"/>
                    </a:lnTo>
                    <a:lnTo>
                      <a:pt x="336" y="186"/>
                    </a:lnTo>
                    <a:lnTo>
                      <a:pt x="332" y="198"/>
                    </a:lnTo>
                    <a:lnTo>
                      <a:pt x="324" y="208"/>
                    </a:lnTo>
                    <a:lnTo>
                      <a:pt x="318" y="216"/>
                    </a:lnTo>
                    <a:lnTo>
                      <a:pt x="310" y="226"/>
                    </a:lnTo>
                    <a:lnTo>
                      <a:pt x="300" y="234"/>
                    </a:lnTo>
                    <a:lnTo>
                      <a:pt x="290" y="240"/>
                    </a:lnTo>
                    <a:lnTo>
                      <a:pt x="280" y="246"/>
                    </a:lnTo>
                    <a:lnTo>
                      <a:pt x="292" y="278"/>
                    </a:lnTo>
                    <a:lnTo>
                      <a:pt x="292" y="278"/>
                    </a:lnTo>
                    <a:lnTo>
                      <a:pt x="292" y="282"/>
                    </a:lnTo>
                    <a:lnTo>
                      <a:pt x="292" y="286"/>
                    </a:lnTo>
                    <a:lnTo>
                      <a:pt x="290" y="290"/>
                    </a:lnTo>
                    <a:lnTo>
                      <a:pt x="286" y="292"/>
                    </a:lnTo>
                    <a:lnTo>
                      <a:pt x="252" y="304"/>
                    </a:lnTo>
                    <a:lnTo>
                      <a:pt x="252" y="304"/>
                    </a:lnTo>
                    <a:lnTo>
                      <a:pt x="248" y="304"/>
                    </a:lnTo>
                    <a:lnTo>
                      <a:pt x="248" y="304"/>
                    </a:lnTo>
                    <a:lnTo>
                      <a:pt x="244" y="304"/>
                    </a:lnTo>
                    <a:lnTo>
                      <a:pt x="244" y="304"/>
                    </a:lnTo>
                    <a:lnTo>
                      <a:pt x="240" y="302"/>
                    </a:lnTo>
                    <a:lnTo>
                      <a:pt x="238" y="298"/>
                    </a:lnTo>
                    <a:lnTo>
                      <a:pt x="224" y="256"/>
                    </a:lnTo>
                    <a:lnTo>
                      <a:pt x="194" y="256"/>
                    </a:lnTo>
                    <a:lnTo>
                      <a:pt x="162" y="256"/>
                    </a:lnTo>
                    <a:lnTo>
                      <a:pt x="134" y="256"/>
                    </a:lnTo>
                    <a:lnTo>
                      <a:pt x="120" y="298"/>
                    </a:lnTo>
                    <a:lnTo>
                      <a:pt x="120" y="298"/>
                    </a:lnTo>
                    <a:lnTo>
                      <a:pt x="118" y="302"/>
                    </a:lnTo>
                    <a:lnTo>
                      <a:pt x="114" y="304"/>
                    </a:lnTo>
                    <a:lnTo>
                      <a:pt x="114" y="304"/>
                    </a:lnTo>
                    <a:lnTo>
                      <a:pt x="110" y="304"/>
                    </a:lnTo>
                    <a:lnTo>
                      <a:pt x="110" y="304"/>
                    </a:lnTo>
                    <a:lnTo>
                      <a:pt x="106" y="304"/>
                    </a:lnTo>
                    <a:lnTo>
                      <a:pt x="72" y="292"/>
                    </a:lnTo>
                    <a:lnTo>
                      <a:pt x="72" y="292"/>
                    </a:lnTo>
                    <a:lnTo>
                      <a:pt x="68" y="290"/>
                    </a:lnTo>
                    <a:lnTo>
                      <a:pt x="66" y="286"/>
                    </a:lnTo>
                    <a:lnTo>
                      <a:pt x="64" y="282"/>
                    </a:lnTo>
                    <a:lnTo>
                      <a:pt x="66" y="278"/>
                    </a:lnTo>
                    <a:lnTo>
                      <a:pt x="78" y="246"/>
                    </a:lnTo>
                    <a:lnTo>
                      <a:pt x="78" y="246"/>
                    </a:lnTo>
                    <a:lnTo>
                      <a:pt x="64" y="238"/>
                    </a:lnTo>
                    <a:lnTo>
                      <a:pt x="52" y="228"/>
                    </a:lnTo>
                    <a:lnTo>
                      <a:pt x="40" y="218"/>
                    </a:lnTo>
                    <a:lnTo>
                      <a:pt x="30" y="206"/>
                    </a:lnTo>
                    <a:lnTo>
                      <a:pt x="24" y="192"/>
                    </a:lnTo>
                    <a:lnTo>
                      <a:pt x="18" y="176"/>
                    </a:lnTo>
                    <a:lnTo>
                      <a:pt x="14" y="160"/>
                    </a:lnTo>
                    <a:lnTo>
                      <a:pt x="12" y="144"/>
                    </a:lnTo>
                    <a:lnTo>
                      <a:pt x="12" y="144"/>
                    </a:lnTo>
                    <a:lnTo>
                      <a:pt x="14" y="128"/>
                    </a:lnTo>
                    <a:lnTo>
                      <a:pt x="18" y="112"/>
                    </a:lnTo>
                    <a:lnTo>
                      <a:pt x="24" y="96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32" y="82"/>
                    </a:lnTo>
                    <a:lnTo>
                      <a:pt x="28" y="78"/>
                    </a:lnTo>
                    <a:lnTo>
                      <a:pt x="28" y="78"/>
                    </a:lnTo>
                    <a:lnTo>
                      <a:pt x="28" y="78"/>
                    </a:lnTo>
                    <a:lnTo>
                      <a:pt x="28" y="78"/>
                    </a:lnTo>
                    <a:lnTo>
                      <a:pt x="24" y="72"/>
                    </a:lnTo>
                    <a:lnTo>
                      <a:pt x="24" y="72"/>
                    </a:lnTo>
                    <a:lnTo>
                      <a:pt x="24" y="72"/>
                    </a:lnTo>
                    <a:lnTo>
                      <a:pt x="24" y="72"/>
                    </a:lnTo>
                    <a:lnTo>
                      <a:pt x="18" y="56"/>
                    </a:lnTo>
                    <a:lnTo>
                      <a:pt x="16" y="48"/>
                    </a:lnTo>
                    <a:lnTo>
                      <a:pt x="16" y="38"/>
                    </a:lnTo>
                    <a:lnTo>
                      <a:pt x="16" y="38"/>
                    </a:lnTo>
                    <a:lnTo>
                      <a:pt x="18" y="28"/>
                    </a:lnTo>
                    <a:lnTo>
                      <a:pt x="22" y="18"/>
                    </a:lnTo>
                    <a:lnTo>
                      <a:pt x="30" y="10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48" y="0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60" y="2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70" y="10"/>
                    </a:lnTo>
                    <a:lnTo>
                      <a:pt x="72" y="16"/>
                    </a:lnTo>
                    <a:lnTo>
                      <a:pt x="74" y="22"/>
                    </a:lnTo>
                    <a:lnTo>
                      <a:pt x="74" y="28"/>
                    </a:lnTo>
                    <a:lnTo>
                      <a:pt x="74" y="28"/>
                    </a:lnTo>
                    <a:lnTo>
                      <a:pt x="70" y="36"/>
                    </a:lnTo>
                    <a:lnTo>
                      <a:pt x="64" y="42"/>
                    </a:lnTo>
                    <a:lnTo>
                      <a:pt x="58" y="46"/>
                    </a:lnTo>
                    <a:lnTo>
                      <a:pt x="50" y="48"/>
                    </a:lnTo>
                    <a:lnTo>
                      <a:pt x="50" y="48"/>
                    </a:lnTo>
                    <a:lnTo>
                      <a:pt x="40" y="46"/>
                    </a:lnTo>
                    <a:lnTo>
                      <a:pt x="40" y="46"/>
                    </a:lnTo>
                    <a:lnTo>
                      <a:pt x="40" y="40"/>
                    </a:lnTo>
                    <a:lnTo>
                      <a:pt x="40" y="40"/>
                    </a:lnTo>
                    <a:lnTo>
                      <a:pt x="40" y="36"/>
                    </a:lnTo>
                    <a:lnTo>
                      <a:pt x="42" y="30"/>
                    </a:lnTo>
                    <a:lnTo>
                      <a:pt x="42" y="30"/>
                    </a:lnTo>
                    <a:lnTo>
                      <a:pt x="48" y="32"/>
                    </a:lnTo>
                    <a:lnTo>
                      <a:pt x="48" y="32"/>
                    </a:lnTo>
                    <a:lnTo>
                      <a:pt x="52" y="30"/>
                    </a:lnTo>
                    <a:lnTo>
                      <a:pt x="56" y="28"/>
                    </a:lnTo>
                    <a:lnTo>
                      <a:pt x="58" y="24"/>
                    </a:lnTo>
                    <a:lnTo>
                      <a:pt x="58" y="24"/>
                    </a:lnTo>
                    <a:lnTo>
                      <a:pt x="58" y="22"/>
                    </a:lnTo>
                    <a:lnTo>
                      <a:pt x="56" y="18"/>
                    </a:lnTo>
                    <a:lnTo>
                      <a:pt x="56" y="18"/>
                    </a:lnTo>
                    <a:lnTo>
                      <a:pt x="56" y="18"/>
                    </a:lnTo>
                    <a:lnTo>
                      <a:pt x="56" y="18"/>
                    </a:lnTo>
                    <a:lnTo>
                      <a:pt x="50" y="16"/>
                    </a:lnTo>
                    <a:lnTo>
                      <a:pt x="46" y="18"/>
                    </a:lnTo>
                    <a:lnTo>
                      <a:pt x="46" y="18"/>
                    </a:lnTo>
                    <a:lnTo>
                      <a:pt x="40" y="22"/>
                    </a:lnTo>
                    <a:lnTo>
                      <a:pt x="36" y="26"/>
                    </a:lnTo>
                    <a:lnTo>
                      <a:pt x="32" y="34"/>
                    </a:lnTo>
                    <a:lnTo>
                      <a:pt x="32" y="40"/>
                    </a:lnTo>
                    <a:lnTo>
                      <a:pt x="32" y="40"/>
                    </a:lnTo>
                    <a:lnTo>
                      <a:pt x="32" y="48"/>
                    </a:lnTo>
                    <a:lnTo>
                      <a:pt x="34" y="54"/>
                    </a:lnTo>
                    <a:lnTo>
                      <a:pt x="40" y="68"/>
                    </a:lnTo>
                    <a:lnTo>
                      <a:pt x="40" y="68"/>
                    </a:lnTo>
                    <a:lnTo>
                      <a:pt x="42" y="70"/>
                    </a:lnTo>
                    <a:lnTo>
                      <a:pt x="42" y="70"/>
                    </a:lnTo>
                    <a:lnTo>
                      <a:pt x="58" y="54"/>
                    </a:lnTo>
                    <a:lnTo>
                      <a:pt x="68" y="48"/>
                    </a:lnTo>
                    <a:lnTo>
                      <a:pt x="78" y="42"/>
                    </a:lnTo>
                    <a:lnTo>
                      <a:pt x="90" y="38"/>
                    </a:lnTo>
                    <a:lnTo>
                      <a:pt x="102" y="34"/>
                    </a:lnTo>
                    <a:lnTo>
                      <a:pt x="112" y="32"/>
                    </a:lnTo>
                    <a:lnTo>
                      <a:pt x="126" y="32"/>
                    </a:lnTo>
                    <a:lnTo>
                      <a:pt x="162" y="32"/>
                    </a:lnTo>
                    <a:lnTo>
                      <a:pt x="194" y="32"/>
                    </a:lnTo>
                    <a:lnTo>
                      <a:pt x="232" y="32"/>
                    </a:lnTo>
                    <a:lnTo>
                      <a:pt x="232" y="32"/>
                    </a:lnTo>
                    <a:lnTo>
                      <a:pt x="242" y="32"/>
                    </a:lnTo>
                    <a:lnTo>
                      <a:pt x="242" y="32"/>
                    </a:lnTo>
                    <a:lnTo>
                      <a:pt x="242" y="32"/>
                    </a:lnTo>
                    <a:lnTo>
                      <a:pt x="242" y="32"/>
                    </a:lnTo>
                    <a:lnTo>
                      <a:pt x="246" y="22"/>
                    </a:lnTo>
                    <a:lnTo>
                      <a:pt x="252" y="14"/>
                    </a:lnTo>
                    <a:lnTo>
                      <a:pt x="260" y="8"/>
                    </a:lnTo>
                    <a:lnTo>
                      <a:pt x="268" y="4"/>
                    </a:lnTo>
                    <a:lnTo>
                      <a:pt x="276" y="2"/>
                    </a:lnTo>
                    <a:lnTo>
                      <a:pt x="286" y="0"/>
                    </a:lnTo>
                    <a:lnTo>
                      <a:pt x="294" y="0"/>
                    </a:lnTo>
                    <a:lnTo>
                      <a:pt x="304" y="2"/>
                    </a:lnTo>
                    <a:lnTo>
                      <a:pt x="288" y="48"/>
                    </a:lnTo>
                    <a:lnTo>
                      <a:pt x="288" y="48"/>
                    </a:lnTo>
                    <a:lnTo>
                      <a:pt x="306" y="60"/>
                    </a:lnTo>
                    <a:lnTo>
                      <a:pt x="320" y="76"/>
                    </a:lnTo>
                    <a:lnTo>
                      <a:pt x="332" y="94"/>
                    </a:lnTo>
                    <a:lnTo>
                      <a:pt x="340" y="114"/>
                    </a:lnTo>
                    <a:lnTo>
                      <a:pt x="354" y="114"/>
                    </a:lnTo>
                    <a:lnTo>
                      <a:pt x="354" y="114"/>
                    </a:lnTo>
                    <a:lnTo>
                      <a:pt x="360" y="116"/>
                    </a:lnTo>
                    <a:lnTo>
                      <a:pt x="366" y="118"/>
                    </a:lnTo>
                    <a:lnTo>
                      <a:pt x="368" y="124"/>
                    </a:lnTo>
                    <a:lnTo>
                      <a:pt x="370" y="130"/>
                    </a:lnTo>
                    <a:lnTo>
                      <a:pt x="370" y="130"/>
                    </a:lnTo>
                    <a:close/>
                    <a:moveTo>
                      <a:pt x="212" y="226"/>
                    </a:moveTo>
                    <a:lnTo>
                      <a:pt x="212" y="226"/>
                    </a:lnTo>
                    <a:lnTo>
                      <a:pt x="210" y="222"/>
                    </a:lnTo>
                    <a:lnTo>
                      <a:pt x="208" y="220"/>
                    </a:lnTo>
                    <a:lnTo>
                      <a:pt x="206" y="218"/>
                    </a:lnTo>
                    <a:lnTo>
                      <a:pt x="204" y="218"/>
                    </a:lnTo>
                    <a:lnTo>
                      <a:pt x="126" y="218"/>
                    </a:lnTo>
                    <a:lnTo>
                      <a:pt x="126" y="218"/>
                    </a:lnTo>
                    <a:lnTo>
                      <a:pt x="112" y="216"/>
                    </a:lnTo>
                    <a:lnTo>
                      <a:pt x="98" y="212"/>
                    </a:lnTo>
                    <a:lnTo>
                      <a:pt x="86" y="206"/>
                    </a:lnTo>
                    <a:lnTo>
                      <a:pt x="74" y="196"/>
                    </a:lnTo>
                    <a:lnTo>
                      <a:pt x="66" y="186"/>
                    </a:lnTo>
                    <a:lnTo>
                      <a:pt x="58" y="174"/>
                    </a:lnTo>
                    <a:lnTo>
                      <a:pt x="54" y="160"/>
                    </a:lnTo>
                    <a:lnTo>
                      <a:pt x="54" y="146"/>
                    </a:lnTo>
                    <a:lnTo>
                      <a:pt x="54" y="146"/>
                    </a:lnTo>
                    <a:lnTo>
                      <a:pt x="52" y="142"/>
                    </a:lnTo>
                    <a:lnTo>
                      <a:pt x="50" y="140"/>
                    </a:lnTo>
                    <a:lnTo>
                      <a:pt x="48" y="138"/>
                    </a:lnTo>
                    <a:lnTo>
                      <a:pt x="46" y="138"/>
                    </a:lnTo>
                    <a:lnTo>
                      <a:pt x="46" y="138"/>
                    </a:lnTo>
                    <a:lnTo>
                      <a:pt x="42" y="138"/>
                    </a:lnTo>
                    <a:lnTo>
                      <a:pt x="40" y="140"/>
                    </a:lnTo>
                    <a:lnTo>
                      <a:pt x="38" y="142"/>
                    </a:lnTo>
                    <a:lnTo>
                      <a:pt x="38" y="146"/>
                    </a:lnTo>
                    <a:lnTo>
                      <a:pt x="38" y="146"/>
                    </a:lnTo>
                    <a:lnTo>
                      <a:pt x="40" y="164"/>
                    </a:lnTo>
                    <a:lnTo>
                      <a:pt x="44" y="180"/>
                    </a:lnTo>
                    <a:lnTo>
                      <a:pt x="52" y="194"/>
                    </a:lnTo>
                    <a:lnTo>
                      <a:pt x="64" y="208"/>
                    </a:lnTo>
                    <a:lnTo>
                      <a:pt x="76" y="218"/>
                    </a:lnTo>
                    <a:lnTo>
                      <a:pt x="92" y="226"/>
                    </a:lnTo>
                    <a:lnTo>
                      <a:pt x="108" y="232"/>
                    </a:lnTo>
                    <a:lnTo>
                      <a:pt x="126" y="234"/>
                    </a:lnTo>
                    <a:lnTo>
                      <a:pt x="204" y="234"/>
                    </a:lnTo>
                    <a:lnTo>
                      <a:pt x="204" y="234"/>
                    </a:lnTo>
                    <a:lnTo>
                      <a:pt x="206" y="234"/>
                    </a:lnTo>
                    <a:lnTo>
                      <a:pt x="208" y="232"/>
                    </a:lnTo>
                    <a:lnTo>
                      <a:pt x="210" y="228"/>
                    </a:lnTo>
                    <a:lnTo>
                      <a:pt x="212" y="226"/>
                    </a:lnTo>
                    <a:lnTo>
                      <a:pt x="212" y="226"/>
                    </a:lnTo>
                    <a:close/>
                    <a:moveTo>
                      <a:pt x="220" y="66"/>
                    </a:moveTo>
                    <a:lnTo>
                      <a:pt x="220" y="66"/>
                    </a:lnTo>
                    <a:lnTo>
                      <a:pt x="220" y="62"/>
                    </a:lnTo>
                    <a:lnTo>
                      <a:pt x="216" y="58"/>
                    </a:lnTo>
                    <a:lnTo>
                      <a:pt x="214" y="56"/>
                    </a:lnTo>
                    <a:lnTo>
                      <a:pt x="210" y="56"/>
                    </a:lnTo>
                    <a:lnTo>
                      <a:pt x="148" y="56"/>
                    </a:lnTo>
                    <a:lnTo>
                      <a:pt x="148" y="56"/>
                    </a:lnTo>
                    <a:lnTo>
                      <a:pt x="144" y="56"/>
                    </a:lnTo>
                    <a:lnTo>
                      <a:pt x="140" y="58"/>
                    </a:lnTo>
                    <a:lnTo>
                      <a:pt x="138" y="62"/>
                    </a:lnTo>
                    <a:lnTo>
                      <a:pt x="138" y="66"/>
                    </a:lnTo>
                    <a:lnTo>
                      <a:pt x="138" y="66"/>
                    </a:lnTo>
                    <a:lnTo>
                      <a:pt x="138" y="70"/>
                    </a:lnTo>
                    <a:lnTo>
                      <a:pt x="140" y="74"/>
                    </a:lnTo>
                    <a:lnTo>
                      <a:pt x="144" y="76"/>
                    </a:lnTo>
                    <a:lnTo>
                      <a:pt x="148" y="76"/>
                    </a:lnTo>
                    <a:lnTo>
                      <a:pt x="210" y="76"/>
                    </a:lnTo>
                    <a:lnTo>
                      <a:pt x="210" y="76"/>
                    </a:lnTo>
                    <a:lnTo>
                      <a:pt x="214" y="76"/>
                    </a:lnTo>
                    <a:lnTo>
                      <a:pt x="216" y="74"/>
                    </a:lnTo>
                    <a:lnTo>
                      <a:pt x="220" y="70"/>
                    </a:lnTo>
                    <a:lnTo>
                      <a:pt x="220" y="66"/>
                    </a:lnTo>
                    <a:lnTo>
                      <a:pt x="220" y="66"/>
                    </a:lnTo>
                    <a:close/>
                    <a:moveTo>
                      <a:pt x="304" y="106"/>
                    </a:moveTo>
                    <a:lnTo>
                      <a:pt x="304" y="106"/>
                    </a:lnTo>
                    <a:lnTo>
                      <a:pt x="304" y="102"/>
                    </a:lnTo>
                    <a:lnTo>
                      <a:pt x="300" y="96"/>
                    </a:lnTo>
                    <a:lnTo>
                      <a:pt x="296" y="94"/>
                    </a:lnTo>
                    <a:lnTo>
                      <a:pt x="292" y="94"/>
                    </a:lnTo>
                    <a:lnTo>
                      <a:pt x="292" y="94"/>
                    </a:lnTo>
                    <a:lnTo>
                      <a:pt x="286" y="94"/>
                    </a:lnTo>
                    <a:lnTo>
                      <a:pt x="282" y="96"/>
                    </a:lnTo>
                    <a:lnTo>
                      <a:pt x="280" y="102"/>
                    </a:lnTo>
                    <a:lnTo>
                      <a:pt x="278" y="106"/>
                    </a:lnTo>
                    <a:lnTo>
                      <a:pt x="278" y="106"/>
                    </a:lnTo>
                    <a:lnTo>
                      <a:pt x="280" y="112"/>
                    </a:lnTo>
                    <a:lnTo>
                      <a:pt x="282" y="116"/>
                    </a:lnTo>
                    <a:lnTo>
                      <a:pt x="286" y="118"/>
                    </a:lnTo>
                    <a:lnTo>
                      <a:pt x="292" y="120"/>
                    </a:lnTo>
                    <a:lnTo>
                      <a:pt x="292" y="120"/>
                    </a:lnTo>
                    <a:lnTo>
                      <a:pt x="296" y="118"/>
                    </a:lnTo>
                    <a:lnTo>
                      <a:pt x="300" y="116"/>
                    </a:lnTo>
                    <a:lnTo>
                      <a:pt x="304" y="112"/>
                    </a:lnTo>
                    <a:lnTo>
                      <a:pt x="304" y="106"/>
                    </a:lnTo>
                    <a:lnTo>
                      <a:pt x="304" y="10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7565788" y="4199731"/>
              <a:ext cx="612000" cy="612000"/>
              <a:chOff x="10150363" y="8309972"/>
              <a:chExt cx="612000" cy="612000"/>
            </a:xfrm>
          </p:grpSpPr>
          <p:sp>
            <p:nvSpPr>
              <p:cNvPr id="36" name="Oval 35"/>
              <p:cNvSpPr/>
              <p:nvPr/>
            </p:nvSpPr>
            <p:spPr bwMode="ltGray">
              <a:xfrm>
                <a:off x="10150363" y="8309972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37" name="Freeform 5004"/>
              <p:cNvSpPr>
                <a:spLocks noEditPoints="1"/>
              </p:cNvSpPr>
              <p:nvPr/>
            </p:nvSpPr>
            <p:spPr bwMode="auto">
              <a:xfrm>
                <a:off x="10321451" y="8393435"/>
                <a:ext cx="269821" cy="457730"/>
              </a:xfrm>
              <a:custGeom>
                <a:avLst/>
                <a:gdLst>
                  <a:gd name="T0" fmla="*/ 146 w 224"/>
                  <a:gd name="T1" fmla="*/ 78 h 380"/>
                  <a:gd name="T2" fmla="*/ 176 w 224"/>
                  <a:gd name="T3" fmla="*/ 76 h 380"/>
                  <a:gd name="T4" fmla="*/ 180 w 224"/>
                  <a:gd name="T5" fmla="*/ 104 h 380"/>
                  <a:gd name="T6" fmla="*/ 152 w 224"/>
                  <a:gd name="T7" fmla="*/ 112 h 380"/>
                  <a:gd name="T8" fmla="*/ 144 w 224"/>
                  <a:gd name="T9" fmla="*/ 104 h 380"/>
                  <a:gd name="T10" fmla="*/ 176 w 224"/>
                  <a:gd name="T11" fmla="*/ 162 h 380"/>
                  <a:gd name="T12" fmla="*/ 180 w 224"/>
                  <a:gd name="T13" fmla="*/ 134 h 380"/>
                  <a:gd name="T14" fmla="*/ 152 w 224"/>
                  <a:gd name="T15" fmla="*/ 126 h 380"/>
                  <a:gd name="T16" fmla="*/ 144 w 224"/>
                  <a:gd name="T17" fmla="*/ 134 h 380"/>
                  <a:gd name="T18" fmla="*/ 148 w 224"/>
                  <a:gd name="T19" fmla="*/ 162 h 380"/>
                  <a:gd name="T20" fmla="*/ 224 w 224"/>
                  <a:gd name="T21" fmla="*/ 352 h 380"/>
                  <a:gd name="T22" fmla="*/ 28 w 224"/>
                  <a:gd name="T23" fmla="*/ 380 h 380"/>
                  <a:gd name="T24" fmla="*/ 0 w 224"/>
                  <a:gd name="T25" fmla="*/ 352 h 380"/>
                  <a:gd name="T26" fmla="*/ 16 w 224"/>
                  <a:gd name="T27" fmla="*/ 2 h 380"/>
                  <a:gd name="T28" fmla="*/ 216 w 224"/>
                  <a:gd name="T29" fmla="*/ 8 h 380"/>
                  <a:gd name="T30" fmla="*/ 86 w 224"/>
                  <a:gd name="T31" fmla="*/ 34 h 380"/>
                  <a:gd name="T32" fmla="*/ 130 w 224"/>
                  <a:gd name="T33" fmla="*/ 42 h 380"/>
                  <a:gd name="T34" fmla="*/ 138 w 224"/>
                  <a:gd name="T35" fmla="*/ 34 h 380"/>
                  <a:gd name="T36" fmla="*/ 130 w 224"/>
                  <a:gd name="T37" fmla="*/ 26 h 380"/>
                  <a:gd name="T38" fmla="*/ 86 w 224"/>
                  <a:gd name="T39" fmla="*/ 32 h 380"/>
                  <a:gd name="T40" fmla="*/ 130 w 224"/>
                  <a:gd name="T41" fmla="*/ 336 h 380"/>
                  <a:gd name="T42" fmla="*/ 104 w 224"/>
                  <a:gd name="T43" fmla="*/ 326 h 380"/>
                  <a:gd name="T44" fmla="*/ 94 w 224"/>
                  <a:gd name="T45" fmla="*/ 350 h 380"/>
                  <a:gd name="T46" fmla="*/ 120 w 224"/>
                  <a:gd name="T47" fmla="*/ 360 h 380"/>
                  <a:gd name="T48" fmla="*/ 196 w 224"/>
                  <a:gd name="T49" fmla="*/ 60 h 380"/>
                  <a:gd name="T50" fmla="*/ 102 w 224"/>
                  <a:gd name="T51" fmla="*/ 112 h 380"/>
                  <a:gd name="T52" fmla="*/ 130 w 224"/>
                  <a:gd name="T53" fmla="*/ 108 h 380"/>
                  <a:gd name="T54" fmla="*/ 128 w 224"/>
                  <a:gd name="T55" fmla="*/ 78 h 380"/>
                  <a:gd name="T56" fmla="*/ 98 w 224"/>
                  <a:gd name="T57" fmla="*/ 76 h 380"/>
                  <a:gd name="T58" fmla="*/ 94 w 224"/>
                  <a:gd name="T59" fmla="*/ 104 h 380"/>
                  <a:gd name="T60" fmla="*/ 102 w 224"/>
                  <a:gd name="T61" fmla="*/ 112 h 380"/>
                  <a:gd name="T62" fmla="*/ 136 w 224"/>
                  <a:gd name="T63" fmla="*/ 226 h 380"/>
                  <a:gd name="T64" fmla="*/ 136 w 224"/>
                  <a:gd name="T65" fmla="*/ 216 h 380"/>
                  <a:gd name="T66" fmla="*/ 48 w 224"/>
                  <a:gd name="T67" fmla="*/ 214 h 380"/>
                  <a:gd name="T68" fmla="*/ 44 w 224"/>
                  <a:gd name="T69" fmla="*/ 224 h 380"/>
                  <a:gd name="T70" fmla="*/ 52 w 224"/>
                  <a:gd name="T71" fmla="*/ 258 h 380"/>
                  <a:gd name="T72" fmla="*/ 180 w 224"/>
                  <a:gd name="T73" fmla="*/ 254 h 380"/>
                  <a:gd name="T74" fmla="*/ 176 w 224"/>
                  <a:gd name="T75" fmla="*/ 244 h 380"/>
                  <a:gd name="T76" fmla="*/ 46 w 224"/>
                  <a:gd name="T77" fmla="*/ 246 h 380"/>
                  <a:gd name="T78" fmla="*/ 46 w 224"/>
                  <a:gd name="T79" fmla="*/ 256 h 380"/>
                  <a:gd name="T80" fmla="*/ 152 w 224"/>
                  <a:gd name="T81" fmla="*/ 288 h 380"/>
                  <a:gd name="T82" fmla="*/ 160 w 224"/>
                  <a:gd name="T83" fmla="*/ 280 h 380"/>
                  <a:gd name="T84" fmla="*/ 152 w 224"/>
                  <a:gd name="T85" fmla="*/ 272 h 380"/>
                  <a:gd name="T86" fmla="*/ 44 w 224"/>
                  <a:gd name="T87" fmla="*/ 276 h 380"/>
                  <a:gd name="T88" fmla="*/ 48 w 224"/>
                  <a:gd name="T89" fmla="*/ 286 h 380"/>
                  <a:gd name="T90" fmla="*/ 72 w 224"/>
                  <a:gd name="T91" fmla="*/ 164 h 380"/>
                  <a:gd name="T92" fmla="*/ 80 w 224"/>
                  <a:gd name="T93" fmla="*/ 134 h 380"/>
                  <a:gd name="T94" fmla="*/ 72 w 224"/>
                  <a:gd name="T95" fmla="*/ 126 h 380"/>
                  <a:gd name="T96" fmla="*/ 44 w 224"/>
                  <a:gd name="T97" fmla="*/ 130 h 380"/>
                  <a:gd name="T98" fmla="*/ 46 w 224"/>
                  <a:gd name="T99" fmla="*/ 162 h 380"/>
                  <a:gd name="T100" fmla="*/ 122 w 224"/>
                  <a:gd name="T101" fmla="*/ 164 h 380"/>
                  <a:gd name="T102" fmla="*/ 130 w 224"/>
                  <a:gd name="T103" fmla="*/ 156 h 380"/>
                  <a:gd name="T104" fmla="*/ 126 w 224"/>
                  <a:gd name="T105" fmla="*/ 126 h 380"/>
                  <a:gd name="T106" fmla="*/ 96 w 224"/>
                  <a:gd name="T107" fmla="*/ 128 h 380"/>
                  <a:gd name="T108" fmla="*/ 94 w 224"/>
                  <a:gd name="T109" fmla="*/ 158 h 380"/>
                  <a:gd name="T110" fmla="*/ 52 w 224"/>
                  <a:gd name="T111" fmla="*/ 112 h 380"/>
                  <a:gd name="T112" fmla="*/ 80 w 224"/>
                  <a:gd name="T113" fmla="*/ 108 h 380"/>
                  <a:gd name="T114" fmla="*/ 78 w 224"/>
                  <a:gd name="T115" fmla="*/ 78 h 380"/>
                  <a:gd name="T116" fmla="*/ 48 w 224"/>
                  <a:gd name="T117" fmla="*/ 76 h 380"/>
                  <a:gd name="T118" fmla="*/ 44 w 224"/>
                  <a:gd name="T119" fmla="*/ 104 h 380"/>
                  <a:gd name="T120" fmla="*/ 52 w 224"/>
                  <a:gd name="T121" fmla="*/ 112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24" h="380">
                    <a:moveTo>
                      <a:pt x="144" y="104"/>
                    </a:moveTo>
                    <a:lnTo>
                      <a:pt x="144" y="82"/>
                    </a:lnTo>
                    <a:lnTo>
                      <a:pt x="144" y="82"/>
                    </a:lnTo>
                    <a:lnTo>
                      <a:pt x="144" y="80"/>
                    </a:lnTo>
                    <a:lnTo>
                      <a:pt x="146" y="78"/>
                    </a:lnTo>
                    <a:lnTo>
                      <a:pt x="148" y="76"/>
                    </a:lnTo>
                    <a:lnTo>
                      <a:pt x="152" y="74"/>
                    </a:lnTo>
                    <a:lnTo>
                      <a:pt x="172" y="74"/>
                    </a:lnTo>
                    <a:lnTo>
                      <a:pt x="172" y="74"/>
                    </a:lnTo>
                    <a:lnTo>
                      <a:pt x="176" y="76"/>
                    </a:lnTo>
                    <a:lnTo>
                      <a:pt x="178" y="78"/>
                    </a:lnTo>
                    <a:lnTo>
                      <a:pt x="180" y="80"/>
                    </a:lnTo>
                    <a:lnTo>
                      <a:pt x="180" y="82"/>
                    </a:lnTo>
                    <a:lnTo>
                      <a:pt x="180" y="104"/>
                    </a:lnTo>
                    <a:lnTo>
                      <a:pt x="180" y="104"/>
                    </a:lnTo>
                    <a:lnTo>
                      <a:pt x="180" y="108"/>
                    </a:lnTo>
                    <a:lnTo>
                      <a:pt x="178" y="110"/>
                    </a:lnTo>
                    <a:lnTo>
                      <a:pt x="176" y="112"/>
                    </a:lnTo>
                    <a:lnTo>
                      <a:pt x="172" y="112"/>
                    </a:lnTo>
                    <a:lnTo>
                      <a:pt x="152" y="112"/>
                    </a:lnTo>
                    <a:lnTo>
                      <a:pt x="152" y="112"/>
                    </a:lnTo>
                    <a:lnTo>
                      <a:pt x="148" y="112"/>
                    </a:lnTo>
                    <a:lnTo>
                      <a:pt x="146" y="110"/>
                    </a:lnTo>
                    <a:lnTo>
                      <a:pt x="144" y="108"/>
                    </a:lnTo>
                    <a:lnTo>
                      <a:pt x="144" y="104"/>
                    </a:lnTo>
                    <a:lnTo>
                      <a:pt x="144" y="104"/>
                    </a:lnTo>
                    <a:close/>
                    <a:moveTo>
                      <a:pt x="152" y="164"/>
                    </a:moveTo>
                    <a:lnTo>
                      <a:pt x="172" y="164"/>
                    </a:lnTo>
                    <a:lnTo>
                      <a:pt x="172" y="164"/>
                    </a:lnTo>
                    <a:lnTo>
                      <a:pt x="176" y="162"/>
                    </a:lnTo>
                    <a:lnTo>
                      <a:pt x="178" y="162"/>
                    </a:lnTo>
                    <a:lnTo>
                      <a:pt x="180" y="158"/>
                    </a:lnTo>
                    <a:lnTo>
                      <a:pt x="180" y="156"/>
                    </a:lnTo>
                    <a:lnTo>
                      <a:pt x="180" y="134"/>
                    </a:lnTo>
                    <a:lnTo>
                      <a:pt x="180" y="134"/>
                    </a:lnTo>
                    <a:lnTo>
                      <a:pt x="180" y="130"/>
                    </a:lnTo>
                    <a:lnTo>
                      <a:pt x="178" y="128"/>
                    </a:lnTo>
                    <a:lnTo>
                      <a:pt x="176" y="126"/>
                    </a:lnTo>
                    <a:lnTo>
                      <a:pt x="172" y="126"/>
                    </a:lnTo>
                    <a:lnTo>
                      <a:pt x="152" y="126"/>
                    </a:lnTo>
                    <a:lnTo>
                      <a:pt x="152" y="126"/>
                    </a:lnTo>
                    <a:lnTo>
                      <a:pt x="148" y="126"/>
                    </a:lnTo>
                    <a:lnTo>
                      <a:pt x="146" y="128"/>
                    </a:lnTo>
                    <a:lnTo>
                      <a:pt x="144" y="130"/>
                    </a:lnTo>
                    <a:lnTo>
                      <a:pt x="144" y="134"/>
                    </a:lnTo>
                    <a:lnTo>
                      <a:pt x="144" y="156"/>
                    </a:lnTo>
                    <a:lnTo>
                      <a:pt x="144" y="156"/>
                    </a:lnTo>
                    <a:lnTo>
                      <a:pt x="144" y="158"/>
                    </a:lnTo>
                    <a:lnTo>
                      <a:pt x="146" y="162"/>
                    </a:lnTo>
                    <a:lnTo>
                      <a:pt x="148" y="162"/>
                    </a:lnTo>
                    <a:lnTo>
                      <a:pt x="152" y="164"/>
                    </a:lnTo>
                    <a:lnTo>
                      <a:pt x="152" y="164"/>
                    </a:lnTo>
                    <a:close/>
                    <a:moveTo>
                      <a:pt x="224" y="28"/>
                    </a:moveTo>
                    <a:lnTo>
                      <a:pt x="224" y="352"/>
                    </a:lnTo>
                    <a:lnTo>
                      <a:pt x="224" y="352"/>
                    </a:lnTo>
                    <a:lnTo>
                      <a:pt x="222" y="364"/>
                    </a:lnTo>
                    <a:lnTo>
                      <a:pt x="216" y="372"/>
                    </a:lnTo>
                    <a:lnTo>
                      <a:pt x="208" y="378"/>
                    </a:lnTo>
                    <a:lnTo>
                      <a:pt x="196" y="380"/>
                    </a:lnTo>
                    <a:lnTo>
                      <a:pt x="28" y="380"/>
                    </a:lnTo>
                    <a:lnTo>
                      <a:pt x="28" y="380"/>
                    </a:lnTo>
                    <a:lnTo>
                      <a:pt x="16" y="378"/>
                    </a:lnTo>
                    <a:lnTo>
                      <a:pt x="8" y="372"/>
                    </a:lnTo>
                    <a:lnTo>
                      <a:pt x="2" y="364"/>
                    </a:lnTo>
                    <a:lnTo>
                      <a:pt x="0" y="352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2" y="16"/>
                    </a:lnTo>
                    <a:lnTo>
                      <a:pt x="8" y="8"/>
                    </a:lnTo>
                    <a:lnTo>
                      <a:pt x="16" y="2"/>
                    </a:lnTo>
                    <a:lnTo>
                      <a:pt x="28" y="0"/>
                    </a:lnTo>
                    <a:lnTo>
                      <a:pt x="196" y="0"/>
                    </a:lnTo>
                    <a:lnTo>
                      <a:pt x="196" y="0"/>
                    </a:lnTo>
                    <a:lnTo>
                      <a:pt x="208" y="2"/>
                    </a:lnTo>
                    <a:lnTo>
                      <a:pt x="216" y="8"/>
                    </a:lnTo>
                    <a:lnTo>
                      <a:pt x="222" y="16"/>
                    </a:lnTo>
                    <a:lnTo>
                      <a:pt x="224" y="28"/>
                    </a:lnTo>
                    <a:lnTo>
                      <a:pt x="224" y="28"/>
                    </a:lnTo>
                    <a:close/>
                    <a:moveTo>
                      <a:pt x="86" y="34"/>
                    </a:moveTo>
                    <a:lnTo>
                      <a:pt x="86" y="34"/>
                    </a:lnTo>
                    <a:lnTo>
                      <a:pt x="86" y="38"/>
                    </a:lnTo>
                    <a:lnTo>
                      <a:pt x="88" y="40"/>
                    </a:lnTo>
                    <a:lnTo>
                      <a:pt x="90" y="42"/>
                    </a:lnTo>
                    <a:lnTo>
                      <a:pt x="94" y="42"/>
                    </a:lnTo>
                    <a:lnTo>
                      <a:pt x="130" y="42"/>
                    </a:lnTo>
                    <a:lnTo>
                      <a:pt x="130" y="42"/>
                    </a:lnTo>
                    <a:lnTo>
                      <a:pt x="134" y="42"/>
                    </a:lnTo>
                    <a:lnTo>
                      <a:pt x="136" y="40"/>
                    </a:lnTo>
                    <a:lnTo>
                      <a:pt x="138" y="38"/>
                    </a:lnTo>
                    <a:lnTo>
                      <a:pt x="138" y="34"/>
                    </a:lnTo>
                    <a:lnTo>
                      <a:pt x="138" y="34"/>
                    </a:lnTo>
                    <a:lnTo>
                      <a:pt x="138" y="32"/>
                    </a:lnTo>
                    <a:lnTo>
                      <a:pt x="136" y="28"/>
                    </a:lnTo>
                    <a:lnTo>
                      <a:pt x="134" y="28"/>
                    </a:lnTo>
                    <a:lnTo>
                      <a:pt x="130" y="26"/>
                    </a:lnTo>
                    <a:lnTo>
                      <a:pt x="94" y="26"/>
                    </a:lnTo>
                    <a:lnTo>
                      <a:pt x="94" y="26"/>
                    </a:lnTo>
                    <a:lnTo>
                      <a:pt x="90" y="28"/>
                    </a:lnTo>
                    <a:lnTo>
                      <a:pt x="88" y="28"/>
                    </a:lnTo>
                    <a:lnTo>
                      <a:pt x="86" y="32"/>
                    </a:lnTo>
                    <a:lnTo>
                      <a:pt x="86" y="34"/>
                    </a:lnTo>
                    <a:lnTo>
                      <a:pt x="86" y="34"/>
                    </a:lnTo>
                    <a:close/>
                    <a:moveTo>
                      <a:pt x="130" y="344"/>
                    </a:moveTo>
                    <a:lnTo>
                      <a:pt x="130" y="344"/>
                    </a:lnTo>
                    <a:lnTo>
                      <a:pt x="130" y="336"/>
                    </a:lnTo>
                    <a:lnTo>
                      <a:pt x="126" y="330"/>
                    </a:lnTo>
                    <a:lnTo>
                      <a:pt x="120" y="326"/>
                    </a:lnTo>
                    <a:lnTo>
                      <a:pt x="112" y="324"/>
                    </a:lnTo>
                    <a:lnTo>
                      <a:pt x="112" y="324"/>
                    </a:lnTo>
                    <a:lnTo>
                      <a:pt x="104" y="326"/>
                    </a:lnTo>
                    <a:lnTo>
                      <a:pt x="98" y="330"/>
                    </a:lnTo>
                    <a:lnTo>
                      <a:pt x="94" y="336"/>
                    </a:lnTo>
                    <a:lnTo>
                      <a:pt x="94" y="344"/>
                    </a:lnTo>
                    <a:lnTo>
                      <a:pt x="94" y="344"/>
                    </a:lnTo>
                    <a:lnTo>
                      <a:pt x="94" y="350"/>
                    </a:lnTo>
                    <a:lnTo>
                      <a:pt x="98" y="356"/>
                    </a:lnTo>
                    <a:lnTo>
                      <a:pt x="104" y="360"/>
                    </a:lnTo>
                    <a:lnTo>
                      <a:pt x="112" y="362"/>
                    </a:lnTo>
                    <a:lnTo>
                      <a:pt x="112" y="362"/>
                    </a:lnTo>
                    <a:lnTo>
                      <a:pt x="120" y="360"/>
                    </a:lnTo>
                    <a:lnTo>
                      <a:pt x="126" y="356"/>
                    </a:lnTo>
                    <a:lnTo>
                      <a:pt x="130" y="350"/>
                    </a:lnTo>
                    <a:lnTo>
                      <a:pt x="130" y="344"/>
                    </a:lnTo>
                    <a:lnTo>
                      <a:pt x="130" y="344"/>
                    </a:lnTo>
                    <a:close/>
                    <a:moveTo>
                      <a:pt x="196" y="60"/>
                    </a:moveTo>
                    <a:lnTo>
                      <a:pt x="28" y="60"/>
                    </a:lnTo>
                    <a:lnTo>
                      <a:pt x="28" y="308"/>
                    </a:lnTo>
                    <a:lnTo>
                      <a:pt x="196" y="308"/>
                    </a:lnTo>
                    <a:lnTo>
                      <a:pt x="196" y="60"/>
                    </a:lnTo>
                    <a:close/>
                    <a:moveTo>
                      <a:pt x="102" y="112"/>
                    </a:moveTo>
                    <a:lnTo>
                      <a:pt x="122" y="112"/>
                    </a:lnTo>
                    <a:lnTo>
                      <a:pt x="122" y="112"/>
                    </a:lnTo>
                    <a:lnTo>
                      <a:pt x="126" y="112"/>
                    </a:lnTo>
                    <a:lnTo>
                      <a:pt x="128" y="110"/>
                    </a:lnTo>
                    <a:lnTo>
                      <a:pt x="130" y="108"/>
                    </a:lnTo>
                    <a:lnTo>
                      <a:pt x="130" y="104"/>
                    </a:lnTo>
                    <a:lnTo>
                      <a:pt x="130" y="82"/>
                    </a:lnTo>
                    <a:lnTo>
                      <a:pt x="130" y="82"/>
                    </a:lnTo>
                    <a:lnTo>
                      <a:pt x="130" y="80"/>
                    </a:lnTo>
                    <a:lnTo>
                      <a:pt x="128" y="78"/>
                    </a:lnTo>
                    <a:lnTo>
                      <a:pt x="126" y="76"/>
                    </a:lnTo>
                    <a:lnTo>
                      <a:pt x="122" y="74"/>
                    </a:lnTo>
                    <a:lnTo>
                      <a:pt x="102" y="74"/>
                    </a:lnTo>
                    <a:lnTo>
                      <a:pt x="102" y="74"/>
                    </a:lnTo>
                    <a:lnTo>
                      <a:pt x="98" y="76"/>
                    </a:lnTo>
                    <a:lnTo>
                      <a:pt x="96" y="78"/>
                    </a:lnTo>
                    <a:lnTo>
                      <a:pt x="94" y="80"/>
                    </a:lnTo>
                    <a:lnTo>
                      <a:pt x="94" y="82"/>
                    </a:lnTo>
                    <a:lnTo>
                      <a:pt x="94" y="104"/>
                    </a:lnTo>
                    <a:lnTo>
                      <a:pt x="94" y="104"/>
                    </a:lnTo>
                    <a:lnTo>
                      <a:pt x="94" y="108"/>
                    </a:lnTo>
                    <a:lnTo>
                      <a:pt x="96" y="110"/>
                    </a:lnTo>
                    <a:lnTo>
                      <a:pt x="98" y="112"/>
                    </a:lnTo>
                    <a:lnTo>
                      <a:pt x="102" y="112"/>
                    </a:lnTo>
                    <a:lnTo>
                      <a:pt x="102" y="112"/>
                    </a:lnTo>
                    <a:close/>
                    <a:moveTo>
                      <a:pt x="52" y="228"/>
                    </a:moveTo>
                    <a:lnTo>
                      <a:pt x="130" y="228"/>
                    </a:lnTo>
                    <a:lnTo>
                      <a:pt x="130" y="228"/>
                    </a:lnTo>
                    <a:lnTo>
                      <a:pt x="134" y="228"/>
                    </a:lnTo>
                    <a:lnTo>
                      <a:pt x="136" y="226"/>
                    </a:lnTo>
                    <a:lnTo>
                      <a:pt x="138" y="224"/>
                    </a:lnTo>
                    <a:lnTo>
                      <a:pt x="138" y="220"/>
                    </a:lnTo>
                    <a:lnTo>
                      <a:pt x="138" y="220"/>
                    </a:lnTo>
                    <a:lnTo>
                      <a:pt x="138" y="218"/>
                    </a:lnTo>
                    <a:lnTo>
                      <a:pt x="136" y="216"/>
                    </a:lnTo>
                    <a:lnTo>
                      <a:pt x="134" y="214"/>
                    </a:lnTo>
                    <a:lnTo>
                      <a:pt x="130" y="212"/>
                    </a:lnTo>
                    <a:lnTo>
                      <a:pt x="52" y="212"/>
                    </a:lnTo>
                    <a:lnTo>
                      <a:pt x="52" y="212"/>
                    </a:lnTo>
                    <a:lnTo>
                      <a:pt x="48" y="214"/>
                    </a:lnTo>
                    <a:lnTo>
                      <a:pt x="46" y="216"/>
                    </a:lnTo>
                    <a:lnTo>
                      <a:pt x="44" y="218"/>
                    </a:lnTo>
                    <a:lnTo>
                      <a:pt x="44" y="220"/>
                    </a:lnTo>
                    <a:lnTo>
                      <a:pt x="44" y="220"/>
                    </a:lnTo>
                    <a:lnTo>
                      <a:pt x="44" y="224"/>
                    </a:lnTo>
                    <a:lnTo>
                      <a:pt x="46" y="226"/>
                    </a:lnTo>
                    <a:lnTo>
                      <a:pt x="48" y="228"/>
                    </a:lnTo>
                    <a:lnTo>
                      <a:pt x="52" y="228"/>
                    </a:lnTo>
                    <a:lnTo>
                      <a:pt x="52" y="228"/>
                    </a:lnTo>
                    <a:close/>
                    <a:moveTo>
                      <a:pt x="52" y="258"/>
                    </a:moveTo>
                    <a:lnTo>
                      <a:pt x="172" y="258"/>
                    </a:lnTo>
                    <a:lnTo>
                      <a:pt x="172" y="258"/>
                    </a:lnTo>
                    <a:lnTo>
                      <a:pt x="176" y="258"/>
                    </a:lnTo>
                    <a:lnTo>
                      <a:pt x="178" y="256"/>
                    </a:lnTo>
                    <a:lnTo>
                      <a:pt x="180" y="254"/>
                    </a:lnTo>
                    <a:lnTo>
                      <a:pt x="180" y="250"/>
                    </a:lnTo>
                    <a:lnTo>
                      <a:pt x="180" y="250"/>
                    </a:lnTo>
                    <a:lnTo>
                      <a:pt x="180" y="248"/>
                    </a:lnTo>
                    <a:lnTo>
                      <a:pt x="178" y="246"/>
                    </a:lnTo>
                    <a:lnTo>
                      <a:pt x="176" y="244"/>
                    </a:lnTo>
                    <a:lnTo>
                      <a:pt x="172" y="242"/>
                    </a:lnTo>
                    <a:lnTo>
                      <a:pt x="52" y="242"/>
                    </a:lnTo>
                    <a:lnTo>
                      <a:pt x="52" y="242"/>
                    </a:lnTo>
                    <a:lnTo>
                      <a:pt x="48" y="244"/>
                    </a:lnTo>
                    <a:lnTo>
                      <a:pt x="46" y="246"/>
                    </a:lnTo>
                    <a:lnTo>
                      <a:pt x="44" y="248"/>
                    </a:lnTo>
                    <a:lnTo>
                      <a:pt x="44" y="250"/>
                    </a:lnTo>
                    <a:lnTo>
                      <a:pt x="44" y="250"/>
                    </a:lnTo>
                    <a:lnTo>
                      <a:pt x="44" y="254"/>
                    </a:lnTo>
                    <a:lnTo>
                      <a:pt x="46" y="256"/>
                    </a:lnTo>
                    <a:lnTo>
                      <a:pt x="48" y="258"/>
                    </a:lnTo>
                    <a:lnTo>
                      <a:pt x="52" y="258"/>
                    </a:lnTo>
                    <a:lnTo>
                      <a:pt x="52" y="258"/>
                    </a:lnTo>
                    <a:close/>
                    <a:moveTo>
                      <a:pt x="52" y="288"/>
                    </a:moveTo>
                    <a:lnTo>
                      <a:pt x="152" y="288"/>
                    </a:lnTo>
                    <a:lnTo>
                      <a:pt x="152" y="288"/>
                    </a:lnTo>
                    <a:lnTo>
                      <a:pt x="154" y="286"/>
                    </a:lnTo>
                    <a:lnTo>
                      <a:pt x="156" y="286"/>
                    </a:lnTo>
                    <a:lnTo>
                      <a:pt x="158" y="282"/>
                    </a:lnTo>
                    <a:lnTo>
                      <a:pt x="160" y="280"/>
                    </a:lnTo>
                    <a:lnTo>
                      <a:pt x="160" y="280"/>
                    </a:lnTo>
                    <a:lnTo>
                      <a:pt x="158" y="276"/>
                    </a:lnTo>
                    <a:lnTo>
                      <a:pt x="156" y="274"/>
                    </a:lnTo>
                    <a:lnTo>
                      <a:pt x="154" y="272"/>
                    </a:lnTo>
                    <a:lnTo>
                      <a:pt x="152" y="272"/>
                    </a:lnTo>
                    <a:lnTo>
                      <a:pt x="52" y="272"/>
                    </a:lnTo>
                    <a:lnTo>
                      <a:pt x="52" y="272"/>
                    </a:lnTo>
                    <a:lnTo>
                      <a:pt x="48" y="272"/>
                    </a:lnTo>
                    <a:lnTo>
                      <a:pt x="46" y="274"/>
                    </a:lnTo>
                    <a:lnTo>
                      <a:pt x="44" y="276"/>
                    </a:lnTo>
                    <a:lnTo>
                      <a:pt x="44" y="280"/>
                    </a:lnTo>
                    <a:lnTo>
                      <a:pt x="44" y="280"/>
                    </a:lnTo>
                    <a:lnTo>
                      <a:pt x="44" y="282"/>
                    </a:lnTo>
                    <a:lnTo>
                      <a:pt x="46" y="286"/>
                    </a:lnTo>
                    <a:lnTo>
                      <a:pt x="48" y="286"/>
                    </a:lnTo>
                    <a:lnTo>
                      <a:pt x="52" y="288"/>
                    </a:lnTo>
                    <a:lnTo>
                      <a:pt x="52" y="288"/>
                    </a:lnTo>
                    <a:close/>
                    <a:moveTo>
                      <a:pt x="52" y="164"/>
                    </a:moveTo>
                    <a:lnTo>
                      <a:pt x="72" y="164"/>
                    </a:lnTo>
                    <a:lnTo>
                      <a:pt x="72" y="164"/>
                    </a:lnTo>
                    <a:lnTo>
                      <a:pt x="76" y="162"/>
                    </a:lnTo>
                    <a:lnTo>
                      <a:pt x="78" y="162"/>
                    </a:lnTo>
                    <a:lnTo>
                      <a:pt x="80" y="158"/>
                    </a:lnTo>
                    <a:lnTo>
                      <a:pt x="80" y="156"/>
                    </a:lnTo>
                    <a:lnTo>
                      <a:pt x="80" y="134"/>
                    </a:lnTo>
                    <a:lnTo>
                      <a:pt x="80" y="134"/>
                    </a:lnTo>
                    <a:lnTo>
                      <a:pt x="80" y="130"/>
                    </a:lnTo>
                    <a:lnTo>
                      <a:pt x="78" y="128"/>
                    </a:lnTo>
                    <a:lnTo>
                      <a:pt x="76" y="126"/>
                    </a:lnTo>
                    <a:lnTo>
                      <a:pt x="72" y="126"/>
                    </a:lnTo>
                    <a:lnTo>
                      <a:pt x="52" y="126"/>
                    </a:lnTo>
                    <a:lnTo>
                      <a:pt x="52" y="126"/>
                    </a:lnTo>
                    <a:lnTo>
                      <a:pt x="48" y="126"/>
                    </a:lnTo>
                    <a:lnTo>
                      <a:pt x="46" y="128"/>
                    </a:lnTo>
                    <a:lnTo>
                      <a:pt x="44" y="130"/>
                    </a:lnTo>
                    <a:lnTo>
                      <a:pt x="44" y="134"/>
                    </a:lnTo>
                    <a:lnTo>
                      <a:pt x="44" y="156"/>
                    </a:lnTo>
                    <a:lnTo>
                      <a:pt x="44" y="156"/>
                    </a:lnTo>
                    <a:lnTo>
                      <a:pt x="44" y="158"/>
                    </a:lnTo>
                    <a:lnTo>
                      <a:pt x="46" y="162"/>
                    </a:lnTo>
                    <a:lnTo>
                      <a:pt x="48" y="162"/>
                    </a:lnTo>
                    <a:lnTo>
                      <a:pt x="52" y="164"/>
                    </a:lnTo>
                    <a:lnTo>
                      <a:pt x="52" y="164"/>
                    </a:lnTo>
                    <a:close/>
                    <a:moveTo>
                      <a:pt x="102" y="164"/>
                    </a:moveTo>
                    <a:lnTo>
                      <a:pt x="122" y="164"/>
                    </a:lnTo>
                    <a:lnTo>
                      <a:pt x="122" y="164"/>
                    </a:lnTo>
                    <a:lnTo>
                      <a:pt x="126" y="162"/>
                    </a:lnTo>
                    <a:lnTo>
                      <a:pt x="128" y="162"/>
                    </a:lnTo>
                    <a:lnTo>
                      <a:pt x="130" y="158"/>
                    </a:lnTo>
                    <a:lnTo>
                      <a:pt x="130" y="156"/>
                    </a:lnTo>
                    <a:lnTo>
                      <a:pt x="130" y="134"/>
                    </a:lnTo>
                    <a:lnTo>
                      <a:pt x="130" y="134"/>
                    </a:lnTo>
                    <a:lnTo>
                      <a:pt x="130" y="130"/>
                    </a:lnTo>
                    <a:lnTo>
                      <a:pt x="128" y="128"/>
                    </a:lnTo>
                    <a:lnTo>
                      <a:pt x="126" y="126"/>
                    </a:lnTo>
                    <a:lnTo>
                      <a:pt x="122" y="126"/>
                    </a:lnTo>
                    <a:lnTo>
                      <a:pt x="102" y="126"/>
                    </a:lnTo>
                    <a:lnTo>
                      <a:pt x="102" y="126"/>
                    </a:lnTo>
                    <a:lnTo>
                      <a:pt x="98" y="126"/>
                    </a:lnTo>
                    <a:lnTo>
                      <a:pt x="96" y="128"/>
                    </a:lnTo>
                    <a:lnTo>
                      <a:pt x="94" y="130"/>
                    </a:lnTo>
                    <a:lnTo>
                      <a:pt x="94" y="134"/>
                    </a:lnTo>
                    <a:lnTo>
                      <a:pt x="94" y="156"/>
                    </a:lnTo>
                    <a:lnTo>
                      <a:pt x="94" y="156"/>
                    </a:lnTo>
                    <a:lnTo>
                      <a:pt x="94" y="158"/>
                    </a:lnTo>
                    <a:lnTo>
                      <a:pt x="96" y="162"/>
                    </a:lnTo>
                    <a:lnTo>
                      <a:pt x="98" y="162"/>
                    </a:lnTo>
                    <a:lnTo>
                      <a:pt x="102" y="164"/>
                    </a:lnTo>
                    <a:lnTo>
                      <a:pt x="102" y="164"/>
                    </a:lnTo>
                    <a:close/>
                    <a:moveTo>
                      <a:pt x="52" y="112"/>
                    </a:moveTo>
                    <a:lnTo>
                      <a:pt x="72" y="112"/>
                    </a:lnTo>
                    <a:lnTo>
                      <a:pt x="72" y="112"/>
                    </a:lnTo>
                    <a:lnTo>
                      <a:pt x="76" y="112"/>
                    </a:lnTo>
                    <a:lnTo>
                      <a:pt x="78" y="110"/>
                    </a:lnTo>
                    <a:lnTo>
                      <a:pt x="80" y="108"/>
                    </a:lnTo>
                    <a:lnTo>
                      <a:pt x="80" y="104"/>
                    </a:lnTo>
                    <a:lnTo>
                      <a:pt x="80" y="82"/>
                    </a:lnTo>
                    <a:lnTo>
                      <a:pt x="80" y="82"/>
                    </a:lnTo>
                    <a:lnTo>
                      <a:pt x="80" y="80"/>
                    </a:lnTo>
                    <a:lnTo>
                      <a:pt x="78" y="78"/>
                    </a:lnTo>
                    <a:lnTo>
                      <a:pt x="76" y="76"/>
                    </a:lnTo>
                    <a:lnTo>
                      <a:pt x="72" y="74"/>
                    </a:lnTo>
                    <a:lnTo>
                      <a:pt x="52" y="74"/>
                    </a:lnTo>
                    <a:lnTo>
                      <a:pt x="52" y="74"/>
                    </a:lnTo>
                    <a:lnTo>
                      <a:pt x="48" y="76"/>
                    </a:lnTo>
                    <a:lnTo>
                      <a:pt x="46" y="78"/>
                    </a:lnTo>
                    <a:lnTo>
                      <a:pt x="44" y="80"/>
                    </a:lnTo>
                    <a:lnTo>
                      <a:pt x="44" y="82"/>
                    </a:lnTo>
                    <a:lnTo>
                      <a:pt x="44" y="104"/>
                    </a:lnTo>
                    <a:lnTo>
                      <a:pt x="44" y="104"/>
                    </a:lnTo>
                    <a:lnTo>
                      <a:pt x="44" y="108"/>
                    </a:lnTo>
                    <a:lnTo>
                      <a:pt x="46" y="110"/>
                    </a:lnTo>
                    <a:lnTo>
                      <a:pt x="48" y="112"/>
                    </a:lnTo>
                    <a:lnTo>
                      <a:pt x="52" y="112"/>
                    </a:lnTo>
                    <a:lnTo>
                      <a:pt x="52" y="11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8440265" y="4206059"/>
              <a:ext cx="612000" cy="612000"/>
              <a:chOff x="4919380" y="4661045"/>
              <a:chExt cx="612000" cy="612000"/>
            </a:xfrm>
          </p:grpSpPr>
          <p:sp>
            <p:nvSpPr>
              <p:cNvPr id="39" name="Oval 38"/>
              <p:cNvSpPr/>
              <p:nvPr/>
            </p:nvSpPr>
            <p:spPr bwMode="ltGray">
              <a:xfrm>
                <a:off x="4919380" y="4661045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40" name="Freeform 4953"/>
              <p:cNvSpPr>
                <a:spLocks noEditPoints="1"/>
              </p:cNvSpPr>
              <p:nvPr/>
            </p:nvSpPr>
            <p:spPr bwMode="auto">
              <a:xfrm>
                <a:off x="5017494" y="4789597"/>
                <a:ext cx="430759" cy="343639"/>
              </a:xfrm>
              <a:custGeom>
                <a:avLst/>
                <a:gdLst>
                  <a:gd name="T0" fmla="*/ 28 w 356"/>
                  <a:gd name="T1" fmla="*/ 142 h 284"/>
                  <a:gd name="T2" fmla="*/ 40 w 356"/>
                  <a:gd name="T3" fmla="*/ 138 h 284"/>
                  <a:gd name="T4" fmla="*/ 34 w 356"/>
                  <a:gd name="T5" fmla="*/ 158 h 284"/>
                  <a:gd name="T6" fmla="*/ 28 w 356"/>
                  <a:gd name="T7" fmla="*/ 154 h 284"/>
                  <a:gd name="T8" fmla="*/ 28 w 356"/>
                  <a:gd name="T9" fmla="*/ 146 h 284"/>
                  <a:gd name="T10" fmla="*/ 238 w 356"/>
                  <a:gd name="T11" fmla="*/ 68 h 284"/>
                  <a:gd name="T12" fmla="*/ 312 w 356"/>
                  <a:gd name="T13" fmla="*/ 44 h 284"/>
                  <a:gd name="T14" fmla="*/ 330 w 356"/>
                  <a:gd name="T15" fmla="*/ 52 h 284"/>
                  <a:gd name="T16" fmla="*/ 354 w 356"/>
                  <a:gd name="T17" fmla="*/ 36 h 284"/>
                  <a:gd name="T18" fmla="*/ 354 w 356"/>
                  <a:gd name="T19" fmla="*/ 16 h 284"/>
                  <a:gd name="T20" fmla="*/ 330 w 356"/>
                  <a:gd name="T21" fmla="*/ 0 h 284"/>
                  <a:gd name="T22" fmla="*/ 312 w 356"/>
                  <a:gd name="T23" fmla="*/ 8 h 284"/>
                  <a:gd name="T24" fmla="*/ 230 w 356"/>
                  <a:gd name="T25" fmla="*/ 50 h 284"/>
                  <a:gd name="T26" fmla="*/ 228 w 356"/>
                  <a:gd name="T27" fmla="*/ 50 h 284"/>
                  <a:gd name="T28" fmla="*/ 222 w 356"/>
                  <a:gd name="T29" fmla="*/ 56 h 284"/>
                  <a:gd name="T30" fmla="*/ 216 w 356"/>
                  <a:gd name="T31" fmla="*/ 100 h 284"/>
                  <a:gd name="T32" fmla="*/ 118 w 356"/>
                  <a:gd name="T33" fmla="*/ 158 h 284"/>
                  <a:gd name="T34" fmla="*/ 150 w 356"/>
                  <a:gd name="T35" fmla="*/ 186 h 284"/>
                  <a:gd name="T36" fmla="*/ 152 w 356"/>
                  <a:gd name="T37" fmla="*/ 186 h 284"/>
                  <a:gd name="T38" fmla="*/ 194 w 356"/>
                  <a:gd name="T39" fmla="*/ 134 h 284"/>
                  <a:gd name="T40" fmla="*/ 16 w 356"/>
                  <a:gd name="T41" fmla="*/ 268 h 284"/>
                  <a:gd name="T42" fmla="*/ 0 w 356"/>
                  <a:gd name="T43" fmla="*/ 284 h 284"/>
                  <a:gd name="T44" fmla="*/ 310 w 356"/>
                  <a:gd name="T45" fmla="*/ 182 h 284"/>
                  <a:gd name="T46" fmla="*/ 236 w 356"/>
                  <a:gd name="T47" fmla="*/ 156 h 284"/>
                  <a:gd name="T48" fmla="*/ 228 w 356"/>
                  <a:gd name="T49" fmla="*/ 152 h 284"/>
                  <a:gd name="T50" fmla="*/ 160 w 356"/>
                  <a:gd name="T51" fmla="*/ 92 h 284"/>
                  <a:gd name="T52" fmla="*/ 148 w 356"/>
                  <a:gd name="T53" fmla="*/ 92 h 284"/>
                  <a:gd name="T54" fmla="*/ 78 w 356"/>
                  <a:gd name="T55" fmla="*/ 218 h 284"/>
                  <a:gd name="T56" fmla="*/ 78 w 356"/>
                  <a:gd name="T57" fmla="*/ 236 h 284"/>
                  <a:gd name="T58" fmla="*/ 54 w 356"/>
                  <a:gd name="T59" fmla="*/ 252 h 284"/>
                  <a:gd name="T60" fmla="*/ 36 w 356"/>
                  <a:gd name="T61" fmla="*/ 244 h 284"/>
                  <a:gd name="T62" fmla="*/ 28 w 356"/>
                  <a:gd name="T63" fmla="*/ 226 h 284"/>
                  <a:gd name="T64" fmla="*/ 44 w 356"/>
                  <a:gd name="T65" fmla="*/ 202 h 284"/>
                  <a:gd name="T66" fmla="*/ 56 w 356"/>
                  <a:gd name="T67" fmla="*/ 200 h 284"/>
                  <a:gd name="T68" fmla="*/ 128 w 356"/>
                  <a:gd name="T69" fmla="*/ 74 h 284"/>
                  <a:gd name="T70" fmla="*/ 130 w 356"/>
                  <a:gd name="T71" fmla="*/ 56 h 284"/>
                  <a:gd name="T72" fmla="*/ 152 w 356"/>
                  <a:gd name="T73" fmla="*/ 42 h 284"/>
                  <a:gd name="T74" fmla="*/ 172 w 356"/>
                  <a:gd name="T75" fmla="*/ 48 h 284"/>
                  <a:gd name="T76" fmla="*/ 178 w 356"/>
                  <a:gd name="T77" fmla="*/ 68 h 284"/>
                  <a:gd name="T78" fmla="*/ 310 w 356"/>
                  <a:gd name="T79" fmla="*/ 136 h 284"/>
                  <a:gd name="T80" fmla="*/ 310 w 356"/>
                  <a:gd name="T81" fmla="*/ 182 h 284"/>
                  <a:gd name="T82" fmla="*/ 162 w 356"/>
                  <a:gd name="T83" fmla="*/ 64 h 284"/>
                  <a:gd name="T84" fmla="*/ 152 w 356"/>
                  <a:gd name="T85" fmla="*/ 58 h 284"/>
                  <a:gd name="T86" fmla="*/ 146 w 356"/>
                  <a:gd name="T87" fmla="*/ 60 h 284"/>
                  <a:gd name="T88" fmla="*/ 144 w 356"/>
                  <a:gd name="T89" fmla="*/ 68 h 284"/>
                  <a:gd name="T90" fmla="*/ 150 w 356"/>
                  <a:gd name="T91" fmla="*/ 76 h 284"/>
                  <a:gd name="T92" fmla="*/ 156 w 356"/>
                  <a:gd name="T93" fmla="*/ 76 h 284"/>
                  <a:gd name="T94" fmla="*/ 162 w 356"/>
                  <a:gd name="T95" fmla="*/ 68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56" h="284">
                    <a:moveTo>
                      <a:pt x="28" y="146"/>
                    </a:moveTo>
                    <a:lnTo>
                      <a:pt x="28" y="146"/>
                    </a:lnTo>
                    <a:lnTo>
                      <a:pt x="28" y="142"/>
                    </a:lnTo>
                    <a:lnTo>
                      <a:pt x="32" y="140"/>
                    </a:lnTo>
                    <a:lnTo>
                      <a:pt x="36" y="138"/>
                    </a:lnTo>
                    <a:lnTo>
                      <a:pt x="40" y="138"/>
                    </a:lnTo>
                    <a:lnTo>
                      <a:pt x="78" y="148"/>
                    </a:lnTo>
                    <a:lnTo>
                      <a:pt x="66" y="166"/>
                    </a:lnTo>
                    <a:lnTo>
                      <a:pt x="34" y="158"/>
                    </a:lnTo>
                    <a:lnTo>
                      <a:pt x="34" y="158"/>
                    </a:lnTo>
                    <a:lnTo>
                      <a:pt x="32" y="156"/>
                    </a:lnTo>
                    <a:lnTo>
                      <a:pt x="28" y="154"/>
                    </a:lnTo>
                    <a:lnTo>
                      <a:pt x="28" y="150"/>
                    </a:lnTo>
                    <a:lnTo>
                      <a:pt x="28" y="146"/>
                    </a:lnTo>
                    <a:lnTo>
                      <a:pt x="28" y="146"/>
                    </a:lnTo>
                    <a:close/>
                    <a:moveTo>
                      <a:pt x="216" y="100"/>
                    </a:moveTo>
                    <a:lnTo>
                      <a:pt x="238" y="68"/>
                    </a:lnTo>
                    <a:lnTo>
                      <a:pt x="238" y="68"/>
                    </a:lnTo>
                    <a:lnTo>
                      <a:pt x="238" y="68"/>
                    </a:lnTo>
                    <a:lnTo>
                      <a:pt x="312" y="44"/>
                    </a:lnTo>
                    <a:lnTo>
                      <a:pt x="312" y="44"/>
                    </a:lnTo>
                    <a:lnTo>
                      <a:pt x="320" y="50"/>
                    </a:lnTo>
                    <a:lnTo>
                      <a:pt x="330" y="52"/>
                    </a:lnTo>
                    <a:lnTo>
                      <a:pt x="330" y="52"/>
                    </a:lnTo>
                    <a:lnTo>
                      <a:pt x="340" y="50"/>
                    </a:lnTo>
                    <a:lnTo>
                      <a:pt x="348" y="44"/>
                    </a:lnTo>
                    <a:lnTo>
                      <a:pt x="354" y="36"/>
                    </a:lnTo>
                    <a:lnTo>
                      <a:pt x="356" y="26"/>
                    </a:lnTo>
                    <a:lnTo>
                      <a:pt x="356" y="26"/>
                    </a:lnTo>
                    <a:lnTo>
                      <a:pt x="354" y="16"/>
                    </a:lnTo>
                    <a:lnTo>
                      <a:pt x="348" y="8"/>
                    </a:lnTo>
                    <a:lnTo>
                      <a:pt x="340" y="2"/>
                    </a:lnTo>
                    <a:lnTo>
                      <a:pt x="330" y="0"/>
                    </a:lnTo>
                    <a:lnTo>
                      <a:pt x="330" y="0"/>
                    </a:lnTo>
                    <a:lnTo>
                      <a:pt x="320" y="2"/>
                    </a:lnTo>
                    <a:lnTo>
                      <a:pt x="312" y="8"/>
                    </a:lnTo>
                    <a:lnTo>
                      <a:pt x="306" y="16"/>
                    </a:lnTo>
                    <a:lnTo>
                      <a:pt x="304" y="26"/>
                    </a:lnTo>
                    <a:lnTo>
                      <a:pt x="230" y="50"/>
                    </a:lnTo>
                    <a:lnTo>
                      <a:pt x="230" y="50"/>
                    </a:lnTo>
                    <a:lnTo>
                      <a:pt x="228" y="50"/>
                    </a:lnTo>
                    <a:lnTo>
                      <a:pt x="228" y="50"/>
                    </a:lnTo>
                    <a:lnTo>
                      <a:pt x="224" y="52"/>
                    </a:lnTo>
                    <a:lnTo>
                      <a:pt x="222" y="56"/>
                    </a:lnTo>
                    <a:lnTo>
                      <a:pt x="222" y="56"/>
                    </a:lnTo>
                    <a:lnTo>
                      <a:pt x="222" y="56"/>
                    </a:lnTo>
                    <a:lnTo>
                      <a:pt x="202" y="86"/>
                    </a:lnTo>
                    <a:lnTo>
                      <a:pt x="216" y="100"/>
                    </a:lnTo>
                    <a:close/>
                    <a:moveTo>
                      <a:pt x="180" y="118"/>
                    </a:moveTo>
                    <a:lnTo>
                      <a:pt x="148" y="164"/>
                    </a:lnTo>
                    <a:lnTo>
                      <a:pt x="118" y="158"/>
                    </a:lnTo>
                    <a:lnTo>
                      <a:pt x="108" y="176"/>
                    </a:lnTo>
                    <a:lnTo>
                      <a:pt x="146" y="184"/>
                    </a:lnTo>
                    <a:lnTo>
                      <a:pt x="150" y="186"/>
                    </a:lnTo>
                    <a:lnTo>
                      <a:pt x="150" y="186"/>
                    </a:lnTo>
                    <a:lnTo>
                      <a:pt x="152" y="186"/>
                    </a:lnTo>
                    <a:lnTo>
                      <a:pt x="152" y="186"/>
                    </a:lnTo>
                    <a:lnTo>
                      <a:pt x="158" y="184"/>
                    </a:lnTo>
                    <a:lnTo>
                      <a:pt x="162" y="182"/>
                    </a:lnTo>
                    <a:lnTo>
                      <a:pt x="194" y="134"/>
                    </a:lnTo>
                    <a:lnTo>
                      <a:pt x="180" y="118"/>
                    </a:lnTo>
                    <a:close/>
                    <a:moveTo>
                      <a:pt x="346" y="268"/>
                    </a:moveTo>
                    <a:lnTo>
                      <a:pt x="16" y="268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284"/>
                    </a:lnTo>
                    <a:lnTo>
                      <a:pt x="346" y="284"/>
                    </a:lnTo>
                    <a:lnTo>
                      <a:pt x="346" y="268"/>
                    </a:lnTo>
                    <a:close/>
                    <a:moveTo>
                      <a:pt x="310" y="182"/>
                    </a:moveTo>
                    <a:lnTo>
                      <a:pt x="310" y="156"/>
                    </a:lnTo>
                    <a:lnTo>
                      <a:pt x="236" y="156"/>
                    </a:lnTo>
                    <a:lnTo>
                      <a:pt x="236" y="156"/>
                    </a:lnTo>
                    <a:lnTo>
                      <a:pt x="230" y="154"/>
                    </a:lnTo>
                    <a:lnTo>
                      <a:pt x="230" y="154"/>
                    </a:lnTo>
                    <a:lnTo>
                      <a:pt x="228" y="152"/>
                    </a:lnTo>
                    <a:lnTo>
                      <a:pt x="164" y="90"/>
                    </a:lnTo>
                    <a:lnTo>
                      <a:pt x="164" y="90"/>
                    </a:lnTo>
                    <a:lnTo>
                      <a:pt x="160" y="92"/>
                    </a:lnTo>
                    <a:lnTo>
                      <a:pt x="152" y="92"/>
                    </a:lnTo>
                    <a:lnTo>
                      <a:pt x="152" y="92"/>
                    </a:lnTo>
                    <a:lnTo>
                      <a:pt x="148" y="92"/>
                    </a:lnTo>
                    <a:lnTo>
                      <a:pt x="74" y="210"/>
                    </a:lnTo>
                    <a:lnTo>
                      <a:pt x="74" y="210"/>
                    </a:lnTo>
                    <a:lnTo>
                      <a:pt x="78" y="218"/>
                    </a:lnTo>
                    <a:lnTo>
                      <a:pt x="80" y="226"/>
                    </a:lnTo>
                    <a:lnTo>
                      <a:pt x="80" y="226"/>
                    </a:lnTo>
                    <a:lnTo>
                      <a:pt x="78" y="236"/>
                    </a:lnTo>
                    <a:lnTo>
                      <a:pt x="72" y="244"/>
                    </a:lnTo>
                    <a:lnTo>
                      <a:pt x="64" y="250"/>
                    </a:lnTo>
                    <a:lnTo>
                      <a:pt x="54" y="252"/>
                    </a:lnTo>
                    <a:lnTo>
                      <a:pt x="54" y="252"/>
                    </a:lnTo>
                    <a:lnTo>
                      <a:pt x="44" y="250"/>
                    </a:lnTo>
                    <a:lnTo>
                      <a:pt x="36" y="244"/>
                    </a:lnTo>
                    <a:lnTo>
                      <a:pt x="30" y="236"/>
                    </a:lnTo>
                    <a:lnTo>
                      <a:pt x="28" y="226"/>
                    </a:lnTo>
                    <a:lnTo>
                      <a:pt x="28" y="226"/>
                    </a:lnTo>
                    <a:lnTo>
                      <a:pt x="30" y="216"/>
                    </a:lnTo>
                    <a:lnTo>
                      <a:pt x="36" y="208"/>
                    </a:lnTo>
                    <a:lnTo>
                      <a:pt x="44" y="202"/>
                    </a:lnTo>
                    <a:lnTo>
                      <a:pt x="54" y="200"/>
                    </a:lnTo>
                    <a:lnTo>
                      <a:pt x="54" y="200"/>
                    </a:lnTo>
                    <a:lnTo>
                      <a:pt x="56" y="200"/>
                    </a:lnTo>
                    <a:lnTo>
                      <a:pt x="130" y="80"/>
                    </a:lnTo>
                    <a:lnTo>
                      <a:pt x="130" y="80"/>
                    </a:lnTo>
                    <a:lnTo>
                      <a:pt x="128" y="74"/>
                    </a:lnTo>
                    <a:lnTo>
                      <a:pt x="128" y="68"/>
                    </a:lnTo>
                    <a:lnTo>
                      <a:pt x="128" y="68"/>
                    </a:lnTo>
                    <a:lnTo>
                      <a:pt x="130" y="56"/>
                    </a:lnTo>
                    <a:lnTo>
                      <a:pt x="134" y="48"/>
                    </a:lnTo>
                    <a:lnTo>
                      <a:pt x="142" y="44"/>
                    </a:lnTo>
                    <a:lnTo>
                      <a:pt x="152" y="42"/>
                    </a:lnTo>
                    <a:lnTo>
                      <a:pt x="152" y="42"/>
                    </a:lnTo>
                    <a:lnTo>
                      <a:pt x="164" y="44"/>
                    </a:lnTo>
                    <a:lnTo>
                      <a:pt x="172" y="48"/>
                    </a:lnTo>
                    <a:lnTo>
                      <a:pt x="176" y="56"/>
                    </a:lnTo>
                    <a:lnTo>
                      <a:pt x="178" y="68"/>
                    </a:lnTo>
                    <a:lnTo>
                      <a:pt x="178" y="68"/>
                    </a:lnTo>
                    <a:lnTo>
                      <a:pt x="178" y="74"/>
                    </a:lnTo>
                    <a:lnTo>
                      <a:pt x="240" y="136"/>
                    </a:lnTo>
                    <a:lnTo>
                      <a:pt x="310" y="136"/>
                    </a:lnTo>
                    <a:lnTo>
                      <a:pt x="310" y="110"/>
                    </a:lnTo>
                    <a:lnTo>
                      <a:pt x="350" y="146"/>
                    </a:lnTo>
                    <a:lnTo>
                      <a:pt x="310" y="182"/>
                    </a:lnTo>
                    <a:close/>
                    <a:moveTo>
                      <a:pt x="162" y="68"/>
                    </a:moveTo>
                    <a:lnTo>
                      <a:pt x="162" y="68"/>
                    </a:lnTo>
                    <a:lnTo>
                      <a:pt x="162" y="64"/>
                    </a:lnTo>
                    <a:lnTo>
                      <a:pt x="160" y="60"/>
                    </a:lnTo>
                    <a:lnTo>
                      <a:pt x="156" y="58"/>
                    </a:lnTo>
                    <a:lnTo>
                      <a:pt x="152" y="58"/>
                    </a:lnTo>
                    <a:lnTo>
                      <a:pt x="152" y="58"/>
                    </a:lnTo>
                    <a:lnTo>
                      <a:pt x="150" y="58"/>
                    </a:lnTo>
                    <a:lnTo>
                      <a:pt x="146" y="60"/>
                    </a:lnTo>
                    <a:lnTo>
                      <a:pt x="144" y="64"/>
                    </a:lnTo>
                    <a:lnTo>
                      <a:pt x="144" y="68"/>
                    </a:lnTo>
                    <a:lnTo>
                      <a:pt x="144" y="68"/>
                    </a:lnTo>
                    <a:lnTo>
                      <a:pt x="144" y="70"/>
                    </a:lnTo>
                    <a:lnTo>
                      <a:pt x="146" y="74"/>
                    </a:lnTo>
                    <a:lnTo>
                      <a:pt x="150" y="76"/>
                    </a:lnTo>
                    <a:lnTo>
                      <a:pt x="152" y="76"/>
                    </a:lnTo>
                    <a:lnTo>
                      <a:pt x="152" y="76"/>
                    </a:lnTo>
                    <a:lnTo>
                      <a:pt x="156" y="76"/>
                    </a:lnTo>
                    <a:lnTo>
                      <a:pt x="160" y="74"/>
                    </a:lnTo>
                    <a:lnTo>
                      <a:pt x="162" y="70"/>
                    </a:lnTo>
                    <a:lnTo>
                      <a:pt x="162" y="68"/>
                    </a:lnTo>
                    <a:lnTo>
                      <a:pt x="162" y="6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8432101" y="5036934"/>
              <a:ext cx="612000" cy="612000"/>
              <a:chOff x="5794093" y="5877353"/>
              <a:chExt cx="612000" cy="612000"/>
            </a:xfrm>
          </p:grpSpPr>
          <p:sp>
            <p:nvSpPr>
              <p:cNvPr id="42" name="Oval 41"/>
              <p:cNvSpPr/>
              <p:nvPr/>
            </p:nvSpPr>
            <p:spPr bwMode="ltGray">
              <a:xfrm>
                <a:off x="5794093" y="5877353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43" name="Freeform 5005"/>
              <p:cNvSpPr>
                <a:spLocks noEditPoints="1"/>
              </p:cNvSpPr>
              <p:nvPr/>
            </p:nvSpPr>
            <p:spPr bwMode="auto">
              <a:xfrm>
                <a:off x="5903210" y="6050413"/>
                <a:ext cx="396879" cy="280720"/>
              </a:xfrm>
              <a:custGeom>
                <a:avLst/>
                <a:gdLst>
                  <a:gd name="T0" fmla="*/ 10 w 328"/>
                  <a:gd name="T1" fmla="*/ 0 h 232"/>
                  <a:gd name="T2" fmla="*/ 8 w 328"/>
                  <a:gd name="T3" fmla="*/ 2 h 232"/>
                  <a:gd name="T4" fmla="*/ 2 w 328"/>
                  <a:gd name="T5" fmla="*/ 6 h 232"/>
                  <a:gd name="T6" fmla="*/ 0 w 328"/>
                  <a:gd name="T7" fmla="*/ 14 h 232"/>
                  <a:gd name="T8" fmla="*/ 0 w 328"/>
                  <a:gd name="T9" fmla="*/ 222 h 232"/>
                  <a:gd name="T10" fmla="*/ 2 w 328"/>
                  <a:gd name="T11" fmla="*/ 222 h 232"/>
                  <a:gd name="T12" fmla="*/ 2 w 328"/>
                  <a:gd name="T13" fmla="*/ 224 h 232"/>
                  <a:gd name="T14" fmla="*/ 2 w 328"/>
                  <a:gd name="T15" fmla="*/ 224 h 232"/>
                  <a:gd name="T16" fmla="*/ 2 w 328"/>
                  <a:gd name="T17" fmla="*/ 226 h 232"/>
                  <a:gd name="T18" fmla="*/ 4 w 328"/>
                  <a:gd name="T19" fmla="*/ 228 h 232"/>
                  <a:gd name="T20" fmla="*/ 4 w 328"/>
                  <a:gd name="T21" fmla="*/ 228 h 232"/>
                  <a:gd name="T22" fmla="*/ 6 w 328"/>
                  <a:gd name="T23" fmla="*/ 230 h 232"/>
                  <a:gd name="T24" fmla="*/ 8 w 328"/>
                  <a:gd name="T25" fmla="*/ 230 h 232"/>
                  <a:gd name="T26" fmla="*/ 318 w 328"/>
                  <a:gd name="T27" fmla="*/ 232 h 232"/>
                  <a:gd name="T28" fmla="*/ 320 w 328"/>
                  <a:gd name="T29" fmla="*/ 230 h 232"/>
                  <a:gd name="T30" fmla="*/ 322 w 328"/>
                  <a:gd name="T31" fmla="*/ 230 h 232"/>
                  <a:gd name="T32" fmla="*/ 324 w 328"/>
                  <a:gd name="T33" fmla="*/ 228 h 232"/>
                  <a:gd name="T34" fmla="*/ 324 w 328"/>
                  <a:gd name="T35" fmla="*/ 228 h 232"/>
                  <a:gd name="T36" fmla="*/ 326 w 328"/>
                  <a:gd name="T37" fmla="*/ 226 h 232"/>
                  <a:gd name="T38" fmla="*/ 326 w 328"/>
                  <a:gd name="T39" fmla="*/ 224 h 232"/>
                  <a:gd name="T40" fmla="*/ 326 w 328"/>
                  <a:gd name="T41" fmla="*/ 224 h 232"/>
                  <a:gd name="T42" fmla="*/ 326 w 328"/>
                  <a:gd name="T43" fmla="*/ 222 h 232"/>
                  <a:gd name="T44" fmla="*/ 328 w 328"/>
                  <a:gd name="T45" fmla="*/ 222 h 232"/>
                  <a:gd name="T46" fmla="*/ 328 w 328"/>
                  <a:gd name="T47" fmla="*/ 10 h 232"/>
                  <a:gd name="T48" fmla="*/ 326 w 328"/>
                  <a:gd name="T49" fmla="*/ 6 h 232"/>
                  <a:gd name="T50" fmla="*/ 320 w 328"/>
                  <a:gd name="T51" fmla="*/ 2 h 232"/>
                  <a:gd name="T52" fmla="*/ 318 w 328"/>
                  <a:gd name="T53" fmla="*/ 0 h 232"/>
                  <a:gd name="T54" fmla="*/ 164 w 328"/>
                  <a:gd name="T55" fmla="*/ 150 h 232"/>
                  <a:gd name="T56" fmla="*/ 292 w 328"/>
                  <a:gd name="T57" fmla="*/ 20 h 232"/>
                  <a:gd name="T58" fmla="*/ 108 w 328"/>
                  <a:gd name="T59" fmla="*/ 122 h 232"/>
                  <a:gd name="T60" fmla="*/ 20 w 328"/>
                  <a:gd name="T61" fmla="*/ 36 h 232"/>
                  <a:gd name="T62" fmla="*/ 122 w 328"/>
                  <a:gd name="T63" fmla="*/ 136 h 232"/>
                  <a:gd name="T64" fmla="*/ 206 w 328"/>
                  <a:gd name="T65" fmla="*/ 136 h 232"/>
                  <a:gd name="T66" fmla="*/ 38 w 328"/>
                  <a:gd name="T67" fmla="*/ 212 h 232"/>
                  <a:gd name="T68" fmla="*/ 220 w 328"/>
                  <a:gd name="T69" fmla="*/ 122 h 232"/>
                  <a:gd name="T70" fmla="*/ 308 w 328"/>
                  <a:gd name="T71" fmla="*/ 20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28" h="232">
                    <a:moveTo>
                      <a:pt x="318" y="0"/>
                    </a:moveTo>
                    <a:lnTo>
                      <a:pt x="10" y="0"/>
                    </a:lnTo>
                    <a:lnTo>
                      <a:pt x="10" y="0"/>
                    </a:lnTo>
                    <a:lnTo>
                      <a:pt x="8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2" y="222"/>
                    </a:lnTo>
                    <a:lnTo>
                      <a:pt x="2" y="222"/>
                    </a:lnTo>
                    <a:lnTo>
                      <a:pt x="2" y="224"/>
                    </a:lnTo>
                    <a:lnTo>
                      <a:pt x="2" y="224"/>
                    </a:lnTo>
                    <a:lnTo>
                      <a:pt x="2" y="224"/>
                    </a:lnTo>
                    <a:lnTo>
                      <a:pt x="2" y="224"/>
                    </a:lnTo>
                    <a:lnTo>
                      <a:pt x="2" y="226"/>
                    </a:lnTo>
                    <a:lnTo>
                      <a:pt x="2" y="226"/>
                    </a:lnTo>
                    <a:lnTo>
                      <a:pt x="4" y="228"/>
                    </a:lnTo>
                    <a:lnTo>
                      <a:pt x="4" y="228"/>
                    </a:lnTo>
                    <a:lnTo>
                      <a:pt x="4" y="228"/>
                    </a:lnTo>
                    <a:lnTo>
                      <a:pt x="4" y="228"/>
                    </a:lnTo>
                    <a:lnTo>
                      <a:pt x="6" y="230"/>
                    </a:lnTo>
                    <a:lnTo>
                      <a:pt x="6" y="230"/>
                    </a:lnTo>
                    <a:lnTo>
                      <a:pt x="8" y="230"/>
                    </a:lnTo>
                    <a:lnTo>
                      <a:pt x="8" y="230"/>
                    </a:lnTo>
                    <a:lnTo>
                      <a:pt x="10" y="232"/>
                    </a:lnTo>
                    <a:lnTo>
                      <a:pt x="318" y="232"/>
                    </a:lnTo>
                    <a:lnTo>
                      <a:pt x="318" y="232"/>
                    </a:lnTo>
                    <a:lnTo>
                      <a:pt x="320" y="230"/>
                    </a:lnTo>
                    <a:lnTo>
                      <a:pt x="320" y="230"/>
                    </a:lnTo>
                    <a:lnTo>
                      <a:pt x="322" y="230"/>
                    </a:lnTo>
                    <a:lnTo>
                      <a:pt x="322" y="230"/>
                    </a:lnTo>
                    <a:lnTo>
                      <a:pt x="324" y="228"/>
                    </a:lnTo>
                    <a:lnTo>
                      <a:pt x="324" y="228"/>
                    </a:lnTo>
                    <a:lnTo>
                      <a:pt x="324" y="228"/>
                    </a:lnTo>
                    <a:lnTo>
                      <a:pt x="324" y="228"/>
                    </a:lnTo>
                    <a:lnTo>
                      <a:pt x="326" y="226"/>
                    </a:lnTo>
                    <a:lnTo>
                      <a:pt x="326" y="226"/>
                    </a:lnTo>
                    <a:lnTo>
                      <a:pt x="326" y="224"/>
                    </a:lnTo>
                    <a:lnTo>
                      <a:pt x="326" y="224"/>
                    </a:lnTo>
                    <a:lnTo>
                      <a:pt x="326" y="224"/>
                    </a:lnTo>
                    <a:lnTo>
                      <a:pt x="326" y="224"/>
                    </a:lnTo>
                    <a:lnTo>
                      <a:pt x="326" y="222"/>
                    </a:lnTo>
                    <a:lnTo>
                      <a:pt x="326" y="222"/>
                    </a:lnTo>
                    <a:lnTo>
                      <a:pt x="328" y="222"/>
                    </a:lnTo>
                    <a:lnTo>
                      <a:pt x="328" y="14"/>
                    </a:lnTo>
                    <a:lnTo>
                      <a:pt x="328" y="10"/>
                    </a:lnTo>
                    <a:lnTo>
                      <a:pt x="328" y="10"/>
                    </a:lnTo>
                    <a:lnTo>
                      <a:pt x="326" y="6"/>
                    </a:lnTo>
                    <a:lnTo>
                      <a:pt x="324" y="4"/>
                    </a:lnTo>
                    <a:lnTo>
                      <a:pt x="320" y="2"/>
                    </a:lnTo>
                    <a:lnTo>
                      <a:pt x="318" y="0"/>
                    </a:lnTo>
                    <a:lnTo>
                      <a:pt x="318" y="0"/>
                    </a:lnTo>
                    <a:close/>
                    <a:moveTo>
                      <a:pt x="292" y="20"/>
                    </a:moveTo>
                    <a:lnTo>
                      <a:pt x="164" y="150"/>
                    </a:lnTo>
                    <a:lnTo>
                      <a:pt x="36" y="20"/>
                    </a:lnTo>
                    <a:lnTo>
                      <a:pt x="292" y="20"/>
                    </a:lnTo>
                    <a:close/>
                    <a:moveTo>
                      <a:pt x="20" y="36"/>
                    </a:moveTo>
                    <a:lnTo>
                      <a:pt x="108" y="122"/>
                    </a:lnTo>
                    <a:lnTo>
                      <a:pt x="20" y="200"/>
                    </a:lnTo>
                    <a:lnTo>
                      <a:pt x="20" y="36"/>
                    </a:lnTo>
                    <a:close/>
                    <a:moveTo>
                      <a:pt x="38" y="212"/>
                    </a:moveTo>
                    <a:lnTo>
                      <a:pt x="122" y="136"/>
                    </a:lnTo>
                    <a:lnTo>
                      <a:pt x="164" y="178"/>
                    </a:lnTo>
                    <a:lnTo>
                      <a:pt x="206" y="136"/>
                    </a:lnTo>
                    <a:lnTo>
                      <a:pt x="290" y="212"/>
                    </a:lnTo>
                    <a:lnTo>
                      <a:pt x="38" y="212"/>
                    </a:lnTo>
                    <a:close/>
                    <a:moveTo>
                      <a:pt x="308" y="200"/>
                    </a:moveTo>
                    <a:lnTo>
                      <a:pt x="220" y="122"/>
                    </a:lnTo>
                    <a:lnTo>
                      <a:pt x="308" y="36"/>
                    </a:lnTo>
                    <a:lnTo>
                      <a:pt x="308" y="20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5900468" y="3420117"/>
              <a:ext cx="612000" cy="612000"/>
              <a:chOff x="2342233" y="3474401"/>
              <a:chExt cx="612000" cy="612000"/>
            </a:xfrm>
          </p:grpSpPr>
          <p:sp>
            <p:nvSpPr>
              <p:cNvPr id="45" name="Oval 44"/>
              <p:cNvSpPr/>
              <p:nvPr/>
            </p:nvSpPr>
            <p:spPr bwMode="ltGray">
              <a:xfrm>
                <a:off x="2342233" y="3474401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46" name="Freeform 5013"/>
              <p:cNvSpPr>
                <a:spLocks noEditPoints="1"/>
              </p:cNvSpPr>
              <p:nvPr/>
            </p:nvSpPr>
            <p:spPr bwMode="auto">
              <a:xfrm>
                <a:off x="2528266" y="3545525"/>
                <a:ext cx="234740" cy="464639"/>
              </a:xfrm>
              <a:custGeom>
                <a:avLst/>
                <a:gdLst>
                  <a:gd name="T0" fmla="*/ 0 w 194"/>
                  <a:gd name="T1" fmla="*/ 96 h 384"/>
                  <a:gd name="T2" fmla="*/ 8 w 194"/>
                  <a:gd name="T3" fmla="*/ 106 h 384"/>
                  <a:gd name="T4" fmla="*/ 10 w 194"/>
                  <a:gd name="T5" fmla="*/ 106 h 384"/>
                  <a:gd name="T6" fmla="*/ 20 w 194"/>
                  <a:gd name="T7" fmla="*/ 100 h 384"/>
                  <a:gd name="T8" fmla="*/ 54 w 194"/>
                  <a:gd name="T9" fmla="*/ 62 h 384"/>
                  <a:gd name="T10" fmla="*/ 78 w 194"/>
                  <a:gd name="T11" fmla="*/ 62 h 384"/>
                  <a:gd name="T12" fmla="*/ 68 w 194"/>
                  <a:gd name="T13" fmla="*/ 86 h 384"/>
                  <a:gd name="T14" fmla="*/ 42 w 194"/>
                  <a:gd name="T15" fmla="*/ 108 h 384"/>
                  <a:gd name="T16" fmla="*/ 30 w 194"/>
                  <a:gd name="T17" fmla="*/ 138 h 384"/>
                  <a:gd name="T18" fmla="*/ 28 w 194"/>
                  <a:gd name="T19" fmla="*/ 226 h 384"/>
                  <a:gd name="T20" fmla="*/ 98 w 194"/>
                  <a:gd name="T21" fmla="*/ 234 h 384"/>
                  <a:gd name="T22" fmla="*/ 166 w 194"/>
                  <a:gd name="T23" fmla="*/ 150 h 384"/>
                  <a:gd name="T24" fmla="*/ 162 w 194"/>
                  <a:gd name="T25" fmla="*/ 126 h 384"/>
                  <a:gd name="T26" fmla="*/ 146 w 194"/>
                  <a:gd name="T27" fmla="*/ 100 h 384"/>
                  <a:gd name="T28" fmla="*/ 118 w 194"/>
                  <a:gd name="T29" fmla="*/ 82 h 384"/>
                  <a:gd name="T30" fmla="*/ 124 w 194"/>
                  <a:gd name="T31" fmla="*/ 56 h 384"/>
                  <a:gd name="T32" fmla="*/ 144 w 194"/>
                  <a:gd name="T33" fmla="*/ 22 h 384"/>
                  <a:gd name="T34" fmla="*/ 124 w 194"/>
                  <a:gd name="T35" fmla="*/ 14 h 384"/>
                  <a:gd name="T36" fmla="*/ 98 w 194"/>
                  <a:gd name="T37" fmla="*/ 0 h 384"/>
                  <a:gd name="T38" fmla="*/ 78 w 194"/>
                  <a:gd name="T39" fmla="*/ 8 h 384"/>
                  <a:gd name="T40" fmla="*/ 10 w 194"/>
                  <a:gd name="T41" fmla="*/ 24 h 384"/>
                  <a:gd name="T42" fmla="*/ 4 w 194"/>
                  <a:gd name="T43" fmla="*/ 28 h 384"/>
                  <a:gd name="T44" fmla="*/ 0 w 194"/>
                  <a:gd name="T45" fmla="*/ 34 h 384"/>
                  <a:gd name="T46" fmla="*/ 8 w 194"/>
                  <a:gd name="T47" fmla="*/ 44 h 384"/>
                  <a:gd name="T48" fmla="*/ 46 w 194"/>
                  <a:gd name="T49" fmla="*/ 44 h 384"/>
                  <a:gd name="T50" fmla="*/ 10 w 194"/>
                  <a:gd name="T51" fmla="*/ 78 h 384"/>
                  <a:gd name="T52" fmla="*/ 116 w 194"/>
                  <a:gd name="T53" fmla="*/ 104 h 384"/>
                  <a:gd name="T54" fmla="*/ 132 w 194"/>
                  <a:gd name="T55" fmla="*/ 114 h 384"/>
                  <a:gd name="T56" fmla="*/ 142 w 194"/>
                  <a:gd name="T57" fmla="*/ 130 h 384"/>
                  <a:gd name="T58" fmla="*/ 146 w 194"/>
                  <a:gd name="T59" fmla="*/ 204 h 384"/>
                  <a:gd name="T60" fmla="*/ 144 w 194"/>
                  <a:gd name="T61" fmla="*/ 212 h 384"/>
                  <a:gd name="T62" fmla="*/ 136 w 194"/>
                  <a:gd name="T63" fmla="*/ 214 h 384"/>
                  <a:gd name="T64" fmla="*/ 126 w 194"/>
                  <a:gd name="T65" fmla="*/ 208 h 384"/>
                  <a:gd name="T66" fmla="*/ 126 w 194"/>
                  <a:gd name="T67" fmla="*/ 150 h 384"/>
                  <a:gd name="T68" fmla="*/ 118 w 194"/>
                  <a:gd name="T69" fmla="*/ 128 h 384"/>
                  <a:gd name="T70" fmla="*/ 106 w 194"/>
                  <a:gd name="T71" fmla="*/ 120 h 384"/>
                  <a:gd name="T72" fmla="*/ 104 w 194"/>
                  <a:gd name="T73" fmla="*/ 110 h 384"/>
                  <a:gd name="T74" fmla="*/ 108 w 194"/>
                  <a:gd name="T75" fmla="*/ 104 h 384"/>
                  <a:gd name="T76" fmla="*/ 116 w 194"/>
                  <a:gd name="T77" fmla="*/ 104 h 384"/>
                  <a:gd name="T78" fmla="*/ 104 w 194"/>
                  <a:gd name="T79" fmla="*/ 22 h 384"/>
                  <a:gd name="T80" fmla="*/ 112 w 194"/>
                  <a:gd name="T81" fmla="*/ 34 h 384"/>
                  <a:gd name="T82" fmla="*/ 108 w 194"/>
                  <a:gd name="T83" fmla="*/ 44 h 384"/>
                  <a:gd name="T84" fmla="*/ 98 w 194"/>
                  <a:gd name="T85" fmla="*/ 50 h 384"/>
                  <a:gd name="T86" fmla="*/ 84 w 194"/>
                  <a:gd name="T87" fmla="*/ 40 h 384"/>
                  <a:gd name="T88" fmla="*/ 84 w 194"/>
                  <a:gd name="T89" fmla="*/ 30 h 384"/>
                  <a:gd name="T90" fmla="*/ 98 w 194"/>
                  <a:gd name="T91" fmla="*/ 20 h 384"/>
                  <a:gd name="T92" fmla="*/ 98 w 194"/>
                  <a:gd name="T93" fmla="*/ 282 h 384"/>
                  <a:gd name="T94" fmla="*/ 28 w 194"/>
                  <a:gd name="T95" fmla="*/ 368 h 384"/>
                  <a:gd name="T96" fmla="*/ 34 w 194"/>
                  <a:gd name="T97" fmla="*/ 378 h 384"/>
                  <a:gd name="T98" fmla="*/ 150 w 194"/>
                  <a:gd name="T99" fmla="*/ 384 h 384"/>
                  <a:gd name="T100" fmla="*/ 162 w 194"/>
                  <a:gd name="T101" fmla="*/ 378 h 384"/>
                  <a:gd name="T102" fmla="*/ 166 w 194"/>
                  <a:gd name="T103" fmla="*/ 276 h 384"/>
                  <a:gd name="T104" fmla="*/ 98 w 194"/>
                  <a:gd name="T105" fmla="*/ 282 h 384"/>
                  <a:gd name="T106" fmla="*/ 146 w 194"/>
                  <a:gd name="T107" fmla="*/ 354 h 384"/>
                  <a:gd name="T108" fmla="*/ 140 w 194"/>
                  <a:gd name="T109" fmla="*/ 364 h 384"/>
                  <a:gd name="T110" fmla="*/ 132 w 194"/>
                  <a:gd name="T111" fmla="*/ 364 h 384"/>
                  <a:gd name="T112" fmla="*/ 126 w 194"/>
                  <a:gd name="T113" fmla="*/ 354 h 384"/>
                  <a:gd name="T114" fmla="*/ 126 w 194"/>
                  <a:gd name="T115" fmla="*/ 306 h 384"/>
                  <a:gd name="T116" fmla="*/ 136 w 194"/>
                  <a:gd name="T117" fmla="*/ 300 h 384"/>
                  <a:gd name="T118" fmla="*/ 144 w 194"/>
                  <a:gd name="T119" fmla="*/ 302 h 384"/>
                  <a:gd name="T120" fmla="*/ 146 w 194"/>
                  <a:gd name="T121" fmla="*/ 354 h 384"/>
                  <a:gd name="T122" fmla="*/ 154 w 194"/>
                  <a:gd name="T123" fmla="*/ 20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4" h="384">
                    <a:moveTo>
                      <a:pt x="2" y="92"/>
                    </a:moveTo>
                    <a:lnTo>
                      <a:pt x="2" y="92"/>
                    </a:lnTo>
                    <a:lnTo>
                      <a:pt x="0" y="96"/>
                    </a:lnTo>
                    <a:lnTo>
                      <a:pt x="2" y="100"/>
                    </a:lnTo>
                    <a:lnTo>
                      <a:pt x="4" y="102"/>
                    </a:lnTo>
                    <a:lnTo>
                      <a:pt x="8" y="106"/>
                    </a:lnTo>
                    <a:lnTo>
                      <a:pt x="8" y="106"/>
                    </a:lnTo>
                    <a:lnTo>
                      <a:pt x="10" y="106"/>
                    </a:lnTo>
                    <a:lnTo>
                      <a:pt x="10" y="106"/>
                    </a:lnTo>
                    <a:lnTo>
                      <a:pt x="16" y="104"/>
                    </a:lnTo>
                    <a:lnTo>
                      <a:pt x="20" y="100"/>
                    </a:lnTo>
                    <a:lnTo>
                      <a:pt x="20" y="100"/>
                    </a:lnTo>
                    <a:lnTo>
                      <a:pt x="28" y="84"/>
                    </a:lnTo>
                    <a:lnTo>
                      <a:pt x="40" y="72"/>
                    </a:lnTo>
                    <a:lnTo>
                      <a:pt x="54" y="62"/>
                    </a:lnTo>
                    <a:lnTo>
                      <a:pt x="72" y="56"/>
                    </a:lnTo>
                    <a:lnTo>
                      <a:pt x="72" y="56"/>
                    </a:lnTo>
                    <a:lnTo>
                      <a:pt x="78" y="62"/>
                    </a:lnTo>
                    <a:lnTo>
                      <a:pt x="78" y="82"/>
                    </a:lnTo>
                    <a:lnTo>
                      <a:pt x="78" y="82"/>
                    </a:lnTo>
                    <a:lnTo>
                      <a:pt x="68" y="86"/>
                    </a:lnTo>
                    <a:lnTo>
                      <a:pt x="58" y="92"/>
                    </a:lnTo>
                    <a:lnTo>
                      <a:pt x="50" y="100"/>
                    </a:lnTo>
                    <a:lnTo>
                      <a:pt x="42" y="108"/>
                    </a:lnTo>
                    <a:lnTo>
                      <a:pt x="36" y="116"/>
                    </a:lnTo>
                    <a:lnTo>
                      <a:pt x="32" y="126"/>
                    </a:lnTo>
                    <a:lnTo>
                      <a:pt x="30" y="138"/>
                    </a:lnTo>
                    <a:lnTo>
                      <a:pt x="28" y="150"/>
                    </a:lnTo>
                    <a:lnTo>
                      <a:pt x="28" y="226"/>
                    </a:lnTo>
                    <a:lnTo>
                      <a:pt x="28" y="226"/>
                    </a:lnTo>
                    <a:lnTo>
                      <a:pt x="62" y="232"/>
                    </a:lnTo>
                    <a:lnTo>
                      <a:pt x="98" y="234"/>
                    </a:lnTo>
                    <a:lnTo>
                      <a:pt x="98" y="234"/>
                    </a:lnTo>
                    <a:lnTo>
                      <a:pt x="132" y="232"/>
                    </a:lnTo>
                    <a:lnTo>
                      <a:pt x="166" y="226"/>
                    </a:lnTo>
                    <a:lnTo>
                      <a:pt x="166" y="150"/>
                    </a:lnTo>
                    <a:lnTo>
                      <a:pt x="166" y="150"/>
                    </a:lnTo>
                    <a:lnTo>
                      <a:pt x="166" y="138"/>
                    </a:lnTo>
                    <a:lnTo>
                      <a:pt x="162" y="126"/>
                    </a:lnTo>
                    <a:lnTo>
                      <a:pt x="158" y="116"/>
                    </a:lnTo>
                    <a:lnTo>
                      <a:pt x="152" y="108"/>
                    </a:lnTo>
                    <a:lnTo>
                      <a:pt x="146" y="100"/>
                    </a:lnTo>
                    <a:lnTo>
                      <a:pt x="138" y="92"/>
                    </a:lnTo>
                    <a:lnTo>
                      <a:pt x="128" y="86"/>
                    </a:lnTo>
                    <a:lnTo>
                      <a:pt x="118" y="82"/>
                    </a:lnTo>
                    <a:lnTo>
                      <a:pt x="118" y="62"/>
                    </a:lnTo>
                    <a:lnTo>
                      <a:pt x="118" y="62"/>
                    </a:lnTo>
                    <a:lnTo>
                      <a:pt x="124" y="56"/>
                    </a:lnTo>
                    <a:lnTo>
                      <a:pt x="130" y="48"/>
                    </a:lnTo>
                    <a:lnTo>
                      <a:pt x="144" y="48"/>
                    </a:lnTo>
                    <a:lnTo>
                      <a:pt x="144" y="22"/>
                    </a:lnTo>
                    <a:lnTo>
                      <a:pt x="130" y="22"/>
                    </a:lnTo>
                    <a:lnTo>
                      <a:pt x="130" y="22"/>
                    </a:lnTo>
                    <a:lnTo>
                      <a:pt x="124" y="14"/>
                    </a:lnTo>
                    <a:lnTo>
                      <a:pt x="118" y="6"/>
                    </a:lnTo>
                    <a:lnTo>
                      <a:pt x="108" y="2"/>
                    </a:lnTo>
                    <a:lnTo>
                      <a:pt x="98" y="0"/>
                    </a:lnTo>
                    <a:lnTo>
                      <a:pt x="98" y="0"/>
                    </a:lnTo>
                    <a:lnTo>
                      <a:pt x="86" y="2"/>
                    </a:lnTo>
                    <a:lnTo>
                      <a:pt x="78" y="8"/>
                    </a:lnTo>
                    <a:lnTo>
                      <a:pt x="70" y="16"/>
                    </a:lnTo>
                    <a:lnTo>
                      <a:pt x="64" y="24"/>
                    </a:lnTo>
                    <a:lnTo>
                      <a:pt x="10" y="24"/>
                    </a:lnTo>
                    <a:lnTo>
                      <a:pt x="10" y="24"/>
                    </a:lnTo>
                    <a:lnTo>
                      <a:pt x="8" y="26"/>
                    </a:lnTo>
                    <a:lnTo>
                      <a:pt x="4" y="28"/>
                    </a:lnTo>
                    <a:lnTo>
                      <a:pt x="2" y="30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2" y="38"/>
                    </a:lnTo>
                    <a:lnTo>
                      <a:pt x="4" y="42"/>
                    </a:lnTo>
                    <a:lnTo>
                      <a:pt x="8" y="44"/>
                    </a:lnTo>
                    <a:lnTo>
                      <a:pt x="10" y="44"/>
                    </a:lnTo>
                    <a:lnTo>
                      <a:pt x="46" y="44"/>
                    </a:lnTo>
                    <a:lnTo>
                      <a:pt x="46" y="44"/>
                    </a:lnTo>
                    <a:lnTo>
                      <a:pt x="32" y="54"/>
                    </a:lnTo>
                    <a:lnTo>
                      <a:pt x="20" y="64"/>
                    </a:lnTo>
                    <a:lnTo>
                      <a:pt x="10" y="78"/>
                    </a:lnTo>
                    <a:lnTo>
                      <a:pt x="2" y="92"/>
                    </a:lnTo>
                    <a:lnTo>
                      <a:pt x="2" y="92"/>
                    </a:lnTo>
                    <a:close/>
                    <a:moveTo>
                      <a:pt x="116" y="104"/>
                    </a:moveTo>
                    <a:lnTo>
                      <a:pt x="116" y="104"/>
                    </a:lnTo>
                    <a:lnTo>
                      <a:pt x="124" y="108"/>
                    </a:lnTo>
                    <a:lnTo>
                      <a:pt x="132" y="114"/>
                    </a:lnTo>
                    <a:lnTo>
                      <a:pt x="132" y="114"/>
                    </a:lnTo>
                    <a:lnTo>
                      <a:pt x="138" y="122"/>
                    </a:lnTo>
                    <a:lnTo>
                      <a:pt x="142" y="130"/>
                    </a:lnTo>
                    <a:lnTo>
                      <a:pt x="146" y="140"/>
                    </a:lnTo>
                    <a:lnTo>
                      <a:pt x="146" y="150"/>
                    </a:lnTo>
                    <a:lnTo>
                      <a:pt x="146" y="204"/>
                    </a:lnTo>
                    <a:lnTo>
                      <a:pt x="146" y="204"/>
                    </a:lnTo>
                    <a:lnTo>
                      <a:pt x="146" y="208"/>
                    </a:lnTo>
                    <a:lnTo>
                      <a:pt x="144" y="212"/>
                    </a:lnTo>
                    <a:lnTo>
                      <a:pt x="140" y="214"/>
                    </a:lnTo>
                    <a:lnTo>
                      <a:pt x="136" y="214"/>
                    </a:lnTo>
                    <a:lnTo>
                      <a:pt x="136" y="214"/>
                    </a:lnTo>
                    <a:lnTo>
                      <a:pt x="132" y="214"/>
                    </a:lnTo>
                    <a:lnTo>
                      <a:pt x="130" y="212"/>
                    </a:lnTo>
                    <a:lnTo>
                      <a:pt x="126" y="208"/>
                    </a:lnTo>
                    <a:lnTo>
                      <a:pt x="126" y="204"/>
                    </a:lnTo>
                    <a:lnTo>
                      <a:pt x="126" y="150"/>
                    </a:lnTo>
                    <a:lnTo>
                      <a:pt x="126" y="150"/>
                    </a:lnTo>
                    <a:lnTo>
                      <a:pt x="124" y="138"/>
                    </a:lnTo>
                    <a:lnTo>
                      <a:pt x="118" y="128"/>
                    </a:lnTo>
                    <a:lnTo>
                      <a:pt x="118" y="128"/>
                    </a:lnTo>
                    <a:lnTo>
                      <a:pt x="108" y="122"/>
                    </a:lnTo>
                    <a:lnTo>
                      <a:pt x="108" y="122"/>
                    </a:lnTo>
                    <a:lnTo>
                      <a:pt x="106" y="120"/>
                    </a:lnTo>
                    <a:lnTo>
                      <a:pt x="104" y="118"/>
                    </a:lnTo>
                    <a:lnTo>
                      <a:pt x="102" y="114"/>
                    </a:lnTo>
                    <a:lnTo>
                      <a:pt x="104" y="110"/>
                    </a:lnTo>
                    <a:lnTo>
                      <a:pt x="104" y="110"/>
                    </a:lnTo>
                    <a:lnTo>
                      <a:pt x="106" y="106"/>
                    </a:lnTo>
                    <a:lnTo>
                      <a:pt x="108" y="104"/>
                    </a:lnTo>
                    <a:lnTo>
                      <a:pt x="112" y="104"/>
                    </a:lnTo>
                    <a:lnTo>
                      <a:pt x="116" y="104"/>
                    </a:lnTo>
                    <a:lnTo>
                      <a:pt x="116" y="104"/>
                    </a:lnTo>
                    <a:close/>
                    <a:moveTo>
                      <a:pt x="98" y="20"/>
                    </a:moveTo>
                    <a:lnTo>
                      <a:pt x="98" y="20"/>
                    </a:lnTo>
                    <a:lnTo>
                      <a:pt x="104" y="22"/>
                    </a:lnTo>
                    <a:lnTo>
                      <a:pt x="108" y="24"/>
                    </a:lnTo>
                    <a:lnTo>
                      <a:pt x="110" y="30"/>
                    </a:lnTo>
                    <a:lnTo>
                      <a:pt x="112" y="34"/>
                    </a:lnTo>
                    <a:lnTo>
                      <a:pt x="112" y="34"/>
                    </a:lnTo>
                    <a:lnTo>
                      <a:pt x="110" y="40"/>
                    </a:lnTo>
                    <a:lnTo>
                      <a:pt x="108" y="44"/>
                    </a:lnTo>
                    <a:lnTo>
                      <a:pt x="104" y="48"/>
                    </a:lnTo>
                    <a:lnTo>
                      <a:pt x="98" y="50"/>
                    </a:lnTo>
                    <a:lnTo>
                      <a:pt x="98" y="50"/>
                    </a:lnTo>
                    <a:lnTo>
                      <a:pt x="92" y="48"/>
                    </a:lnTo>
                    <a:lnTo>
                      <a:pt x="88" y="44"/>
                    </a:lnTo>
                    <a:lnTo>
                      <a:pt x="84" y="40"/>
                    </a:lnTo>
                    <a:lnTo>
                      <a:pt x="84" y="34"/>
                    </a:lnTo>
                    <a:lnTo>
                      <a:pt x="84" y="34"/>
                    </a:lnTo>
                    <a:lnTo>
                      <a:pt x="84" y="30"/>
                    </a:lnTo>
                    <a:lnTo>
                      <a:pt x="88" y="24"/>
                    </a:lnTo>
                    <a:lnTo>
                      <a:pt x="92" y="22"/>
                    </a:lnTo>
                    <a:lnTo>
                      <a:pt x="98" y="20"/>
                    </a:lnTo>
                    <a:lnTo>
                      <a:pt x="98" y="20"/>
                    </a:lnTo>
                    <a:close/>
                    <a:moveTo>
                      <a:pt x="98" y="282"/>
                    </a:moveTo>
                    <a:lnTo>
                      <a:pt x="98" y="282"/>
                    </a:lnTo>
                    <a:lnTo>
                      <a:pt x="62" y="280"/>
                    </a:lnTo>
                    <a:lnTo>
                      <a:pt x="28" y="276"/>
                    </a:lnTo>
                    <a:lnTo>
                      <a:pt x="28" y="368"/>
                    </a:lnTo>
                    <a:lnTo>
                      <a:pt x="28" y="368"/>
                    </a:lnTo>
                    <a:lnTo>
                      <a:pt x="30" y="374"/>
                    </a:lnTo>
                    <a:lnTo>
                      <a:pt x="34" y="378"/>
                    </a:lnTo>
                    <a:lnTo>
                      <a:pt x="38" y="382"/>
                    </a:lnTo>
                    <a:lnTo>
                      <a:pt x="44" y="384"/>
                    </a:lnTo>
                    <a:lnTo>
                      <a:pt x="150" y="384"/>
                    </a:lnTo>
                    <a:lnTo>
                      <a:pt x="150" y="384"/>
                    </a:lnTo>
                    <a:lnTo>
                      <a:pt x="156" y="382"/>
                    </a:lnTo>
                    <a:lnTo>
                      <a:pt x="162" y="378"/>
                    </a:lnTo>
                    <a:lnTo>
                      <a:pt x="166" y="374"/>
                    </a:lnTo>
                    <a:lnTo>
                      <a:pt x="166" y="368"/>
                    </a:lnTo>
                    <a:lnTo>
                      <a:pt x="166" y="276"/>
                    </a:lnTo>
                    <a:lnTo>
                      <a:pt x="166" y="276"/>
                    </a:lnTo>
                    <a:lnTo>
                      <a:pt x="132" y="280"/>
                    </a:lnTo>
                    <a:lnTo>
                      <a:pt x="98" y="282"/>
                    </a:lnTo>
                    <a:lnTo>
                      <a:pt x="98" y="282"/>
                    </a:lnTo>
                    <a:close/>
                    <a:moveTo>
                      <a:pt x="146" y="354"/>
                    </a:moveTo>
                    <a:lnTo>
                      <a:pt x="146" y="354"/>
                    </a:lnTo>
                    <a:lnTo>
                      <a:pt x="146" y="358"/>
                    </a:lnTo>
                    <a:lnTo>
                      <a:pt x="144" y="362"/>
                    </a:lnTo>
                    <a:lnTo>
                      <a:pt x="140" y="364"/>
                    </a:lnTo>
                    <a:lnTo>
                      <a:pt x="136" y="364"/>
                    </a:lnTo>
                    <a:lnTo>
                      <a:pt x="136" y="364"/>
                    </a:lnTo>
                    <a:lnTo>
                      <a:pt x="132" y="364"/>
                    </a:lnTo>
                    <a:lnTo>
                      <a:pt x="130" y="362"/>
                    </a:lnTo>
                    <a:lnTo>
                      <a:pt x="126" y="358"/>
                    </a:lnTo>
                    <a:lnTo>
                      <a:pt x="126" y="354"/>
                    </a:lnTo>
                    <a:lnTo>
                      <a:pt x="126" y="310"/>
                    </a:lnTo>
                    <a:lnTo>
                      <a:pt x="126" y="310"/>
                    </a:lnTo>
                    <a:lnTo>
                      <a:pt x="126" y="306"/>
                    </a:lnTo>
                    <a:lnTo>
                      <a:pt x="130" y="302"/>
                    </a:lnTo>
                    <a:lnTo>
                      <a:pt x="132" y="300"/>
                    </a:lnTo>
                    <a:lnTo>
                      <a:pt x="136" y="300"/>
                    </a:lnTo>
                    <a:lnTo>
                      <a:pt x="136" y="300"/>
                    </a:lnTo>
                    <a:lnTo>
                      <a:pt x="140" y="300"/>
                    </a:lnTo>
                    <a:lnTo>
                      <a:pt x="144" y="302"/>
                    </a:lnTo>
                    <a:lnTo>
                      <a:pt x="146" y="306"/>
                    </a:lnTo>
                    <a:lnTo>
                      <a:pt x="146" y="310"/>
                    </a:lnTo>
                    <a:lnTo>
                      <a:pt x="146" y="354"/>
                    </a:lnTo>
                    <a:close/>
                    <a:moveTo>
                      <a:pt x="194" y="64"/>
                    </a:moveTo>
                    <a:lnTo>
                      <a:pt x="154" y="48"/>
                    </a:lnTo>
                    <a:lnTo>
                      <a:pt x="154" y="20"/>
                    </a:lnTo>
                    <a:lnTo>
                      <a:pt x="194" y="6"/>
                    </a:lnTo>
                    <a:lnTo>
                      <a:pt x="194" y="6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5879681" y="4221088"/>
              <a:ext cx="612000" cy="612000"/>
              <a:chOff x="2342233" y="2258092"/>
              <a:chExt cx="612000" cy="612000"/>
            </a:xfrm>
          </p:grpSpPr>
          <p:sp>
            <p:nvSpPr>
              <p:cNvPr id="57" name="Oval 56"/>
              <p:cNvSpPr/>
              <p:nvPr/>
            </p:nvSpPr>
            <p:spPr bwMode="ltGray">
              <a:xfrm>
                <a:off x="2342233" y="2258092"/>
                <a:ext cx="612000" cy="612000"/>
              </a:xfrm>
              <a:prstGeom prst="ellipse">
                <a:avLst/>
              </a:prstGeom>
              <a:solidFill>
                <a:schemeClr val="tx2"/>
              </a:solidFill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58" name="Freeform 4899"/>
              <p:cNvSpPr>
                <a:spLocks noEditPoints="1"/>
              </p:cNvSpPr>
              <p:nvPr/>
            </p:nvSpPr>
            <p:spPr bwMode="auto">
              <a:xfrm>
                <a:off x="2451818" y="2356153"/>
                <a:ext cx="392831" cy="392831"/>
              </a:xfrm>
              <a:custGeom>
                <a:avLst/>
                <a:gdLst>
                  <a:gd name="T0" fmla="*/ 190 w 324"/>
                  <a:gd name="T1" fmla="*/ 0 h 324"/>
                  <a:gd name="T2" fmla="*/ 134 w 324"/>
                  <a:gd name="T3" fmla="*/ 20 h 324"/>
                  <a:gd name="T4" fmla="*/ 90 w 324"/>
                  <a:gd name="T5" fmla="*/ 74 h 324"/>
                  <a:gd name="T6" fmla="*/ 82 w 324"/>
                  <a:gd name="T7" fmla="*/ 120 h 324"/>
                  <a:gd name="T8" fmla="*/ 84 w 324"/>
                  <a:gd name="T9" fmla="*/ 146 h 324"/>
                  <a:gd name="T10" fmla="*/ 118 w 324"/>
                  <a:gd name="T11" fmla="*/ 206 h 324"/>
                  <a:gd name="T12" fmla="*/ 178 w 324"/>
                  <a:gd name="T13" fmla="*/ 240 h 324"/>
                  <a:gd name="T14" fmla="*/ 202 w 324"/>
                  <a:gd name="T15" fmla="*/ 242 h 324"/>
                  <a:gd name="T16" fmla="*/ 250 w 324"/>
                  <a:gd name="T17" fmla="*/ 232 h 324"/>
                  <a:gd name="T18" fmla="*/ 304 w 324"/>
                  <a:gd name="T19" fmla="*/ 188 h 324"/>
                  <a:gd name="T20" fmla="*/ 324 w 324"/>
                  <a:gd name="T21" fmla="*/ 132 h 324"/>
                  <a:gd name="T22" fmla="*/ 324 w 324"/>
                  <a:gd name="T23" fmla="*/ 108 h 324"/>
                  <a:gd name="T24" fmla="*/ 304 w 324"/>
                  <a:gd name="T25" fmla="*/ 52 h 324"/>
                  <a:gd name="T26" fmla="*/ 250 w 324"/>
                  <a:gd name="T27" fmla="*/ 8 h 324"/>
                  <a:gd name="T28" fmla="*/ 202 w 324"/>
                  <a:gd name="T29" fmla="*/ 0 h 324"/>
                  <a:gd name="T30" fmla="*/ 202 w 324"/>
                  <a:gd name="T31" fmla="*/ 212 h 324"/>
                  <a:gd name="T32" fmla="*/ 152 w 324"/>
                  <a:gd name="T33" fmla="*/ 196 h 324"/>
                  <a:gd name="T34" fmla="*/ 118 w 324"/>
                  <a:gd name="T35" fmla="*/ 156 h 324"/>
                  <a:gd name="T36" fmla="*/ 112 w 324"/>
                  <a:gd name="T37" fmla="*/ 120 h 324"/>
                  <a:gd name="T38" fmla="*/ 128 w 324"/>
                  <a:gd name="T39" fmla="*/ 70 h 324"/>
                  <a:gd name="T40" fmla="*/ 168 w 324"/>
                  <a:gd name="T41" fmla="*/ 36 h 324"/>
                  <a:gd name="T42" fmla="*/ 202 w 324"/>
                  <a:gd name="T43" fmla="*/ 30 h 324"/>
                  <a:gd name="T44" fmla="*/ 254 w 324"/>
                  <a:gd name="T45" fmla="*/ 46 h 324"/>
                  <a:gd name="T46" fmla="*/ 286 w 324"/>
                  <a:gd name="T47" fmla="*/ 86 h 324"/>
                  <a:gd name="T48" fmla="*/ 294 w 324"/>
                  <a:gd name="T49" fmla="*/ 120 h 324"/>
                  <a:gd name="T50" fmla="*/ 278 w 324"/>
                  <a:gd name="T51" fmla="*/ 172 h 324"/>
                  <a:gd name="T52" fmla="*/ 238 w 324"/>
                  <a:gd name="T53" fmla="*/ 204 h 324"/>
                  <a:gd name="T54" fmla="*/ 202 w 324"/>
                  <a:gd name="T55" fmla="*/ 212 h 324"/>
                  <a:gd name="T56" fmla="*/ 138 w 324"/>
                  <a:gd name="T57" fmla="*/ 130 h 324"/>
                  <a:gd name="T58" fmla="*/ 132 w 324"/>
                  <a:gd name="T59" fmla="*/ 120 h 324"/>
                  <a:gd name="T60" fmla="*/ 138 w 324"/>
                  <a:gd name="T61" fmla="*/ 94 h 324"/>
                  <a:gd name="T62" fmla="*/ 164 w 324"/>
                  <a:gd name="T63" fmla="*/ 62 h 324"/>
                  <a:gd name="T64" fmla="*/ 202 w 324"/>
                  <a:gd name="T65" fmla="*/ 50 h 324"/>
                  <a:gd name="T66" fmla="*/ 210 w 324"/>
                  <a:gd name="T67" fmla="*/ 54 h 324"/>
                  <a:gd name="T68" fmla="*/ 212 w 324"/>
                  <a:gd name="T69" fmla="*/ 60 h 324"/>
                  <a:gd name="T70" fmla="*/ 206 w 324"/>
                  <a:gd name="T71" fmla="*/ 70 h 324"/>
                  <a:gd name="T72" fmla="*/ 192 w 324"/>
                  <a:gd name="T73" fmla="*/ 72 h 324"/>
                  <a:gd name="T74" fmla="*/ 168 w 324"/>
                  <a:gd name="T75" fmla="*/ 86 h 324"/>
                  <a:gd name="T76" fmla="*/ 154 w 324"/>
                  <a:gd name="T77" fmla="*/ 110 h 324"/>
                  <a:gd name="T78" fmla="*/ 152 w 324"/>
                  <a:gd name="T79" fmla="*/ 124 h 324"/>
                  <a:gd name="T80" fmla="*/ 142 w 324"/>
                  <a:gd name="T81" fmla="*/ 130 h 324"/>
                  <a:gd name="T82" fmla="*/ 48 w 324"/>
                  <a:gd name="T83" fmla="*/ 316 h 324"/>
                  <a:gd name="T84" fmla="*/ 28 w 324"/>
                  <a:gd name="T85" fmla="*/ 324 h 324"/>
                  <a:gd name="T86" fmla="*/ 8 w 324"/>
                  <a:gd name="T87" fmla="*/ 316 h 324"/>
                  <a:gd name="T88" fmla="*/ 0 w 324"/>
                  <a:gd name="T89" fmla="*/ 296 h 324"/>
                  <a:gd name="T90" fmla="*/ 86 w 324"/>
                  <a:gd name="T91" fmla="*/ 198 h 324"/>
                  <a:gd name="T92" fmla="*/ 102 w 324"/>
                  <a:gd name="T93" fmla="*/ 220 h 324"/>
                  <a:gd name="T94" fmla="*/ 124 w 324"/>
                  <a:gd name="T95" fmla="*/ 238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24" h="324">
                    <a:moveTo>
                      <a:pt x="202" y="0"/>
                    </a:moveTo>
                    <a:lnTo>
                      <a:pt x="202" y="0"/>
                    </a:lnTo>
                    <a:lnTo>
                      <a:pt x="190" y="0"/>
                    </a:lnTo>
                    <a:lnTo>
                      <a:pt x="178" y="2"/>
                    </a:lnTo>
                    <a:lnTo>
                      <a:pt x="156" y="8"/>
                    </a:lnTo>
                    <a:lnTo>
                      <a:pt x="134" y="20"/>
                    </a:lnTo>
                    <a:lnTo>
                      <a:pt x="118" y="34"/>
                    </a:lnTo>
                    <a:lnTo>
                      <a:pt x="102" y="52"/>
                    </a:lnTo>
                    <a:lnTo>
                      <a:pt x="90" y="74"/>
                    </a:lnTo>
                    <a:lnTo>
                      <a:pt x="84" y="96"/>
                    </a:lnTo>
                    <a:lnTo>
                      <a:pt x="82" y="108"/>
                    </a:lnTo>
                    <a:lnTo>
                      <a:pt x="82" y="120"/>
                    </a:lnTo>
                    <a:lnTo>
                      <a:pt x="82" y="120"/>
                    </a:lnTo>
                    <a:lnTo>
                      <a:pt x="82" y="132"/>
                    </a:lnTo>
                    <a:lnTo>
                      <a:pt x="84" y="146"/>
                    </a:lnTo>
                    <a:lnTo>
                      <a:pt x="90" y="168"/>
                    </a:lnTo>
                    <a:lnTo>
                      <a:pt x="102" y="188"/>
                    </a:lnTo>
                    <a:lnTo>
                      <a:pt x="118" y="206"/>
                    </a:lnTo>
                    <a:lnTo>
                      <a:pt x="134" y="222"/>
                    </a:lnTo>
                    <a:lnTo>
                      <a:pt x="156" y="232"/>
                    </a:lnTo>
                    <a:lnTo>
                      <a:pt x="178" y="240"/>
                    </a:lnTo>
                    <a:lnTo>
                      <a:pt x="190" y="242"/>
                    </a:lnTo>
                    <a:lnTo>
                      <a:pt x="202" y="242"/>
                    </a:lnTo>
                    <a:lnTo>
                      <a:pt x="202" y="242"/>
                    </a:lnTo>
                    <a:lnTo>
                      <a:pt x="216" y="242"/>
                    </a:lnTo>
                    <a:lnTo>
                      <a:pt x="228" y="240"/>
                    </a:lnTo>
                    <a:lnTo>
                      <a:pt x="250" y="232"/>
                    </a:lnTo>
                    <a:lnTo>
                      <a:pt x="270" y="222"/>
                    </a:lnTo>
                    <a:lnTo>
                      <a:pt x="288" y="206"/>
                    </a:lnTo>
                    <a:lnTo>
                      <a:pt x="304" y="188"/>
                    </a:lnTo>
                    <a:lnTo>
                      <a:pt x="314" y="168"/>
                    </a:lnTo>
                    <a:lnTo>
                      <a:pt x="322" y="146"/>
                    </a:lnTo>
                    <a:lnTo>
                      <a:pt x="324" y="132"/>
                    </a:lnTo>
                    <a:lnTo>
                      <a:pt x="324" y="120"/>
                    </a:lnTo>
                    <a:lnTo>
                      <a:pt x="324" y="120"/>
                    </a:lnTo>
                    <a:lnTo>
                      <a:pt x="324" y="108"/>
                    </a:lnTo>
                    <a:lnTo>
                      <a:pt x="322" y="96"/>
                    </a:lnTo>
                    <a:lnTo>
                      <a:pt x="314" y="74"/>
                    </a:lnTo>
                    <a:lnTo>
                      <a:pt x="304" y="52"/>
                    </a:lnTo>
                    <a:lnTo>
                      <a:pt x="288" y="34"/>
                    </a:lnTo>
                    <a:lnTo>
                      <a:pt x="270" y="20"/>
                    </a:lnTo>
                    <a:lnTo>
                      <a:pt x="250" y="8"/>
                    </a:lnTo>
                    <a:lnTo>
                      <a:pt x="228" y="2"/>
                    </a:lnTo>
                    <a:lnTo>
                      <a:pt x="216" y="0"/>
                    </a:lnTo>
                    <a:lnTo>
                      <a:pt x="202" y="0"/>
                    </a:lnTo>
                    <a:lnTo>
                      <a:pt x="202" y="0"/>
                    </a:lnTo>
                    <a:close/>
                    <a:moveTo>
                      <a:pt x="202" y="212"/>
                    </a:moveTo>
                    <a:lnTo>
                      <a:pt x="202" y="212"/>
                    </a:lnTo>
                    <a:lnTo>
                      <a:pt x="184" y="210"/>
                    </a:lnTo>
                    <a:lnTo>
                      <a:pt x="168" y="204"/>
                    </a:lnTo>
                    <a:lnTo>
                      <a:pt x="152" y="196"/>
                    </a:lnTo>
                    <a:lnTo>
                      <a:pt x="138" y="184"/>
                    </a:lnTo>
                    <a:lnTo>
                      <a:pt x="128" y="172"/>
                    </a:lnTo>
                    <a:lnTo>
                      <a:pt x="118" y="156"/>
                    </a:lnTo>
                    <a:lnTo>
                      <a:pt x="114" y="138"/>
                    </a:lnTo>
                    <a:lnTo>
                      <a:pt x="112" y="120"/>
                    </a:lnTo>
                    <a:lnTo>
                      <a:pt x="112" y="120"/>
                    </a:lnTo>
                    <a:lnTo>
                      <a:pt x="114" y="102"/>
                    </a:lnTo>
                    <a:lnTo>
                      <a:pt x="118" y="86"/>
                    </a:lnTo>
                    <a:lnTo>
                      <a:pt x="128" y="70"/>
                    </a:lnTo>
                    <a:lnTo>
                      <a:pt x="138" y="56"/>
                    </a:lnTo>
                    <a:lnTo>
                      <a:pt x="152" y="46"/>
                    </a:lnTo>
                    <a:lnTo>
                      <a:pt x="168" y="36"/>
                    </a:lnTo>
                    <a:lnTo>
                      <a:pt x="184" y="32"/>
                    </a:lnTo>
                    <a:lnTo>
                      <a:pt x="202" y="30"/>
                    </a:lnTo>
                    <a:lnTo>
                      <a:pt x="202" y="30"/>
                    </a:lnTo>
                    <a:lnTo>
                      <a:pt x="222" y="32"/>
                    </a:lnTo>
                    <a:lnTo>
                      <a:pt x="238" y="36"/>
                    </a:lnTo>
                    <a:lnTo>
                      <a:pt x="254" y="46"/>
                    </a:lnTo>
                    <a:lnTo>
                      <a:pt x="268" y="56"/>
                    </a:lnTo>
                    <a:lnTo>
                      <a:pt x="278" y="70"/>
                    </a:lnTo>
                    <a:lnTo>
                      <a:pt x="286" y="86"/>
                    </a:lnTo>
                    <a:lnTo>
                      <a:pt x="292" y="102"/>
                    </a:lnTo>
                    <a:lnTo>
                      <a:pt x="294" y="120"/>
                    </a:lnTo>
                    <a:lnTo>
                      <a:pt x="294" y="120"/>
                    </a:lnTo>
                    <a:lnTo>
                      <a:pt x="292" y="138"/>
                    </a:lnTo>
                    <a:lnTo>
                      <a:pt x="286" y="156"/>
                    </a:lnTo>
                    <a:lnTo>
                      <a:pt x="278" y="172"/>
                    </a:lnTo>
                    <a:lnTo>
                      <a:pt x="268" y="184"/>
                    </a:lnTo>
                    <a:lnTo>
                      <a:pt x="254" y="196"/>
                    </a:lnTo>
                    <a:lnTo>
                      <a:pt x="238" y="204"/>
                    </a:lnTo>
                    <a:lnTo>
                      <a:pt x="222" y="210"/>
                    </a:lnTo>
                    <a:lnTo>
                      <a:pt x="202" y="212"/>
                    </a:lnTo>
                    <a:lnTo>
                      <a:pt x="202" y="212"/>
                    </a:lnTo>
                    <a:close/>
                    <a:moveTo>
                      <a:pt x="142" y="130"/>
                    </a:moveTo>
                    <a:lnTo>
                      <a:pt x="142" y="130"/>
                    </a:lnTo>
                    <a:lnTo>
                      <a:pt x="138" y="130"/>
                    </a:lnTo>
                    <a:lnTo>
                      <a:pt x="136" y="128"/>
                    </a:lnTo>
                    <a:lnTo>
                      <a:pt x="134" y="124"/>
                    </a:lnTo>
                    <a:lnTo>
                      <a:pt x="132" y="120"/>
                    </a:lnTo>
                    <a:lnTo>
                      <a:pt x="132" y="120"/>
                    </a:lnTo>
                    <a:lnTo>
                      <a:pt x="134" y="106"/>
                    </a:lnTo>
                    <a:lnTo>
                      <a:pt x="138" y="94"/>
                    </a:lnTo>
                    <a:lnTo>
                      <a:pt x="144" y="82"/>
                    </a:lnTo>
                    <a:lnTo>
                      <a:pt x="154" y="72"/>
                    </a:lnTo>
                    <a:lnTo>
                      <a:pt x="164" y="62"/>
                    </a:lnTo>
                    <a:lnTo>
                      <a:pt x="176" y="56"/>
                    </a:lnTo>
                    <a:lnTo>
                      <a:pt x="188" y="52"/>
                    </a:lnTo>
                    <a:lnTo>
                      <a:pt x="202" y="50"/>
                    </a:lnTo>
                    <a:lnTo>
                      <a:pt x="202" y="50"/>
                    </a:lnTo>
                    <a:lnTo>
                      <a:pt x="206" y="52"/>
                    </a:lnTo>
                    <a:lnTo>
                      <a:pt x="210" y="54"/>
                    </a:lnTo>
                    <a:lnTo>
                      <a:pt x="212" y="56"/>
                    </a:lnTo>
                    <a:lnTo>
                      <a:pt x="212" y="60"/>
                    </a:lnTo>
                    <a:lnTo>
                      <a:pt x="212" y="60"/>
                    </a:lnTo>
                    <a:lnTo>
                      <a:pt x="212" y="64"/>
                    </a:lnTo>
                    <a:lnTo>
                      <a:pt x="210" y="68"/>
                    </a:lnTo>
                    <a:lnTo>
                      <a:pt x="206" y="70"/>
                    </a:lnTo>
                    <a:lnTo>
                      <a:pt x="202" y="70"/>
                    </a:lnTo>
                    <a:lnTo>
                      <a:pt x="202" y="70"/>
                    </a:lnTo>
                    <a:lnTo>
                      <a:pt x="192" y="72"/>
                    </a:lnTo>
                    <a:lnTo>
                      <a:pt x="184" y="74"/>
                    </a:lnTo>
                    <a:lnTo>
                      <a:pt x="174" y="80"/>
                    </a:lnTo>
                    <a:lnTo>
                      <a:pt x="168" y="86"/>
                    </a:lnTo>
                    <a:lnTo>
                      <a:pt x="162" y="92"/>
                    </a:lnTo>
                    <a:lnTo>
                      <a:pt x="156" y="102"/>
                    </a:lnTo>
                    <a:lnTo>
                      <a:pt x="154" y="110"/>
                    </a:lnTo>
                    <a:lnTo>
                      <a:pt x="152" y="120"/>
                    </a:lnTo>
                    <a:lnTo>
                      <a:pt x="152" y="120"/>
                    </a:lnTo>
                    <a:lnTo>
                      <a:pt x="152" y="124"/>
                    </a:lnTo>
                    <a:lnTo>
                      <a:pt x="150" y="128"/>
                    </a:lnTo>
                    <a:lnTo>
                      <a:pt x="146" y="130"/>
                    </a:lnTo>
                    <a:lnTo>
                      <a:pt x="142" y="130"/>
                    </a:lnTo>
                    <a:lnTo>
                      <a:pt x="142" y="130"/>
                    </a:lnTo>
                    <a:close/>
                    <a:moveTo>
                      <a:pt x="124" y="238"/>
                    </a:moveTo>
                    <a:lnTo>
                      <a:pt x="48" y="316"/>
                    </a:lnTo>
                    <a:lnTo>
                      <a:pt x="48" y="316"/>
                    </a:lnTo>
                    <a:lnTo>
                      <a:pt x="38" y="322"/>
                    </a:lnTo>
                    <a:lnTo>
                      <a:pt x="28" y="324"/>
                    </a:lnTo>
                    <a:lnTo>
                      <a:pt x="28" y="324"/>
                    </a:lnTo>
                    <a:lnTo>
                      <a:pt x="18" y="322"/>
                    </a:lnTo>
                    <a:lnTo>
                      <a:pt x="8" y="316"/>
                    </a:lnTo>
                    <a:lnTo>
                      <a:pt x="8" y="316"/>
                    </a:lnTo>
                    <a:lnTo>
                      <a:pt x="2" y="306"/>
                    </a:lnTo>
                    <a:lnTo>
                      <a:pt x="0" y="296"/>
                    </a:lnTo>
                    <a:lnTo>
                      <a:pt x="2" y="286"/>
                    </a:lnTo>
                    <a:lnTo>
                      <a:pt x="8" y="276"/>
                    </a:lnTo>
                    <a:lnTo>
                      <a:pt x="86" y="198"/>
                    </a:lnTo>
                    <a:lnTo>
                      <a:pt x="86" y="198"/>
                    </a:lnTo>
                    <a:lnTo>
                      <a:pt x="94" y="210"/>
                    </a:lnTo>
                    <a:lnTo>
                      <a:pt x="102" y="220"/>
                    </a:lnTo>
                    <a:lnTo>
                      <a:pt x="114" y="230"/>
                    </a:lnTo>
                    <a:lnTo>
                      <a:pt x="124" y="238"/>
                    </a:lnTo>
                    <a:lnTo>
                      <a:pt x="124" y="23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60" name="Title 6"/>
          <p:cNvSpPr>
            <a:spLocks noGrp="1"/>
          </p:cNvSpPr>
          <p:nvPr>
            <p:ph type="title"/>
          </p:nvPr>
        </p:nvSpPr>
        <p:spPr>
          <a:xfrm>
            <a:off x="533400" y="685799"/>
            <a:ext cx="8071048" cy="1076633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n-US" dirty="0"/>
            </a:br>
            <a:r>
              <a:rPr lang="en-US" b="0" i="0" dirty="0"/>
              <a:t>Process automation – Tax and Customs Board – Scheduling  of overdue tax liabilities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0073" y="1628800"/>
            <a:ext cx="3384376" cy="230425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service is more beneficial.</a:t>
            </a:r>
          </a:p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~3800 requests fewer to process.</a:t>
            </a:r>
          </a:p>
        </p:txBody>
      </p:sp>
    </p:spTree>
    <p:extLst>
      <p:ext uri="{BB962C8B-B14F-4D97-AF65-F5344CB8AC3E}">
        <p14:creationId xmlns:p14="http://schemas.microsoft.com/office/powerpoint/2010/main" val="45586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11</a:t>
            </a:fld>
            <a:endParaRPr lang="et-EE"/>
          </a:p>
        </p:txBody>
      </p:sp>
      <p:sp>
        <p:nvSpPr>
          <p:cNvPr id="60" name="Title 6"/>
          <p:cNvSpPr>
            <a:spLocks noGrp="1"/>
          </p:cNvSpPr>
          <p:nvPr>
            <p:ph type="title"/>
          </p:nvPr>
        </p:nvSpPr>
        <p:spPr>
          <a:xfrm>
            <a:off x="539552" y="685800"/>
            <a:ext cx="8015868" cy="1087016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sz="2000" b="0" i="0" dirty="0"/>
              <a:t>Process automation – Road Administration</a:t>
            </a:r>
            <a:r>
              <a:rPr lang="en-US" b="0" i="0" dirty="0"/>
              <a:t> </a:t>
            </a:r>
            <a:r>
              <a:rPr lang="en-US" sz="2000" b="0" i="0" dirty="0"/>
              <a:t>– Pre-processing vehicle registration documents (for high value vehicles) </a:t>
            </a:r>
            <a:br>
              <a:rPr lang="et-EE" sz="2000" b="0" i="0" dirty="0"/>
            </a:br>
            <a:endParaRPr lang="et-EE" sz="20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2159800" y="5445224"/>
            <a:ext cx="612000" cy="612000"/>
            <a:chOff x="8742468" y="3474401"/>
            <a:chExt cx="612000" cy="612000"/>
          </a:xfrm>
        </p:grpSpPr>
        <p:sp>
          <p:nvSpPr>
            <p:cNvPr id="27" name="Oval 26"/>
            <p:cNvSpPr/>
            <p:nvPr/>
          </p:nvSpPr>
          <p:spPr bwMode="ltGray">
            <a:xfrm>
              <a:off x="8742468" y="3474401"/>
              <a:ext cx="612000" cy="612000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sp>
          <p:nvSpPr>
            <p:cNvPr id="28" name="Freeform 4847"/>
            <p:cNvSpPr>
              <a:spLocks noEditPoints="1"/>
            </p:cNvSpPr>
            <p:nvPr/>
          </p:nvSpPr>
          <p:spPr bwMode="auto">
            <a:xfrm>
              <a:off x="8894545" y="3569952"/>
              <a:ext cx="307068" cy="424047"/>
            </a:xfrm>
            <a:custGeom>
              <a:avLst/>
              <a:gdLst>
                <a:gd name="T0" fmla="*/ 252 w 252"/>
                <a:gd name="T1" fmla="*/ 332 h 348"/>
                <a:gd name="T2" fmla="*/ 242 w 252"/>
                <a:gd name="T3" fmla="*/ 346 h 348"/>
                <a:gd name="T4" fmla="*/ 16 w 252"/>
                <a:gd name="T5" fmla="*/ 348 h 348"/>
                <a:gd name="T6" fmla="*/ 2 w 252"/>
                <a:gd name="T7" fmla="*/ 338 h 348"/>
                <a:gd name="T8" fmla="*/ 0 w 252"/>
                <a:gd name="T9" fmla="*/ 32 h 348"/>
                <a:gd name="T10" fmla="*/ 10 w 252"/>
                <a:gd name="T11" fmla="*/ 16 h 348"/>
                <a:gd name="T12" fmla="*/ 90 w 252"/>
                <a:gd name="T13" fmla="*/ 16 h 348"/>
                <a:gd name="T14" fmla="*/ 86 w 252"/>
                <a:gd name="T15" fmla="*/ 30 h 348"/>
                <a:gd name="T16" fmla="*/ 16 w 252"/>
                <a:gd name="T17" fmla="*/ 332 h 348"/>
                <a:gd name="T18" fmla="*/ 168 w 252"/>
                <a:gd name="T19" fmla="*/ 34 h 348"/>
                <a:gd name="T20" fmla="*/ 164 w 252"/>
                <a:gd name="T21" fmla="*/ 26 h 348"/>
                <a:gd name="T22" fmla="*/ 236 w 252"/>
                <a:gd name="T23" fmla="*/ 16 h 348"/>
                <a:gd name="T24" fmla="*/ 248 w 252"/>
                <a:gd name="T25" fmla="*/ 20 h 348"/>
                <a:gd name="T26" fmla="*/ 252 w 252"/>
                <a:gd name="T27" fmla="*/ 32 h 348"/>
                <a:gd name="T28" fmla="*/ 36 w 252"/>
                <a:gd name="T29" fmla="*/ 312 h 348"/>
                <a:gd name="T30" fmla="*/ 36 w 252"/>
                <a:gd name="T31" fmla="*/ 94 h 348"/>
                <a:gd name="T32" fmla="*/ 216 w 252"/>
                <a:gd name="T33" fmla="*/ 94 h 348"/>
                <a:gd name="T34" fmla="*/ 132 w 252"/>
                <a:gd name="T35" fmla="*/ 186 h 348"/>
                <a:gd name="T36" fmla="*/ 122 w 252"/>
                <a:gd name="T37" fmla="*/ 184 h 348"/>
                <a:gd name="T38" fmla="*/ 74 w 252"/>
                <a:gd name="T39" fmla="*/ 206 h 348"/>
                <a:gd name="T40" fmla="*/ 68 w 252"/>
                <a:gd name="T41" fmla="*/ 204 h 348"/>
                <a:gd name="T42" fmla="*/ 60 w 252"/>
                <a:gd name="T43" fmla="*/ 206 h 348"/>
                <a:gd name="T44" fmla="*/ 58 w 252"/>
                <a:gd name="T45" fmla="*/ 218 h 348"/>
                <a:gd name="T46" fmla="*/ 78 w 252"/>
                <a:gd name="T47" fmla="*/ 238 h 348"/>
                <a:gd name="T48" fmla="*/ 86 w 252"/>
                <a:gd name="T49" fmla="*/ 242 h 348"/>
                <a:gd name="T50" fmla="*/ 132 w 252"/>
                <a:gd name="T51" fmla="*/ 200 h 348"/>
                <a:gd name="T52" fmla="*/ 134 w 252"/>
                <a:gd name="T53" fmla="*/ 192 h 348"/>
                <a:gd name="T54" fmla="*/ 132 w 252"/>
                <a:gd name="T55" fmla="*/ 186 h 348"/>
                <a:gd name="T56" fmla="*/ 128 w 252"/>
                <a:gd name="T57" fmla="*/ 122 h 348"/>
                <a:gd name="T58" fmla="*/ 118 w 252"/>
                <a:gd name="T59" fmla="*/ 124 h 348"/>
                <a:gd name="T60" fmla="*/ 74 w 252"/>
                <a:gd name="T61" fmla="*/ 144 h 348"/>
                <a:gd name="T62" fmla="*/ 64 w 252"/>
                <a:gd name="T63" fmla="*/ 142 h 348"/>
                <a:gd name="T64" fmla="*/ 58 w 252"/>
                <a:gd name="T65" fmla="*/ 148 h 348"/>
                <a:gd name="T66" fmla="*/ 60 w 252"/>
                <a:gd name="T67" fmla="*/ 158 h 348"/>
                <a:gd name="T68" fmla="*/ 82 w 252"/>
                <a:gd name="T69" fmla="*/ 180 h 348"/>
                <a:gd name="T70" fmla="*/ 90 w 252"/>
                <a:gd name="T71" fmla="*/ 180 h 348"/>
                <a:gd name="T72" fmla="*/ 132 w 252"/>
                <a:gd name="T73" fmla="*/ 138 h 348"/>
                <a:gd name="T74" fmla="*/ 134 w 252"/>
                <a:gd name="T75" fmla="*/ 126 h 348"/>
                <a:gd name="T76" fmla="*/ 36 w 252"/>
                <a:gd name="T77" fmla="*/ 64 h 348"/>
                <a:gd name="T78" fmla="*/ 40 w 252"/>
                <a:gd name="T79" fmla="*/ 54 h 348"/>
                <a:gd name="T80" fmla="*/ 78 w 252"/>
                <a:gd name="T81" fmla="*/ 48 h 348"/>
                <a:gd name="T82" fmla="*/ 94 w 252"/>
                <a:gd name="T83" fmla="*/ 42 h 348"/>
                <a:gd name="T84" fmla="*/ 100 w 252"/>
                <a:gd name="T85" fmla="*/ 26 h 348"/>
                <a:gd name="T86" fmla="*/ 116 w 252"/>
                <a:gd name="T87" fmla="*/ 2 h 348"/>
                <a:gd name="T88" fmla="*/ 136 w 252"/>
                <a:gd name="T89" fmla="*/ 2 h 348"/>
                <a:gd name="T90" fmla="*/ 152 w 252"/>
                <a:gd name="T91" fmla="*/ 26 h 348"/>
                <a:gd name="T92" fmla="*/ 158 w 252"/>
                <a:gd name="T93" fmla="*/ 42 h 348"/>
                <a:gd name="T94" fmla="*/ 200 w 252"/>
                <a:gd name="T95" fmla="*/ 48 h 348"/>
                <a:gd name="T96" fmla="*/ 212 w 252"/>
                <a:gd name="T97" fmla="*/ 54 h 348"/>
                <a:gd name="T98" fmla="*/ 216 w 252"/>
                <a:gd name="T99" fmla="*/ 78 h 348"/>
                <a:gd name="T100" fmla="*/ 36 w 252"/>
                <a:gd name="T101" fmla="*/ 82 h 348"/>
                <a:gd name="T102" fmla="*/ 36 w 252"/>
                <a:gd name="T103" fmla="*/ 64 h 348"/>
                <a:gd name="T104" fmla="*/ 116 w 252"/>
                <a:gd name="T105" fmla="*/ 30 h 348"/>
                <a:gd name="T106" fmla="*/ 126 w 252"/>
                <a:gd name="T107" fmla="*/ 38 h 348"/>
                <a:gd name="T108" fmla="*/ 134 w 252"/>
                <a:gd name="T109" fmla="*/ 34 h 348"/>
                <a:gd name="T110" fmla="*/ 136 w 252"/>
                <a:gd name="T111" fmla="*/ 26 h 348"/>
                <a:gd name="T112" fmla="*/ 130 w 252"/>
                <a:gd name="T113" fmla="*/ 16 h 348"/>
                <a:gd name="T114" fmla="*/ 122 w 252"/>
                <a:gd name="T115" fmla="*/ 16 h 348"/>
                <a:gd name="T116" fmla="*/ 116 w 252"/>
                <a:gd name="T117" fmla="*/ 26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2" h="348">
                  <a:moveTo>
                    <a:pt x="252" y="32"/>
                  </a:moveTo>
                  <a:lnTo>
                    <a:pt x="252" y="332"/>
                  </a:lnTo>
                  <a:lnTo>
                    <a:pt x="252" y="332"/>
                  </a:lnTo>
                  <a:lnTo>
                    <a:pt x="250" y="338"/>
                  </a:lnTo>
                  <a:lnTo>
                    <a:pt x="248" y="344"/>
                  </a:lnTo>
                  <a:lnTo>
                    <a:pt x="242" y="346"/>
                  </a:lnTo>
                  <a:lnTo>
                    <a:pt x="236" y="348"/>
                  </a:lnTo>
                  <a:lnTo>
                    <a:pt x="16" y="348"/>
                  </a:lnTo>
                  <a:lnTo>
                    <a:pt x="16" y="348"/>
                  </a:lnTo>
                  <a:lnTo>
                    <a:pt x="10" y="346"/>
                  </a:lnTo>
                  <a:lnTo>
                    <a:pt x="4" y="344"/>
                  </a:lnTo>
                  <a:lnTo>
                    <a:pt x="2" y="338"/>
                  </a:lnTo>
                  <a:lnTo>
                    <a:pt x="0" y="3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2" y="26"/>
                  </a:lnTo>
                  <a:lnTo>
                    <a:pt x="4" y="20"/>
                  </a:lnTo>
                  <a:lnTo>
                    <a:pt x="10" y="16"/>
                  </a:lnTo>
                  <a:lnTo>
                    <a:pt x="16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88" y="26"/>
                  </a:lnTo>
                  <a:lnTo>
                    <a:pt x="88" y="26"/>
                  </a:lnTo>
                  <a:lnTo>
                    <a:pt x="86" y="30"/>
                  </a:lnTo>
                  <a:lnTo>
                    <a:pt x="84" y="34"/>
                  </a:lnTo>
                  <a:lnTo>
                    <a:pt x="16" y="34"/>
                  </a:lnTo>
                  <a:lnTo>
                    <a:pt x="16" y="332"/>
                  </a:lnTo>
                  <a:lnTo>
                    <a:pt x="236" y="332"/>
                  </a:lnTo>
                  <a:lnTo>
                    <a:pt x="236" y="34"/>
                  </a:lnTo>
                  <a:lnTo>
                    <a:pt x="168" y="34"/>
                  </a:lnTo>
                  <a:lnTo>
                    <a:pt x="168" y="34"/>
                  </a:lnTo>
                  <a:lnTo>
                    <a:pt x="166" y="30"/>
                  </a:lnTo>
                  <a:lnTo>
                    <a:pt x="164" y="26"/>
                  </a:lnTo>
                  <a:lnTo>
                    <a:pt x="164" y="26"/>
                  </a:lnTo>
                  <a:lnTo>
                    <a:pt x="162" y="16"/>
                  </a:lnTo>
                  <a:lnTo>
                    <a:pt x="236" y="16"/>
                  </a:lnTo>
                  <a:lnTo>
                    <a:pt x="236" y="16"/>
                  </a:lnTo>
                  <a:lnTo>
                    <a:pt x="242" y="16"/>
                  </a:lnTo>
                  <a:lnTo>
                    <a:pt x="248" y="20"/>
                  </a:lnTo>
                  <a:lnTo>
                    <a:pt x="250" y="26"/>
                  </a:lnTo>
                  <a:lnTo>
                    <a:pt x="252" y="32"/>
                  </a:lnTo>
                  <a:lnTo>
                    <a:pt x="252" y="32"/>
                  </a:lnTo>
                  <a:close/>
                  <a:moveTo>
                    <a:pt x="216" y="94"/>
                  </a:moveTo>
                  <a:lnTo>
                    <a:pt x="216" y="312"/>
                  </a:lnTo>
                  <a:lnTo>
                    <a:pt x="36" y="312"/>
                  </a:lnTo>
                  <a:lnTo>
                    <a:pt x="36" y="94"/>
                  </a:lnTo>
                  <a:lnTo>
                    <a:pt x="36" y="94"/>
                  </a:lnTo>
                  <a:lnTo>
                    <a:pt x="36" y="94"/>
                  </a:lnTo>
                  <a:lnTo>
                    <a:pt x="216" y="94"/>
                  </a:lnTo>
                  <a:lnTo>
                    <a:pt x="216" y="94"/>
                  </a:lnTo>
                  <a:lnTo>
                    <a:pt x="216" y="94"/>
                  </a:lnTo>
                  <a:lnTo>
                    <a:pt x="216" y="94"/>
                  </a:lnTo>
                  <a:close/>
                  <a:moveTo>
                    <a:pt x="132" y="186"/>
                  </a:moveTo>
                  <a:lnTo>
                    <a:pt x="132" y="186"/>
                  </a:lnTo>
                  <a:lnTo>
                    <a:pt x="128" y="184"/>
                  </a:lnTo>
                  <a:lnTo>
                    <a:pt x="124" y="182"/>
                  </a:lnTo>
                  <a:lnTo>
                    <a:pt x="122" y="184"/>
                  </a:lnTo>
                  <a:lnTo>
                    <a:pt x="118" y="186"/>
                  </a:lnTo>
                  <a:lnTo>
                    <a:pt x="86" y="218"/>
                  </a:lnTo>
                  <a:lnTo>
                    <a:pt x="74" y="206"/>
                  </a:lnTo>
                  <a:lnTo>
                    <a:pt x="74" y="206"/>
                  </a:lnTo>
                  <a:lnTo>
                    <a:pt x="70" y="204"/>
                  </a:lnTo>
                  <a:lnTo>
                    <a:pt x="68" y="204"/>
                  </a:lnTo>
                  <a:lnTo>
                    <a:pt x="64" y="204"/>
                  </a:lnTo>
                  <a:lnTo>
                    <a:pt x="60" y="206"/>
                  </a:lnTo>
                  <a:lnTo>
                    <a:pt x="60" y="206"/>
                  </a:lnTo>
                  <a:lnTo>
                    <a:pt x="58" y="210"/>
                  </a:lnTo>
                  <a:lnTo>
                    <a:pt x="58" y="214"/>
                  </a:lnTo>
                  <a:lnTo>
                    <a:pt x="58" y="218"/>
                  </a:lnTo>
                  <a:lnTo>
                    <a:pt x="60" y="220"/>
                  </a:lnTo>
                  <a:lnTo>
                    <a:pt x="78" y="238"/>
                  </a:lnTo>
                  <a:lnTo>
                    <a:pt x="78" y="238"/>
                  </a:lnTo>
                  <a:lnTo>
                    <a:pt x="82" y="242"/>
                  </a:lnTo>
                  <a:lnTo>
                    <a:pt x="86" y="242"/>
                  </a:lnTo>
                  <a:lnTo>
                    <a:pt x="86" y="242"/>
                  </a:lnTo>
                  <a:lnTo>
                    <a:pt x="90" y="242"/>
                  </a:lnTo>
                  <a:lnTo>
                    <a:pt x="92" y="238"/>
                  </a:lnTo>
                  <a:lnTo>
                    <a:pt x="132" y="200"/>
                  </a:lnTo>
                  <a:lnTo>
                    <a:pt x="132" y="200"/>
                  </a:lnTo>
                  <a:lnTo>
                    <a:pt x="134" y="196"/>
                  </a:lnTo>
                  <a:lnTo>
                    <a:pt x="134" y="192"/>
                  </a:lnTo>
                  <a:lnTo>
                    <a:pt x="134" y="188"/>
                  </a:lnTo>
                  <a:lnTo>
                    <a:pt x="132" y="186"/>
                  </a:lnTo>
                  <a:lnTo>
                    <a:pt x="132" y="186"/>
                  </a:lnTo>
                  <a:close/>
                  <a:moveTo>
                    <a:pt x="132" y="124"/>
                  </a:moveTo>
                  <a:lnTo>
                    <a:pt x="132" y="124"/>
                  </a:lnTo>
                  <a:lnTo>
                    <a:pt x="128" y="122"/>
                  </a:lnTo>
                  <a:lnTo>
                    <a:pt x="124" y="120"/>
                  </a:lnTo>
                  <a:lnTo>
                    <a:pt x="122" y="122"/>
                  </a:lnTo>
                  <a:lnTo>
                    <a:pt x="118" y="124"/>
                  </a:lnTo>
                  <a:lnTo>
                    <a:pt x="86" y="156"/>
                  </a:lnTo>
                  <a:lnTo>
                    <a:pt x="74" y="144"/>
                  </a:lnTo>
                  <a:lnTo>
                    <a:pt x="74" y="144"/>
                  </a:lnTo>
                  <a:lnTo>
                    <a:pt x="70" y="142"/>
                  </a:lnTo>
                  <a:lnTo>
                    <a:pt x="68" y="142"/>
                  </a:lnTo>
                  <a:lnTo>
                    <a:pt x="64" y="142"/>
                  </a:lnTo>
                  <a:lnTo>
                    <a:pt x="60" y="144"/>
                  </a:lnTo>
                  <a:lnTo>
                    <a:pt x="60" y="144"/>
                  </a:lnTo>
                  <a:lnTo>
                    <a:pt x="58" y="148"/>
                  </a:lnTo>
                  <a:lnTo>
                    <a:pt x="58" y="152"/>
                  </a:lnTo>
                  <a:lnTo>
                    <a:pt x="58" y="156"/>
                  </a:lnTo>
                  <a:lnTo>
                    <a:pt x="60" y="158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82" y="180"/>
                  </a:lnTo>
                  <a:lnTo>
                    <a:pt x="86" y="180"/>
                  </a:lnTo>
                  <a:lnTo>
                    <a:pt x="86" y="180"/>
                  </a:lnTo>
                  <a:lnTo>
                    <a:pt x="90" y="180"/>
                  </a:lnTo>
                  <a:lnTo>
                    <a:pt x="92" y="178"/>
                  </a:lnTo>
                  <a:lnTo>
                    <a:pt x="132" y="138"/>
                  </a:lnTo>
                  <a:lnTo>
                    <a:pt x="132" y="138"/>
                  </a:lnTo>
                  <a:lnTo>
                    <a:pt x="134" y="134"/>
                  </a:lnTo>
                  <a:lnTo>
                    <a:pt x="134" y="130"/>
                  </a:lnTo>
                  <a:lnTo>
                    <a:pt x="134" y="126"/>
                  </a:lnTo>
                  <a:lnTo>
                    <a:pt x="132" y="124"/>
                  </a:lnTo>
                  <a:lnTo>
                    <a:pt x="132" y="124"/>
                  </a:lnTo>
                  <a:close/>
                  <a:moveTo>
                    <a:pt x="36" y="64"/>
                  </a:moveTo>
                  <a:lnTo>
                    <a:pt x="36" y="64"/>
                  </a:lnTo>
                  <a:lnTo>
                    <a:pt x="36" y="58"/>
                  </a:lnTo>
                  <a:lnTo>
                    <a:pt x="40" y="54"/>
                  </a:lnTo>
                  <a:lnTo>
                    <a:pt x="46" y="50"/>
                  </a:lnTo>
                  <a:lnTo>
                    <a:pt x="52" y="48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86" y="46"/>
                  </a:lnTo>
                  <a:lnTo>
                    <a:pt x="94" y="42"/>
                  </a:lnTo>
                  <a:lnTo>
                    <a:pt x="98" y="36"/>
                  </a:lnTo>
                  <a:lnTo>
                    <a:pt x="100" y="26"/>
                  </a:lnTo>
                  <a:lnTo>
                    <a:pt x="100" y="26"/>
                  </a:lnTo>
                  <a:lnTo>
                    <a:pt x="102" y="16"/>
                  </a:lnTo>
                  <a:lnTo>
                    <a:pt x="108" y="8"/>
                  </a:lnTo>
                  <a:lnTo>
                    <a:pt x="116" y="2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6" y="2"/>
                  </a:lnTo>
                  <a:lnTo>
                    <a:pt x="144" y="8"/>
                  </a:lnTo>
                  <a:lnTo>
                    <a:pt x="150" y="1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4" y="36"/>
                  </a:lnTo>
                  <a:lnTo>
                    <a:pt x="158" y="42"/>
                  </a:lnTo>
                  <a:lnTo>
                    <a:pt x="166" y="46"/>
                  </a:lnTo>
                  <a:lnTo>
                    <a:pt x="174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6" y="50"/>
                  </a:lnTo>
                  <a:lnTo>
                    <a:pt x="212" y="54"/>
                  </a:lnTo>
                  <a:lnTo>
                    <a:pt x="216" y="58"/>
                  </a:lnTo>
                  <a:lnTo>
                    <a:pt x="216" y="64"/>
                  </a:lnTo>
                  <a:lnTo>
                    <a:pt x="216" y="78"/>
                  </a:lnTo>
                  <a:lnTo>
                    <a:pt x="216" y="78"/>
                  </a:lnTo>
                  <a:lnTo>
                    <a:pt x="216" y="82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6" y="78"/>
                  </a:lnTo>
                  <a:lnTo>
                    <a:pt x="36" y="64"/>
                  </a:lnTo>
                  <a:close/>
                  <a:moveTo>
                    <a:pt x="116" y="26"/>
                  </a:moveTo>
                  <a:lnTo>
                    <a:pt x="116" y="26"/>
                  </a:lnTo>
                  <a:lnTo>
                    <a:pt x="116" y="30"/>
                  </a:lnTo>
                  <a:lnTo>
                    <a:pt x="118" y="34"/>
                  </a:lnTo>
                  <a:lnTo>
                    <a:pt x="122" y="36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30" y="36"/>
                  </a:lnTo>
                  <a:lnTo>
                    <a:pt x="134" y="34"/>
                  </a:lnTo>
                  <a:lnTo>
                    <a:pt x="136" y="30"/>
                  </a:lnTo>
                  <a:lnTo>
                    <a:pt x="136" y="26"/>
                  </a:lnTo>
                  <a:lnTo>
                    <a:pt x="136" y="26"/>
                  </a:lnTo>
                  <a:lnTo>
                    <a:pt x="136" y="22"/>
                  </a:lnTo>
                  <a:lnTo>
                    <a:pt x="134" y="20"/>
                  </a:lnTo>
                  <a:lnTo>
                    <a:pt x="130" y="16"/>
                  </a:lnTo>
                  <a:lnTo>
                    <a:pt x="126" y="16"/>
                  </a:lnTo>
                  <a:lnTo>
                    <a:pt x="126" y="16"/>
                  </a:lnTo>
                  <a:lnTo>
                    <a:pt x="122" y="16"/>
                  </a:lnTo>
                  <a:lnTo>
                    <a:pt x="118" y="20"/>
                  </a:lnTo>
                  <a:lnTo>
                    <a:pt x="116" y="22"/>
                  </a:lnTo>
                  <a:lnTo>
                    <a:pt x="116" y="26"/>
                  </a:lnTo>
                  <a:lnTo>
                    <a:pt x="116" y="2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403648" y="5445224"/>
            <a:ext cx="612000" cy="612000"/>
            <a:chOff x="9617181" y="3474401"/>
            <a:chExt cx="612000" cy="612000"/>
          </a:xfrm>
        </p:grpSpPr>
        <p:sp>
          <p:nvSpPr>
            <p:cNvPr id="30" name="Oval 29"/>
            <p:cNvSpPr/>
            <p:nvPr/>
          </p:nvSpPr>
          <p:spPr bwMode="ltGray">
            <a:xfrm>
              <a:off x="9617181" y="3474401"/>
              <a:ext cx="612000" cy="612000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sp>
          <p:nvSpPr>
            <p:cNvPr id="31" name="Freeform 4848"/>
            <p:cNvSpPr>
              <a:spLocks noEditPoints="1"/>
            </p:cNvSpPr>
            <p:nvPr/>
          </p:nvSpPr>
          <p:spPr bwMode="auto">
            <a:xfrm>
              <a:off x="9707113" y="3558784"/>
              <a:ext cx="431358" cy="382617"/>
            </a:xfrm>
            <a:custGeom>
              <a:avLst/>
              <a:gdLst>
                <a:gd name="T0" fmla="*/ 198 w 354"/>
                <a:gd name="T1" fmla="*/ 12 h 314"/>
                <a:gd name="T2" fmla="*/ 194 w 354"/>
                <a:gd name="T3" fmla="*/ 8 h 314"/>
                <a:gd name="T4" fmla="*/ 184 w 354"/>
                <a:gd name="T5" fmla="*/ 0 h 314"/>
                <a:gd name="T6" fmla="*/ 178 w 354"/>
                <a:gd name="T7" fmla="*/ 0 h 314"/>
                <a:gd name="T8" fmla="*/ 166 w 354"/>
                <a:gd name="T9" fmla="*/ 4 h 314"/>
                <a:gd name="T10" fmla="*/ 158 w 354"/>
                <a:gd name="T11" fmla="*/ 12 h 314"/>
                <a:gd name="T12" fmla="*/ 4 w 354"/>
                <a:gd name="T13" fmla="*/ 278 h 314"/>
                <a:gd name="T14" fmla="*/ 0 w 354"/>
                <a:gd name="T15" fmla="*/ 290 h 314"/>
                <a:gd name="T16" fmla="*/ 4 w 354"/>
                <a:gd name="T17" fmla="*/ 302 h 314"/>
                <a:gd name="T18" fmla="*/ 8 w 354"/>
                <a:gd name="T19" fmla="*/ 306 h 314"/>
                <a:gd name="T20" fmla="*/ 18 w 354"/>
                <a:gd name="T21" fmla="*/ 312 h 314"/>
                <a:gd name="T22" fmla="*/ 330 w 354"/>
                <a:gd name="T23" fmla="*/ 314 h 314"/>
                <a:gd name="T24" fmla="*/ 338 w 354"/>
                <a:gd name="T25" fmla="*/ 312 h 314"/>
                <a:gd name="T26" fmla="*/ 348 w 354"/>
                <a:gd name="T27" fmla="*/ 306 h 314"/>
                <a:gd name="T28" fmla="*/ 352 w 354"/>
                <a:gd name="T29" fmla="*/ 302 h 314"/>
                <a:gd name="T30" fmla="*/ 354 w 354"/>
                <a:gd name="T31" fmla="*/ 290 h 314"/>
                <a:gd name="T32" fmla="*/ 352 w 354"/>
                <a:gd name="T33" fmla="*/ 278 h 314"/>
                <a:gd name="T34" fmla="*/ 42 w 354"/>
                <a:gd name="T35" fmla="*/ 280 h 314"/>
                <a:gd name="T36" fmla="*/ 314 w 354"/>
                <a:gd name="T37" fmla="*/ 280 h 314"/>
                <a:gd name="T38" fmla="*/ 160 w 354"/>
                <a:gd name="T39" fmla="*/ 142 h 314"/>
                <a:gd name="T40" fmla="*/ 158 w 354"/>
                <a:gd name="T41" fmla="*/ 132 h 314"/>
                <a:gd name="T42" fmla="*/ 160 w 354"/>
                <a:gd name="T43" fmla="*/ 126 h 314"/>
                <a:gd name="T44" fmla="*/ 164 w 354"/>
                <a:gd name="T45" fmla="*/ 122 h 314"/>
                <a:gd name="T46" fmla="*/ 178 w 354"/>
                <a:gd name="T47" fmla="*/ 118 h 314"/>
                <a:gd name="T48" fmla="*/ 186 w 354"/>
                <a:gd name="T49" fmla="*/ 118 h 314"/>
                <a:gd name="T50" fmla="*/ 192 w 354"/>
                <a:gd name="T51" fmla="*/ 122 h 314"/>
                <a:gd name="T52" fmla="*/ 198 w 354"/>
                <a:gd name="T53" fmla="*/ 132 h 314"/>
                <a:gd name="T54" fmla="*/ 196 w 354"/>
                <a:gd name="T55" fmla="*/ 142 h 314"/>
                <a:gd name="T56" fmla="*/ 172 w 354"/>
                <a:gd name="T57" fmla="*/ 206 h 314"/>
                <a:gd name="T58" fmla="*/ 178 w 354"/>
                <a:gd name="T59" fmla="*/ 218 h 314"/>
                <a:gd name="T60" fmla="*/ 186 w 354"/>
                <a:gd name="T61" fmla="*/ 220 h 314"/>
                <a:gd name="T62" fmla="*/ 190 w 354"/>
                <a:gd name="T63" fmla="*/ 224 h 314"/>
                <a:gd name="T64" fmla="*/ 194 w 354"/>
                <a:gd name="T65" fmla="*/ 230 h 314"/>
                <a:gd name="T66" fmla="*/ 196 w 354"/>
                <a:gd name="T67" fmla="*/ 238 h 314"/>
                <a:gd name="T68" fmla="*/ 194 w 354"/>
                <a:gd name="T69" fmla="*/ 244 h 314"/>
                <a:gd name="T70" fmla="*/ 190 w 354"/>
                <a:gd name="T71" fmla="*/ 250 h 314"/>
                <a:gd name="T72" fmla="*/ 186 w 354"/>
                <a:gd name="T73" fmla="*/ 254 h 314"/>
                <a:gd name="T74" fmla="*/ 178 w 354"/>
                <a:gd name="T75" fmla="*/ 256 h 314"/>
                <a:gd name="T76" fmla="*/ 170 w 354"/>
                <a:gd name="T77" fmla="*/ 254 h 314"/>
                <a:gd name="T78" fmla="*/ 166 w 354"/>
                <a:gd name="T79" fmla="*/ 250 h 314"/>
                <a:gd name="T80" fmla="*/ 162 w 354"/>
                <a:gd name="T81" fmla="*/ 244 h 314"/>
                <a:gd name="T82" fmla="*/ 160 w 354"/>
                <a:gd name="T83" fmla="*/ 238 h 314"/>
                <a:gd name="T84" fmla="*/ 162 w 354"/>
                <a:gd name="T85" fmla="*/ 230 h 314"/>
                <a:gd name="T86" fmla="*/ 166 w 354"/>
                <a:gd name="T87" fmla="*/ 224 h 314"/>
                <a:gd name="T88" fmla="*/ 178 w 354"/>
                <a:gd name="T89" fmla="*/ 218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54" h="314">
                  <a:moveTo>
                    <a:pt x="352" y="278"/>
                  </a:moveTo>
                  <a:lnTo>
                    <a:pt x="198" y="12"/>
                  </a:lnTo>
                  <a:lnTo>
                    <a:pt x="198" y="12"/>
                  </a:lnTo>
                  <a:lnTo>
                    <a:pt x="194" y="8"/>
                  </a:lnTo>
                  <a:lnTo>
                    <a:pt x="190" y="4"/>
                  </a:lnTo>
                  <a:lnTo>
                    <a:pt x="184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66" y="4"/>
                  </a:lnTo>
                  <a:lnTo>
                    <a:pt x="162" y="8"/>
                  </a:lnTo>
                  <a:lnTo>
                    <a:pt x="158" y="12"/>
                  </a:lnTo>
                  <a:lnTo>
                    <a:pt x="4" y="278"/>
                  </a:lnTo>
                  <a:lnTo>
                    <a:pt x="4" y="278"/>
                  </a:lnTo>
                  <a:lnTo>
                    <a:pt x="2" y="282"/>
                  </a:lnTo>
                  <a:lnTo>
                    <a:pt x="0" y="290"/>
                  </a:lnTo>
                  <a:lnTo>
                    <a:pt x="2" y="296"/>
                  </a:lnTo>
                  <a:lnTo>
                    <a:pt x="4" y="302"/>
                  </a:lnTo>
                  <a:lnTo>
                    <a:pt x="4" y="302"/>
                  </a:lnTo>
                  <a:lnTo>
                    <a:pt x="8" y="306"/>
                  </a:lnTo>
                  <a:lnTo>
                    <a:pt x="12" y="310"/>
                  </a:lnTo>
                  <a:lnTo>
                    <a:pt x="18" y="312"/>
                  </a:lnTo>
                  <a:lnTo>
                    <a:pt x="26" y="314"/>
                  </a:lnTo>
                  <a:lnTo>
                    <a:pt x="330" y="314"/>
                  </a:lnTo>
                  <a:lnTo>
                    <a:pt x="330" y="314"/>
                  </a:lnTo>
                  <a:lnTo>
                    <a:pt x="338" y="312"/>
                  </a:lnTo>
                  <a:lnTo>
                    <a:pt x="342" y="310"/>
                  </a:lnTo>
                  <a:lnTo>
                    <a:pt x="348" y="306"/>
                  </a:lnTo>
                  <a:lnTo>
                    <a:pt x="352" y="302"/>
                  </a:lnTo>
                  <a:lnTo>
                    <a:pt x="352" y="302"/>
                  </a:lnTo>
                  <a:lnTo>
                    <a:pt x="354" y="296"/>
                  </a:lnTo>
                  <a:lnTo>
                    <a:pt x="354" y="290"/>
                  </a:lnTo>
                  <a:lnTo>
                    <a:pt x="354" y="282"/>
                  </a:lnTo>
                  <a:lnTo>
                    <a:pt x="352" y="278"/>
                  </a:lnTo>
                  <a:lnTo>
                    <a:pt x="352" y="278"/>
                  </a:lnTo>
                  <a:close/>
                  <a:moveTo>
                    <a:pt x="42" y="280"/>
                  </a:moveTo>
                  <a:lnTo>
                    <a:pt x="178" y="44"/>
                  </a:lnTo>
                  <a:lnTo>
                    <a:pt x="314" y="280"/>
                  </a:lnTo>
                  <a:lnTo>
                    <a:pt x="42" y="280"/>
                  </a:lnTo>
                  <a:close/>
                  <a:moveTo>
                    <a:pt x="160" y="142"/>
                  </a:moveTo>
                  <a:lnTo>
                    <a:pt x="160" y="142"/>
                  </a:lnTo>
                  <a:lnTo>
                    <a:pt x="158" y="132"/>
                  </a:lnTo>
                  <a:lnTo>
                    <a:pt x="158" y="132"/>
                  </a:lnTo>
                  <a:lnTo>
                    <a:pt x="160" y="126"/>
                  </a:lnTo>
                  <a:lnTo>
                    <a:pt x="164" y="122"/>
                  </a:lnTo>
                  <a:lnTo>
                    <a:pt x="164" y="122"/>
                  </a:lnTo>
                  <a:lnTo>
                    <a:pt x="170" y="118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86" y="118"/>
                  </a:lnTo>
                  <a:lnTo>
                    <a:pt x="192" y="122"/>
                  </a:lnTo>
                  <a:lnTo>
                    <a:pt x="192" y="122"/>
                  </a:lnTo>
                  <a:lnTo>
                    <a:pt x="196" y="126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196" y="142"/>
                  </a:lnTo>
                  <a:lnTo>
                    <a:pt x="184" y="206"/>
                  </a:lnTo>
                  <a:lnTo>
                    <a:pt x="172" y="206"/>
                  </a:lnTo>
                  <a:lnTo>
                    <a:pt x="160" y="142"/>
                  </a:lnTo>
                  <a:close/>
                  <a:moveTo>
                    <a:pt x="178" y="218"/>
                  </a:moveTo>
                  <a:lnTo>
                    <a:pt x="178" y="218"/>
                  </a:lnTo>
                  <a:lnTo>
                    <a:pt x="186" y="220"/>
                  </a:lnTo>
                  <a:lnTo>
                    <a:pt x="186" y="220"/>
                  </a:lnTo>
                  <a:lnTo>
                    <a:pt x="190" y="224"/>
                  </a:lnTo>
                  <a:lnTo>
                    <a:pt x="190" y="224"/>
                  </a:lnTo>
                  <a:lnTo>
                    <a:pt x="194" y="230"/>
                  </a:lnTo>
                  <a:lnTo>
                    <a:pt x="194" y="230"/>
                  </a:lnTo>
                  <a:lnTo>
                    <a:pt x="196" y="238"/>
                  </a:lnTo>
                  <a:lnTo>
                    <a:pt x="196" y="238"/>
                  </a:lnTo>
                  <a:lnTo>
                    <a:pt x="194" y="244"/>
                  </a:lnTo>
                  <a:lnTo>
                    <a:pt x="194" y="244"/>
                  </a:lnTo>
                  <a:lnTo>
                    <a:pt x="190" y="250"/>
                  </a:lnTo>
                  <a:lnTo>
                    <a:pt x="190" y="250"/>
                  </a:lnTo>
                  <a:lnTo>
                    <a:pt x="186" y="254"/>
                  </a:lnTo>
                  <a:lnTo>
                    <a:pt x="186" y="254"/>
                  </a:lnTo>
                  <a:lnTo>
                    <a:pt x="178" y="256"/>
                  </a:lnTo>
                  <a:lnTo>
                    <a:pt x="178" y="256"/>
                  </a:lnTo>
                  <a:lnTo>
                    <a:pt x="170" y="254"/>
                  </a:lnTo>
                  <a:lnTo>
                    <a:pt x="170" y="254"/>
                  </a:lnTo>
                  <a:lnTo>
                    <a:pt x="166" y="250"/>
                  </a:lnTo>
                  <a:lnTo>
                    <a:pt x="166" y="250"/>
                  </a:lnTo>
                  <a:lnTo>
                    <a:pt x="162" y="244"/>
                  </a:lnTo>
                  <a:lnTo>
                    <a:pt x="162" y="244"/>
                  </a:lnTo>
                  <a:lnTo>
                    <a:pt x="160" y="238"/>
                  </a:lnTo>
                  <a:lnTo>
                    <a:pt x="160" y="238"/>
                  </a:lnTo>
                  <a:lnTo>
                    <a:pt x="162" y="230"/>
                  </a:lnTo>
                  <a:lnTo>
                    <a:pt x="166" y="224"/>
                  </a:lnTo>
                  <a:lnTo>
                    <a:pt x="166" y="224"/>
                  </a:lnTo>
                  <a:lnTo>
                    <a:pt x="170" y="220"/>
                  </a:lnTo>
                  <a:lnTo>
                    <a:pt x="178" y="218"/>
                  </a:lnTo>
                  <a:lnTo>
                    <a:pt x="178" y="2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69464" y="5445224"/>
            <a:ext cx="612000" cy="612000"/>
            <a:chOff x="7867755" y="5907019"/>
            <a:chExt cx="612000" cy="612000"/>
          </a:xfrm>
        </p:grpSpPr>
        <p:sp>
          <p:nvSpPr>
            <p:cNvPr id="33" name="Oval 32"/>
            <p:cNvSpPr/>
            <p:nvPr/>
          </p:nvSpPr>
          <p:spPr bwMode="ltGray">
            <a:xfrm>
              <a:off x="7867755" y="5907019"/>
              <a:ext cx="612000" cy="612000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sp>
          <p:nvSpPr>
            <p:cNvPr id="34" name="Freeform 4858"/>
            <p:cNvSpPr>
              <a:spLocks noEditPoints="1"/>
            </p:cNvSpPr>
            <p:nvPr/>
          </p:nvSpPr>
          <p:spPr bwMode="auto">
            <a:xfrm>
              <a:off x="7983277" y="6036118"/>
              <a:ext cx="380180" cy="360683"/>
            </a:xfrm>
            <a:custGeom>
              <a:avLst/>
              <a:gdLst>
                <a:gd name="T0" fmla="*/ 78 w 312"/>
                <a:gd name="T1" fmla="*/ 292 h 296"/>
                <a:gd name="T2" fmla="*/ 42 w 312"/>
                <a:gd name="T3" fmla="*/ 296 h 296"/>
                <a:gd name="T4" fmla="*/ 34 w 312"/>
                <a:gd name="T5" fmla="*/ 290 h 296"/>
                <a:gd name="T6" fmla="*/ 34 w 312"/>
                <a:gd name="T7" fmla="*/ 280 h 296"/>
                <a:gd name="T8" fmla="*/ 238 w 312"/>
                <a:gd name="T9" fmla="*/ 2 h 296"/>
                <a:gd name="T10" fmla="*/ 270 w 312"/>
                <a:gd name="T11" fmla="*/ 0 h 296"/>
                <a:gd name="T12" fmla="*/ 278 w 312"/>
                <a:gd name="T13" fmla="*/ 6 h 296"/>
                <a:gd name="T14" fmla="*/ 278 w 312"/>
                <a:gd name="T15" fmla="*/ 16 h 296"/>
                <a:gd name="T16" fmla="*/ 54 w 312"/>
                <a:gd name="T17" fmla="*/ 136 h 296"/>
                <a:gd name="T18" fmla="*/ 20 w 312"/>
                <a:gd name="T19" fmla="*/ 118 h 296"/>
                <a:gd name="T20" fmla="*/ 2 w 312"/>
                <a:gd name="T21" fmla="*/ 82 h 296"/>
                <a:gd name="T22" fmla="*/ 2 w 312"/>
                <a:gd name="T23" fmla="*/ 56 h 296"/>
                <a:gd name="T24" fmla="*/ 20 w 312"/>
                <a:gd name="T25" fmla="*/ 20 h 296"/>
                <a:gd name="T26" fmla="*/ 54 w 312"/>
                <a:gd name="T27" fmla="*/ 2 h 296"/>
                <a:gd name="T28" fmla="*/ 82 w 312"/>
                <a:gd name="T29" fmla="*/ 2 h 296"/>
                <a:gd name="T30" fmla="*/ 116 w 312"/>
                <a:gd name="T31" fmla="*/ 20 h 296"/>
                <a:gd name="T32" fmla="*/ 136 w 312"/>
                <a:gd name="T33" fmla="*/ 56 h 296"/>
                <a:gd name="T34" fmla="*/ 136 w 312"/>
                <a:gd name="T35" fmla="*/ 82 h 296"/>
                <a:gd name="T36" fmla="*/ 116 w 312"/>
                <a:gd name="T37" fmla="*/ 118 h 296"/>
                <a:gd name="T38" fmla="*/ 82 w 312"/>
                <a:gd name="T39" fmla="*/ 136 h 296"/>
                <a:gd name="T40" fmla="*/ 68 w 312"/>
                <a:gd name="T41" fmla="*/ 100 h 296"/>
                <a:gd name="T42" fmla="*/ 80 w 312"/>
                <a:gd name="T43" fmla="*/ 98 h 296"/>
                <a:gd name="T44" fmla="*/ 100 w 312"/>
                <a:gd name="T45" fmla="*/ 76 h 296"/>
                <a:gd name="T46" fmla="*/ 100 w 312"/>
                <a:gd name="T47" fmla="*/ 62 h 296"/>
                <a:gd name="T48" fmla="*/ 80 w 312"/>
                <a:gd name="T49" fmla="*/ 40 h 296"/>
                <a:gd name="T50" fmla="*/ 68 w 312"/>
                <a:gd name="T51" fmla="*/ 38 h 296"/>
                <a:gd name="T52" fmla="*/ 46 w 312"/>
                <a:gd name="T53" fmla="*/ 46 h 296"/>
                <a:gd name="T54" fmla="*/ 36 w 312"/>
                <a:gd name="T55" fmla="*/ 70 h 296"/>
                <a:gd name="T56" fmla="*/ 40 w 312"/>
                <a:gd name="T57" fmla="*/ 82 h 296"/>
                <a:gd name="T58" fmla="*/ 62 w 312"/>
                <a:gd name="T59" fmla="*/ 100 h 296"/>
                <a:gd name="T60" fmla="*/ 312 w 312"/>
                <a:gd name="T61" fmla="*/ 226 h 296"/>
                <a:gd name="T62" fmla="*/ 306 w 312"/>
                <a:gd name="T63" fmla="*/ 254 h 296"/>
                <a:gd name="T64" fmla="*/ 280 w 312"/>
                <a:gd name="T65" fmla="*/ 284 h 296"/>
                <a:gd name="T66" fmla="*/ 242 w 312"/>
                <a:gd name="T67" fmla="*/ 296 h 296"/>
                <a:gd name="T68" fmla="*/ 216 w 312"/>
                <a:gd name="T69" fmla="*/ 290 h 296"/>
                <a:gd name="T70" fmla="*/ 186 w 312"/>
                <a:gd name="T71" fmla="*/ 266 h 296"/>
                <a:gd name="T72" fmla="*/ 174 w 312"/>
                <a:gd name="T73" fmla="*/ 226 h 296"/>
                <a:gd name="T74" fmla="*/ 180 w 312"/>
                <a:gd name="T75" fmla="*/ 200 h 296"/>
                <a:gd name="T76" fmla="*/ 204 w 312"/>
                <a:gd name="T77" fmla="*/ 170 h 296"/>
                <a:gd name="T78" fmla="*/ 242 w 312"/>
                <a:gd name="T79" fmla="*/ 158 h 296"/>
                <a:gd name="T80" fmla="*/ 270 w 312"/>
                <a:gd name="T81" fmla="*/ 164 h 296"/>
                <a:gd name="T82" fmla="*/ 300 w 312"/>
                <a:gd name="T83" fmla="*/ 188 h 296"/>
                <a:gd name="T84" fmla="*/ 312 w 312"/>
                <a:gd name="T85" fmla="*/ 226 h 296"/>
                <a:gd name="T86" fmla="*/ 274 w 312"/>
                <a:gd name="T87" fmla="*/ 226 h 296"/>
                <a:gd name="T88" fmla="*/ 264 w 312"/>
                <a:gd name="T89" fmla="*/ 204 h 296"/>
                <a:gd name="T90" fmla="*/ 242 w 312"/>
                <a:gd name="T91" fmla="*/ 196 h 296"/>
                <a:gd name="T92" fmla="*/ 230 w 312"/>
                <a:gd name="T93" fmla="*/ 198 h 296"/>
                <a:gd name="T94" fmla="*/ 212 w 312"/>
                <a:gd name="T95" fmla="*/ 220 h 296"/>
                <a:gd name="T96" fmla="*/ 212 w 312"/>
                <a:gd name="T97" fmla="*/ 234 h 296"/>
                <a:gd name="T98" fmla="*/ 230 w 312"/>
                <a:gd name="T99" fmla="*/ 256 h 296"/>
                <a:gd name="T100" fmla="*/ 242 w 312"/>
                <a:gd name="T101" fmla="*/ 258 h 296"/>
                <a:gd name="T102" fmla="*/ 264 w 312"/>
                <a:gd name="T103" fmla="*/ 250 h 296"/>
                <a:gd name="T104" fmla="*/ 274 w 312"/>
                <a:gd name="T105" fmla="*/ 22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2" h="296">
                  <a:moveTo>
                    <a:pt x="278" y="16"/>
                  </a:moveTo>
                  <a:lnTo>
                    <a:pt x="78" y="292"/>
                  </a:lnTo>
                  <a:lnTo>
                    <a:pt x="78" y="292"/>
                  </a:lnTo>
                  <a:lnTo>
                    <a:pt x="74" y="294"/>
                  </a:lnTo>
                  <a:lnTo>
                    <a:pt x="70" y="296"/>
                  </a:lnTo>
                  <a:lnTo>
                    <a:pt x="42" y="296"/>
                  </a:lnTo>
                  <a:lnTo>
                    <a:pt x="42" y="296"/>
                  </a:lnTo>
                  <a:lnTo>
                    <a:pt x="38" y="294"/>
                  </a:lnTo>
                  <a:lnTo>
                    <a:pt x="34" y="290"/>
                  </a:lnTo>
                  <a:lnTo>
                    <a:pt x="34" y="290"/>
                  </a:lnTo>
                  <a:lnTo>
                    <a:pt x="32" y="284"/>
                  </a:lnTo>
                  <a:lnTo>
                    <a:pt x="34" y="280"/>
                  </a:lnTo>
                  <a:lnTo>
                    <a:pt x="234" y="4"/>
                  </a:lnTo>
                  <a:lnTo>
                    <a:pt x="234" y="4"/>
                  </a:lnTo>
                  <a:lnTo>
                    <a:pt x="238" y="2"/>
                  </a:lnTo>
                  <a:lnTo>
                    <a:pt x="242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4" y="2"/>
                  </a:lnTo>
                  <a:lnTo>
                    <a:pt x="278" y="6"/>
                  </a:lnTo>
                  <a:lnTo>
                    <a:pt x="278" y="6"/>
                  </a:lnTo>
                  <a:lnTo>
                    <a:pt x="280" y="12"/>
                  </a:lnTo>
                  <a:lnTo>
                    <a:pt x="278" y="16"/>
                  </a:lnTo>
                  <a:lnTo>
                    <a:pt x="278" y="16"/>
                  </a:lnTo>
                  <a:close/>
                  <a:moveTo>
                    <a:pt x="68" y="138"/>
                  </a:moveTo>
                  <a:lnTo>
                    <a:pt x="68" y="138"/>
                  </a:lnTo>
                  <a:lnTo>
                    <a:pt x="54" y="136"/>
                  </a:lnTo>
                  <a:lnTo>
                    <a:pt x="42" y="132"/>
                  </a:lnTo>
                  <a:lnTo>
                    <a:pt x="30" y="126"/>
                  </a:lnTo>
                  <a:lnTo>
                    <a:pt x="20" y="118"/>
                  </a:lnTo>
                  <a:lnTo>
                    <a:pt x="12" y="108"/>
                  </a:lnTo>
                  <a:lnTo>
                    <a:pt x="6" y="96"/>
                  </a:lnTo>
                  <a:lnTo>
                    <a:pt x="2" y="8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2" y="56"/>
                  </a:lnTo>
                  <a:lnTo>
                    <a:pt x="6" y="42"/>
                  </a:lnTo>
                  <a:lnTo>
                    <a:pt x="12" y="30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2" y="6"/>
                  </a:lnTo>
                  <a:lnTo>
                    <a:pt x="54" y="2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82" y="2"/>
                  </a:lnTo>
                  <a:lnTo>
                    <a:pt x="94" y="6"/>
                  </a:lnTo>
                  <a:lnTo>
                    <a:pt x="106" y="12"/>
                  </a:lnTo>
                  <a:lnTo>
                    <a:pt x="116" y="20"/>
                  </a:lnTo>
                  <a:lnTo>
                    <a:pt x="126" y="30"/>
                  </a:lnTo>
                  <a:lnTo>
                    <a:pt x="132" y="42"/>
                  </a:lnTo>
                  <a:lnTo>
                    <a:pt x="136" y="56"/>
                  </a:lnTo>
                  <a:lnTo>
                    <a:pt x="136" y="70"/>
                  </a:lnTo>
                  <a:lnTo>
                    <a:pt x="136" y="70"/>
                  </a:lnTo>
                  <a:lnTo>
                    <a:pt x="136" y="82"/>
                  </a:lnTo>
                  <a:lnTo>
                    <a:pt x="132" y="96"/>
                  </a:lnTo>
                  <a:lnTo>
                    <a:pt x="126" y="108"/>
                  </a:lnTo>
                  <a:lnTo>
                    <a:pt x="116" y="118"/>
                  </a:lnTo>
                  <a:lnTo>
                    <a:pt x="106" y="126"/>
                  </a:lnTo>
                  <a:lnTo>
                    <a:pt x="94" y="132"/>
                  </a:lnTo>
                  <a:lnTo>
                    <a:pt x="82" y="136"/>
                  </a:lnTo>
                  <a:lnTo>
                    <a:pt x="68" y="138"/>
                  </a:lnTo>
                  <a:lnTo>
                    <a:pt x="68" y="138"/>
                  </a:lnTo>
                  <a:close/>
                  <a:moveTo>
                    <a:pt x="68" y="100"/>
                  </a:moveTo>
                  <a:lnTo>
                    <a:pt x="68" y="100"/>
                  </a:lnTo>
                  <a:lnTo>
                    <a:pt x="74" y="100"/>
                  </a:lnTo>
                  <a:lnTo>
                    <a:pt x="80" y="98"/>
                  </a:lnTo>
                  <a:lnTo>
                    <a:pt x="90" y="92"/>
                  </a:lnTo>
                  <a:lnTo>
                    <a:pt x="98" y="82"/>
                  </a:lnTo>
                  <a:lnTo>
                    <a:pt x="100" y="76"/>
                  </a:lnTo>
                  <a:lnTo>
                    <a:pt x="100" y="70"/>
                  </a:lnTo>
                  <a:lnTo>
                    <a:pt x="100" y="70"/>
                  </a:lnTo>
                  <a:lnTo>
                    <a:pt x="100" y="62"/>
                  </a:lnTo>
                  <a:lnTo>
                    <a:pt x="98" y="56"/>
                  </a:lnTo>
                  <a:lnTo>
                    <a:pt x="90" y="46"/>
                  </a:lnTo>
                  <a:lnTo>
                    <a:pt x="80" y="40"/>
                  </a:lnTo>
                  <a:lnTo>
                    <a:pt x="74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2" y="38"/>
                  </a:lnTo>
                  <a:lnTo>
                    <a:pt x="56" y="40"/>
                  </a:lnTo>
                  <a:lnTo>
                    <a:pt x="46" y="46"/>
                  </a:lnTo>
                  <a:lnTo>
                    <a:pt x="40" y="56"/>
                  </a:lnTo>
                  <a:lnTo>
                    <a:pt x="38" y="62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38" y="76"/>
                  </a:lnTo>
                  <a:lnTo>
                    <a:pt x="40" y="82"/>
                  </a:lnTo>
                  <a:lnTo>
                    <a:pt x="46" y="92"/>
                  </a:lnTo>
                  <a:lnTo>
                    <a:pt x="56" y="98"/>
                  </a:lnTo>
                  <a:lnTo>
                    <a:pt x="62" y="100"/>
                  </a:lnTo>
                  <a:lnTo>
                    <a:pt x="68" y="100"/>
                  </a:lnTo>
                  <a:lnTo>
                    <a:pt x="68" y="100"/>
                  </a:lnTo>
                  <a:close/>
                  <a:moveTo>
                    <a:pt x="312" y="226"/>
                  </a:moveTo>
                  <a:lnTo>
                    <a:pt x="312" y="226"/>
                  </a:lnTo>
                  <a:lnTo>
                    <a:pt x="310" y="240"/>
                  </a:lnTo>
                  <a:lnTo>
                    <a:pt x="306" y="254"/>
                  </a:lnTo>
                  <a:lnTo>
                    <a:pt x="300" y="266"/>
                  </a:lnTo>
                  <a:lnTo>
                    <a:pt x="290" y="276"/>
                  </a:lnTo>
                  <a:lnTo>
                    <a:pt x="280" y="284"/>
                  </a:lnTo>
                  <a:lnTo>
                    <a:pt x="270" y="290"/>
                  </a:lnTo>
                  <a:lnTo>
                    <a:pt x="256" y="294"/>
                  </a:lnTo>
                  <a:lnTo>
                    <a:pt x="242" y="296"/>
                  </a:lnTo>
                  <a:lnTo>
                    <a:pt x="242" y="296"/>
                  </a:lnTo>
                  <a:lnTo>
                    <a:pt x="228" y="294"/>
                  </a:lnTo>
                  <a:lnTo>
                    <a:pt x="216" y="290"/>
                  </a:lnTo>
                  <a:lnTo>
                    <a:pt x="204" y="284"/>
                  </a:lnTo>
                  <a:lnTo>
                    <a:pt x="194" y="276"/>
                  </a:lnTo>
                  <a:lnTo>
                    <a:pt x="186" y="266"/>
                  </a:lnTo>
                  <a:lnTo>
                    <a:pt x="180" y="254"/>
                  </a:lnTo>
                  <a:lnTo>
                    <a:pt x="176" y="240"/>
                  </a:lnTo>
                  <a:lnTo>
                    <a:pt x="174" y="226"/>
                  </a:lnTo>
                  <a:lnTo>
                    <a:pt x="174" y="226"/>
                  </a:lnTo>
                  <a:lnTo>
                    <a:pt x="176" y="214"/>
                  </a:lnTo>
                  <a:lnTo>
                    <a:pt x="180" y="200"/>
                  </a:lnTo>
                  <a:lnTo>
                    <a:pt x="186" y="188"/>
                  </a:lnTo>
                  <a:lnTo>
                    <a:pt x="194" y="178"/>
                  </a:lnTo>
                  <a:lnTo>
                    <a:pt x="204" y="170"/>
                  </a:lnTo>
                  <a:lnTo>
                    <a:pt x="216" y="164"/>
                  </a:lnTo>
                  <a:lnTo>
                    <a:pt x="228" y="160"/>
                  </a:lnTo>
                  <a:lnTo>
                    <a:pt x="242" y="158"/>
                  </a:lnTo>
                  <a:lnTo>
                    <a:pt x="242" y="158"/>
                  </a:lnTo>
                  <a:lnTo>
                    <a:pt x="256" y="160"/>
                  </a:lnTo>
                  <a:lnTo>
                    <a:pt x="270" y="164"/>
                  </a:lnTo>
                  <a:lnTo>
                    <a:pt x="280" y="170"/>
                  </a:lnTo>
                  <a:lnTo>
                    <a:pt x="290" y="178"/>
                  </a:lnTo>
                  <a:lnTo>
                    <a:pt x="300" y="188"/>
                  </a:lnTo>
                  <a:lnTo>
                    <a:pt x="306" y="200"/>
                  </a:lnTo>
                  <a:lnTo>
                    <a:pt x="310" y="214"/>
                  </a:lnTo>
                  <a:lnTo>
                    <a:pt x="312" y="226"/>
                  </a:lnTo>
                  <a:lnTo>
                    <a:pt x="312" y="226"/>
                  </a:lnTo>
                  <a:close/>
                  <a:moveTo>
                    <a:pt x="274" y="226"/>
                  </a:moveTo>
                  <a:lnTo>
                    <a:pt x="274" y="226"/>
                  </a:lnTo>
                  <a:lnTo>
                    <a:pt x="274" y="220"/>
                  </a:lnTo>
                  <a:lnTo>
                    <a:pt x="272" y="214"/>
                  </a:lnTo>
                  <a:lnTo>
                    <a:pt x="264" y="204"/>
                  </a:lnTo>
                  <a:lnTo>
                    <a:pt x="254" y="198"/>
                  </a:lnTo>
                  <a:lnTo>
                    <a:pt x="248" y="196"/>
                  </a:lnTo>
                  <a:lnTo>
                    <a:pt x="242" y="196"/>
                  </a:lnTo>
                  <a:lnTo>
                    <a:pt x="242" y="196"/>
                  </a:lnTo>
                  <a:lnTo>
                    <a:pt x="236" y="196"/>
                  </a:lnTo>
                  <a:lnTo>
                    <a:pt x="230" y="198"/>
                  </a:lnTo>
                  <a:lnTo>
                    <a:pt x="220" y="204"/>
                  </a:lnTo>
                  <a:lnTo>
                    <a:pt x="214" y="214"/>
                  </a:lnTo>
                  <a:lnTo>
                    <a:pt x="212" y="220"/>
                  </a:lnTo>
                  <a:lnTo>
                    <a:pt x="212" y="226"/>
                  </a:lnTo>
                  <a:lnTo>
                    <a:pt x="212" y="226"/>
                  </a:lnTo>
                  <a:lnTo>
                    <a:pt x="212" y="234"/>
                  </a:lnTo>
                  <a:lnTo>
                    <a:pt x="214" y="240"/>
                  </a:lnTo>
                  <a:lnTo>
                    <a:pt x="220" y="250"/>
                  </a:lnTo>
                  <a:lnTo>
                    <a:pt x="230" y="256"/>
                  </a:lnTo>
                  <a:lnTo>
                    <a:pt x="236" y="258"/>
                  </a:lnTo>
                  <a:lnTo>
                    <a:pt x="242" y="258"/>
                  </a:lnTo>
                  <a:lnTo>
                    <a:pt x="242" y="258"/>
                  </a:lnTo>
                  <a:lnTo>
                    <a:pt x="248" y="258"/>
                  </a:lnTo>
                  <a:lnTo>
                    <a:pt x="254" y="256"/>
                  </a:lnTo>
                  <a:lnTo>
                    <a:pt x="264" y="250"/>
                  </a:lnTo>
                  <a:lnTo>
                    <a:pt x="272" y="240"/>
                  </a:lnTo>
                  <a:lnTo>
                    <a:pt x="274" y="234"/>
                  </a:lnTo>
                  <a:lnTo>
                    <a:pt x="274" y="226"/>
                  </a:lnTo>
                  <a:lnTo>
                    <a:pt x="274" y="22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35" name="Picture 3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90" y="1844824"/>
            <a:ext cx="3960409" cy="352839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36" name="Picture 3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660" y="3933056"/>
            <a:ext cx="3001700" cy="23042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7" name="Chevron 56"/>
          <p:cNvSpPr>
            <a:spLocks noChangeArrowheads="1"/>
          </p:cNvSpPr>
          <p:nvPr/>
        </p:nvSpPr>
        <p:spPr bwMode="auto">
          <a:xfrm>
            <a:off x="3779912" y="5491676"/>
            <a:ext cx="431136" cy="601620"/>
          </a:xfrm>
          <a:prstGeom prst="chevron">
            <a:avLst>
              <a:gd name="adj" fmla="val 6231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t-EE"/>
          </a:p>
        </p:txBody>
      </p:sp>
      <p:sp>
        <p:nvSpPr>
          <p:cNvPr id="38" name="Chevron 57"/>
          <p:cNvSpPr>
            <a:spLocks noChangeArrowheads="1"/>
          </p:cNvSpPr>
          <p:nvPr/>
        </p:nvSpPr>
        <p:spPr bwMode="auto">
          <a:xfrm>
            <a:off x="4030269" y="5491676"/>
            <a:ext cx="431136" cy="601620"/>
          </a:xfrm>
          <a:prstGeom prst="chevron">
            <a:avLst>
              <a:gd name="adj" fmla="val 6231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t-EE"/>
          </a:p>
        </p:txBody>
      </p:sp>
      <p:grpSp>
        <p:nvGrpSpPr>
          <p:cNvPr id="39" name="Group 38"/>
          <p:cNvGrpSpPr/>
          <p:nvPr/>
        </p:nvGrpSpPr>
        <p:grpSpPr>
          <a:xfrm>
            <a:off x="2951888" y="5445224"/>
            <a:ext cx="612000" cy="612000"/>
            <a:chOff x="2342233" y="4690710"/>
            <a:chExt cx="612000" cy="612000"/>
          </a:xfrm>
        </p:grpSpPr>
        <p:sp>
          <p:nvSpPr>
            <p:cNvPr id="40" name="Oval 39"/>
            <p:cNvSpPr/>
            <p:nvPr/>
          </p:nvSpPr>
          <p:spPr bwMode="ltGray">
            <a:xfrm>
              <a:off x="2342233" y="4690710"/>
              <a:ext cx="612000" cy="612000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sp>
          <p:nvSpPr>
            <p:cNvPr id="41" name="Freeform 4985"/>
            <p:cNvSpPr>
              <a:spLocks noEditPoints="1"/>
            </p:cNvSpPr>
            <p:nvPr/>
          </p:nvSpPr>
          <p:spPr bwMode="auto">
            <a:xfrm>
              <a:off x="2454243" y="4848931"/>
              <a:ext cx="387981" cy="354033"/>
            </a:xfrm>
            <a:custGeom>
              <a:avLst/>
              <a:gdLst>
                <a:gd name="T0" fmla="*/ 282 w 320"/>
                <a:gd name="T1" fmla="*/ 112 h 292"/>
                <a:gd name="T2" fmla="*/ 294 w 320"/>
                <a:gd name="T3" fmla="*/ 114 h 292"/>
                <a:gd name="T4" fmla="*/ 308 w 320"/>
                <a:gd name="T5" fmla="*/ 120 h 292"/>
                <a:gd name="T6" fmla="*/ 320 w 320"/>
                <a:gd name="T7" fmla="*/ 138 h 292"/>
                <a:gd name="T8" fmla="*/ 320 w 320"/>
                <a:gd name="T9" fmla="*/ 196 h 292"/>
                <a:gd name="T10" fmla="*/ 320 w 320"/>
                <a:gd name="T11" fmla="*/ 202 h 292"/>
                <a:gd name="T12" fmla="*/ 316 w 320"/>
                <a:gd name="T13" fmla="*/ 214 h 292"/>
                <a:gd name="T14" fmla="*/ 304 w 320"/>
                <a:gd name="T15" fmla="*/ 228 h 292"/>
                <a:gd name="T16" fmla="*/ 282 w 320"/>
                <a:gd name="T17" fmla="*/ 234 h 292"/>
                <a:gd name="T18" fmla="*/ 252 w 320"/>
                <a:gd name="T19" fmla="*/ 234 h 292"/>
                <a:gd name="T20" fmla="*/ 260 w 320"/>
                <a:gd name="T21" fmla="*/ 264 h 292"/>
                <a:gd name="T22" fmla="*/ 272 w 320"/>
                <a:gd name="T23" fmla="*/ 286 h 292"/>
                <a:gd name="T24" fmla="*/ 278 w 320"/>
                <a:gd name="T25" fmla="*/ 292 h 292"/>
                <a:gd name="T26" fmla="*/ 254 w 320"/>
                <a:gd name="T27" fmla="*/ 278 h 292"/>
                <a:gd name="T28" fmla="*/ 234 w 320"/>
                <a:gd name="T29" fmla="*/ 260 h 292"/>
                <a:gd name="T30" fmla="*/ 218 w 320"/>
                <a:gd name="T31" fmla="*/ 234 h 292"/>
                <a:gd name="T32" fmla="*/ 198 w 320"/>
                <a:gd name="T33" fmla="*/ 234 h 292"/>
                <a:gd name="T34" fmla="*/ 186 w 320"/>
                <a:gd name="T35" fmla="*/ 232 h 292"/>
                <a:gd name="T36" fmla="*/ 172 w 320"/>
                <a:gd name="T37" fmla="*/ 224 h 292"/>
                <a:gd name="T38" fmla="*/ 162 w 320"/>
                <a:gd name="T39" fmla="*/ 208 h 292"/>
                <a:gd name="T40" fmla="*/ 160 w 320"/>
                <a:gd name="T41" fmla="*/ 150 h 292"/>
                <a:gd name="T42" fmla="*/ 160 w 320"/>
                <a:gd name="T43" fmla="*/ 144 h 292"/>
                <a:gd name="T44" fmla="*/ 164 w 320"/>
                <a:gd name="T45" fmla="*/ 130 h 292"/>
                <a:gd name="T46" fmla="*/ 176 w 320"/>
                <a:gd name="T47" fmla="*/ 118 h 292"/>
                <a:gd name="T48" fmla="*/ 198 w 320"/>
                <a:gd name="T49" fmla="*/ 112 h 292"/>
                <a:gd name="T50" fmla="*/ 140 w 320"/>
                <a:gd name="T51" fmla="*/ 150 h 292"/>
                <a:gd name="T52" fmla="*/ 142 w 320"/>
                <a:gd name="T53" fmla="*/ 142 h 292"/>
                <a:gd name="T54" fmla="*/ 148 w 320"/>
                <a:gd name="T55" fmla="*/ 122 h 292"/>
                <a:gd name="T56" fmla="*/ 162 w 320"/>
                <a:gd name="T57" fmla="*/ 104 h 292"/>
                <a:gd name="T58" fmla="*/ 184 w 320"/>
                <a:gd name="T59" fmla="*/ 94 h 292"/>
                <a:gd name="T60" fmla="*/ 282 w 320"/>
                <a:gd name="T61" fmla="*/ 92 h 292"/>
                <a:gd name="T62" fmla="*/ 288 w 320"/>
                <a:gd name="T63" fmla="*/ 94 h 292"/>
                <a:gd name="T64" fmla="*/ 288 w 320"/>
                <a:gd name="T65" fmla="*/ 52 h 292"/>
                <a:gd name="T66" fmla="*/ 286 w 320"/>
                <a:gd name="T67" fmla="*/ 36 h 292"/>
                <a:gd name="T68" fmla="*/ 276 w 320"/>
                <a:gd name="T69" fmla="*/ 16 h 292"/>
                <a:gd name="T70" fmla="*/ 254 w 320"/>
                <a:gd name="T71" fmla="*/ 2 h 292"/>
                <a:gd name="T72" fmla="*/ 236 w 320"/>
                <a:gd name="T73" fmla="*/ 0 h 292"/>
                <a:gd name="T74" fmla="*/ 52 w 320"/>
                <a:gd name="T75" fmla="*/ 0 h 292"/>
                <a:gd name="T76" fmla="*/ 34 w 320"/>
                <a:gd name="T77" fmla="*/ 2 h 292"/>
                <a:gd name="T78" fmla="*/ 16 w 320"/>
                <a:gd name="T79" fmla="*/ 12 h 292"/>
                <a:gd name="T80" fmla="*/ 2 w 320"/>
                <a:gd name="T81" fmla="*/ 34 h 292"/>
                <a:gd name="T82" fmla="*/ 0 w 320"/>
                <a:gd name="T83" fmla="*/ 52 h 292"/>
                <a:gd name="T84" fmla="*/ 0 w 320"/>
                <a:gd name="T85" fmla="*/ 112 h 292"/>
                <a:gd name="T86" fmla="*/ 2 w 320"/>
                <a:gd name="T87" fmla="*/ 130 h 292"/>
                <a:gd name="T88" fmla="*/ 12 w 320"/>
                <a:gd name="T89" fmla="*/ 148 h 292"/>
                <a:gd name="T90" fmla="*/ 34 w 320"/>
                <a:gd name="T91" fmla="*/ 162 h 292"/>
                <a:gd name="T92" fmla="*/ 52 w 320"/>
                <a:gd name="T93" fmla="*/ 164 h 292"/>
                <a:gd name="T94" fmla="*/ 64 w 320"/>
                <a:gd name="T95" fmla="*/ 164 h 292"/>
                <a:gd name="T96" fmla="*/ 54 w 320"/>
                <a:gd name="T97" fmla="*/ 206 h 292"/>
                <a:gd name="T98" fmla="*/ 44 w 320"/>
                <a:gd name="T99" fmla="*/ 226 h 292"/>
                <a:gd name="T100" fmla="*/ 30 w 320"/>
                <a:gd name="T101" fmla="*/ 244 h 292"/>
                <a:gd name="T102" fmla="*/ 40 w 320"/>
                <a:gd name="T103" fmla="*/ 240 h 292"/>
                <a:gd name="T104" fmla="*/ 62 w 320"/>
                <a:gd name="T105" fmla="*/ 226 h 292"/>
                <a:gd name="T106" fmla="*/ 90 w 320"/>
                <a:gd name="T107" fmla="*/ 200 h 292"/>
                <a:gd name="T108" fmla="*/ 110 w 320"/>
                <a:gd name="T109" fmla="*/ 164 h 292"/>
                <a:gd name="T110" fmla="*/ 140 w 320"/>
                <a:gd name="T111" fmla="*/ 15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0" h="292">
                  <a:moveTo>
                    <a:pt x="282" y="112"/>
                  </a:moveTo>
                  <a:lnTo>
                    <a:pt x="282" y="112"/>
                  </a:lnTo>
                  <a:lnTo>
                    <a:pt x="288" y="112"/>
                  </a:lnTo>
                  <a:lnTo>
                    <a:pt x="294" y="114"/>
                  </a:lnTo>
                  <a:lnTo>
                    <a:pt x="302" y="116"/>
                  </a:lnTo>
                  <a:lnTo>
                    <a:pt x="308" y="120"/>
                  </a:lnTo>
                  <a:lnTo>
                    <a:pt x="314" y="128"/>
                  </a:lnTo>
                  <a:lnTo>
                    <a:pt x="320" y="138"/>
                  </a:lnTo>
                  <a:lnTo>
                    <a:pt x="320" y="150"/>
                  </a:lnTo>
                  <a:lnTo>
                    <a:pt x="320" y="196"/>
                  </a:lnTo>
                  <a:lnTo>
                    <a:pt x="320" y="196"/>
                  </a:lnTo>
                  <a:lnTo>
                    <a:pt x="320" y="202"/>
                  </a:lnTo>
                  <a:lnTo>
                    <a:pt x="318" y="208"/>
                  </a:lnTo>
                  <a:lnTo>
                    <a:pt x="316" y="214"/>
                  </a:lnTo>
                  <a:lnTo>
                    <a:pt x="312" y="222"/>
                  </a:lnTo>
                  <a:lnTo>
                    <a:pt x="304" y="228"/>
                  </a:lnTo>
                  <a:lnTo>
                    <a:pt x="294" y="232"/>
                  </a:lnTo>
                  <a:lnTo>
                    <a:pt x="282" y="234"/>
                  </a:lnTo>
                  <a:lnTo>
                    <a:pt x="252" y="234"/>
                  </a:lnTo>
                  <a:lnTo>
                    <a:pt x="252" y="234"/>
                  </a:lnTo>
                  <a:lnTo>
                    <a:pt x="256" y="248"/>
                  </a:lnTo>
                  <a:lnTo>
                    <a:pt x="260" y="264"/>
                  </a:lnTo>
                  <a:lnTo>
                    <a:pt x="268" y="280"/>
                  </a:lnTo>
                  <a:lnTo>
                    <a:pt x="272" y="286"/>
                  </a:lnTo>
                  <a:lnTo>
                    <a:pt x="278" y="292"/>
                  </a:lnTo>
                  <a:lnTo>
                    <a:pt x="278" y="292"/>
                  </a:lnTo>
                  <a:lnTo>
                    <a:pt x="272" y="290"/>
                  </a:lnTo>
                  <a:lnTo>
                    <a:pt x="254" y="278"/>
                  </a:lnTo>
                  <a:lnTo>
                    <a:pt x="244" y="270"/>
                  </a:lnTo>
                  <a:lnTo>
                    <a:pt x="234" y="260"/>
                  </a:lnTo>
                  <a:lnTo>
                    <a:pt x="226" y="248"/>
                  </a:lnTo>
                  <a:lnTo>
                    <a:pt x="218" y="234"/>
                  </a:lnTo>
                  <a:lnTo>
                    <a:pt x="198" y="234"/>
                  </a:lnTo>
                  <a:lnTo>
                    <a:pt x="198" y="234"/>
                  </a:lnTo>
                  <a:lnTo>
                    <a:pt x="192" y="234"/>
                  </a:lnTo>
                  <a:lnTo>
                    <a:pt x="186" y="232"/>
                  </a:lnTo>
                  <a:lnTo>
                    <a:pt x="180" y="230"/>
                  </a:lnTo>
                  <a:lnTo>
                    <a:pt x="172" y="224"/>
                  </a:lnTo>
                  <a:lnTo>
                    <a:pt x="166" y="218"/>
                  </a:lnTo>
                  <a:lnTo>
                    <a:pt x="162" y="208"/>
                  </a:lnTo>
                  <a:lnTo>
                    <a:pt x="160" y="196"/>
                  </a:lnTo>
                  <a:lnTo>
                    <a:pt x="160" y="150"/>
                  </a:lnTo>
                  <a:lnTo>
                    <a:pt x="160" y="150"/>
                  </a:lnTo>
                  <a:lnTo>
                    <a:pt x="160" y="144"/>
                  </a:lnTo>
                  <a:lnTo>
                    <a:pt x="162" y="138"/>
                  </a:lnTo>
                  <a:lnTo>
                    <a:pt x="164" y="130"/>
                  </a:lnTo>
                  <a:lnTo>
                    <a:pt x="170" y="124"/>
                  </a:lnTo>
                  <a:lnTo>
                    <a:pt x="176" y="118"/>
                  </a:lnTo>
                  <a:lnTo>
                    <a:pt x="186" y="114"/>
                  </a:lnTo>
                  <a:lnTo>
                    <a:pt x="198" y="112"/>
                  </a:lnTo>
                  <a:lnTo>
                    <a:pt x="282" y="112"/>
                  </a:lnTo>
                  <a:close/>
                  <a:moveTo>
                    <a:pt x="140" y="150"/>
                  </a:moveTo>
                  <a:lnTo>
                    <a:pt x="140" y="150"/>
                  </a:lnTo>
                  <a:lnTo>
                    <a:pt x="142" y="142"/>
                  </a:lnTo>
                  <a:lnTo>
                    <a:pt x="144" y="132"/>
                  </a:lnTo>
                  <a:lnTo>
                    <a:pt x="148" y="122"/>
                  </a:lnTo>
                  <a:lnTo>
                    <a:pt x="154" y="112"/>
                  </a:lnTo>
                  <a:lnTo>
                    <a:pt x="162" y="104"/>
                  </a:lnTo>
                  <a:lnTo>
                    <a:pt x="172" y="98"/>
                  </a:lnTo>
                  <a:lnTo>
                    <a:pt x="184" y="94"/>
                  </a:lnTo>
                  <a:lnTo>
                    <a:pt x="198" y="92"/>
                  </a:lnTo>
                  <a:lnTo>
                    <a:pt x="282" y="92"/>
                  </a:lnTo>
                  <a:lnTo>
                    <a:pt x="282" y="92"/>
                  </a:lnTo>
                  <a:lnTo>
                    <a:pt x="288" y="94"/>
                  </a:lnTo>
                  <a:lnTo>
                    <a:pt x="288" y="52"/>
                  </a:lnTo>
                  <a:lnTo>
                    <a:pt x="288" y="52"/>
                  </a:lnTo>
                  <a:lnTo>
                    <a:pt x="288" y="44"/>
                  </a:lnTo>
                  <a:lnTo>
                    <a:pt x="286" y="36"/>
                  </a:lnTo>
                  <a:lnTo>
                    <a:pt x="282" y="26"/>
                  </a:lnTo>
                  <a:lnTo>
                    <a:pt x="276" y="16"/>
                  </a:lnTo>
                  <a:lnTo>
                    <a:pt x="266" y="8"/>
                  </a:lnTo>
                  <a:lnTo>
                    <a:pt x="254" y="2"/>
                  </a:lnTo>
                  <a:lnTo>
                    <a:pt x="246" y="0"/>
                  </a:lnTo>
                  <a:lnTo>
                    <a:pt x="236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34" y="2"/>
                  </a:lnTo>
                  <a:lnTo>
                    <a:pt x="26" y="6"/>
                  </a:lnTo>
                  <a:lnTo>
                    <a:pt x="16" y="12"/>
                  </a:lnTo>
                  <a:lnTo>
                    <a:pt x="8" y="22"/>
                  </a:lnTo>
                  <a:lnTo>
                    <a:pt x="2" y="34"/>
                  </a:lnTo>
                  <a:lnTo>
                    <a:pt x="0" y="42"/>
                  </a:lnTo>
                  <a:lnTo>
                    <a:pt x="0" y="52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20"/>
                  </a:lnTo>
                  <a:lnTo>
                    <a:pt x="2" y="130"/>
                  </a:lnTo>
                  <a:lnTo>
                    <a:pt x="6" y="138"/>
                  </a:lnTo>
                  <a:lnTo>
                    <a:pt x="12" y="148"/>
                  </a:lnTo>
                  <a:lnTo>
                    <a:pt x="22" y="156"/>
                  </a:lnTo>
                  <a:lnTo>
                    <a:pt x="34" y="162"/>
                  </a:lnTo>
                  <a:lnTo>
                    <a:pt x="42" y="164"/>
                  </a:lnTo>
                  <a:lnTo>
                    <a:pt x="52" y="164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0" y="186"/>
                  </a:lnTo>
                  <a:lnTo>
                    <a:pt x="54" y="206"/>
                  </a:lnTo>
                  <a:lnTo>
                    <a:pt x="50" y="218"/>
                  </a:lnTo>
                  <a:lnTo>
                    <a:pt x="44" y="226"/>
                  </a:lnTo>
                  <a:lnTo>
                    <a:pt x="38" y="236"/>
                  </a:lnTo>
                  <a:lnTo>
                    <a:pt x="30" y="244"/>
                  </a:lnTo>
                  <a:lnTo>
                    <a:pt x="30" y="244"/>
                  </a:lnTo>
                  <a:lnTo>
                    <a:pt x="40" y="240"/>
                  </a:lnTo>
                  <a:lnTo>
                    <a:pt x="50" y="234"/>
                  </a:lnTo>
                  <a:lnTo>
                    <a:pt x="62" y="226"/>
                  </a:lnTo>
                  <a:lnTo>
                    <a:pt x="76" y="214"/>
                  </a:lnTo>
                  <a:lnTo>
                    <a:pt x="90" y="200"/>
                  </a:lnTo>
                  <a:lnTo>
                    <a:pt x="102" y="184"/>
                  </a:lnTo>
                  <a:lnTo>
                    <a:pt x="110" y="164"/>
                  </a:lnTo>
                  <a:lnTo>
                    <a:pt x="140" y="164"/>
                  </a:lnTo>
                  <a:lnTo>
                    <a:pt x="140" y="15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716016" y="1864187"/>
            <a:ext cx="3871728" cy="192485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~350 000 € less work.</a:t>
            </a:r>
          </a:p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40% less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355417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12</a:t>
            </a:fld>
            <a:endParaRPr lang="et-EE"/>
          </a:p>
        </p:txBody>
      </p:sp>
      <p:sp>
        <p:nvSpPr>
          <p:cNvPr id="60" name="Title 6"/>
          <p:cNvSpPr>
            <a:spLocks noGrp="1"/>
          </p:cNvSpPr>
          <p:nvPr>
            <p:ph type="title"/>
          </p:nvPr>
        </p:nvSpPr>
        <p:spPr>
          <a:xfrm>
            <a:off x="539552" y="685800"/>
            <a:ext cx="8015868" cy="914400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n-US" dirty="0"/>
            </a:br>
            <a:r>
              <a:rPr lang="en-US" b="0" i="0" dirty="0"/>
              <a:t>Process automation – ISA – Opening service for agencies</a:t>
            </a:r>
            <a:br>
              <a:rPr lang="et-EE" b="0" i="0" dirty="0"/>
            </a:br>
            <a:endParaRPr lang="et-EE" dirty="0"/>
          </a:p>
        </p:txBody>
      </p:sp>
      <p:sp>
        <p:nvSpPr>
          <p:cNvPr id="22" name="TextBox 21"/>
          <p:cNvSpPr txBox="1"/>
          <p:nvPr/>
        </p:nvSpPr>
        <p:spPr>
          <a:xfrm>
            <a:off x="539552" y="4797152"/>
            <a:ext cx="8071048" cy="144015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Different service provides (local authority) for one service instead of many similar services, enabling key solutions, foundation of service portfolio.</a:t>
            </a: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898262192"/>
              </p:ext>
            </p:extLst>
          </p:nvPr>
        </p:nvGraphicFramePr>
        <p:xfrm>
          <a:off x="539552" y="1752600"/>
          <a:ext cx="8071048" cy="2900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93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4182616" cy="914400"/>
          </a:xfrm>
        </p:spPr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Proactive service </a:t>
            </a:r>
            <a:r>
              <a:rPr lang="et-EE" b="0" i="0" dirty="0"/>
              <a:t>– TCB</a:t>
            </a:r>
            <a:br>
              <a:rPr lang="et-EE" b="0" i="0" dirty="0"/>
            </a:br>
            <a:endParaRPr lang="et-EE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13</a:t>
            </a:fld>
            <a:endParaRPr lang="et-EE"/>
          </a:p>
        </p:txBody>
      </p:sp>
      <p:grpSp>
        <p:nvGrpSpPr>
          <p:cNvPr id="9" name="Group 196"/>
          <p:cNvGrpSpPr/>
          <p:nvPr/>
        </p:nvGrpSpPr>
        <p:grpSpPr>
          <a:xfrm>
            <a:off x="1239682" y="1772816"/>
            <a:ext cx="2814680" cy="2814680"/>
            <a:chOff x="6468670" y="1980431"/>
            <a:chExt cx="3630558" cy="3630558"/>
          </a:xfrm>
        </p:grpSpPr>
        <p:sp>
          <p:nvSpPr>
            <p:cNvPr id="10" name="Oval 9"/>
            <p:cNvSpPr/>
            <p:nvPr/>
          </p:nvSpPr>
          <p:spPr bwMode="ltGray">
            <a:xfrm>
              <a:off x="6468670" y="1980431"/>
              <a:ext cx="3630558" cy="3630558"/>
            </a:xfrm>
            <a:prstGeom prst="ellipse">
              <a:avLst/>
            </a:prstGeom>
            <a:solidFill>
              <a:schemeClr val="bg2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grpSp>
          <p:nvGrpSpPr>
            <p:cNvPr id="11" name="Group 102"/>
            <p:cNvGrpSpPr>
              <a:grpSpLocks noChangeAspect="1"/>
            </p:cNvGrpSpPr>
            <p:nvPr/>
          </p:nvGrpSpPr>
          <p:grpSpPr bwMode="auto">
            <a:xfrm>
              <a:off x="6609694" y="2121455"/>
              <a:ext cx="3348510" cy="3348510"/>
              <a:chOff x="4953" y="3214"/>
              <a:chExt cx="1050" cy="1050"/>
            </a:xfrm>
          </p:grpSpPr>
          <p:sp>
            <p:nvSpPr>
              <p:cNvPr id="16" name="Freeform 103"/>
              <p:cNvSpPr>
                <a:spLocks/>
              </p:cNvSpPr>
              <p:nvPr/>
            </p:nvSpPr>
            <p:spPr bwMode="auto">
              <a:xfrm>
                <a:off x="5478" y="3214"/>
                <a:ext cx="262" cy="525"/>
              </a:xfrm>
              <a:custGeom>
                <a:avLst/>
                <a:gdLst/>
                <a:ahLst/>
                <a:cxnLst>
                  <a:cxn ang="0">
                    <a:pos x="700" y="188"/>
                  </a:cxn>
                  <a:cxn ang="0">
                    <a:pos x="0" y="0"/>
                  </a:cxn>
                  <a:cxn ang="0">
                    <a:pos x="0" y="1400"/>
                  </a:cxn>
                  <a:cxn ang="0">
                    <a:pos x="700" y="188"/>
                  </a:cxn>
                </a:cxnLst>
                <a:rect l="0" t="0" r="r" b="b"/>
                <a:pathLst>
                  <a:path w="700" h="1400">
                    <a:moveTo>
                      <a:pt x="700" y="188"/>
                    </a:moveTo>
                    <a:cubicBezTo>
                      <a:pt x="488" y="65"/>
                      <a:pt x="246" y="0"/>
                      <a:pt x="0" y="0"/>
                    </a:cubicBezTo>
                    <a:lnTo>
                      <a:pt x="0" y="1400"/>
                    </a:lnTo>
                    <a:lnTo>
                      <a:pt x="700" y="18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104"/>
              <p:cNvSpPr>
                <a:spLocks/>
              </p:cNvSpPr>
              <p:nvPr/>
            </p:nvSpPr>
            <p:spPr bwMode="auto">
              <a:xfrm>
                <a:off x="5478" y="3284"/>
                <a:ext cx="455" cy="455"/>
              </a:xfrm>
              <a:custGeom>
                <a:avLst/>
                <a:gdLst/>
                <a:ahLst/>
                <a:cxnLst>
                  <a:cxn ang="0">
                    <a:pos x="1213" y="512"/>
                  </a:cxn>
                  <a:cxn ang="0">
                    <a:pos x="700" y="0"/>
                  </a:cxn>
                  <a:cxn ang="0">
                    <a:pos x="0" y="1212"/>
                  </a:cxn>
                  <a:cxn ang="0">
                    <a:pos x="1213" y="512"/>
                  </a:cxn>
                </a:cxnLst>
                <a:rect l="0" t="0" r="r" b="b"/>
                <a:pathLst>
                  <a:path w="1213" h="1212">
                    <a:moveTo>
                      <a:pt x="1213" y="512"/>
                    </a:moveTo>
                    <a:cubicBezTo>
                      <a:pt x="1090" y="300"/>
                      <a:pt x="913" y="123"/>
                      <a:pt x="700" y="0"/>
                    </a:cubicBezTo>
                    <a:lnTo>
                      <a:pt x="0" y="1212"/>
                    </a:lnTo>
                    <a:lnTo>
                      <a:pt x="1213" y="512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Freeform 105"/>
              <p:cNvSpPr>
                <a:spLocks/>
              </p:cNvSpPr>
              <p:nvPr/>
            </p:nvSpPr>
            <p:spPr bwMode="auto">
              <a:xfrm>
                <a:off x="5478" y="3476"/>
                <a:ext cx="525" cy="263"/>
              </a:xfrm>
              <a:custGeom>
                <a:avLst/>
                <a:gdLst/>
                <a:ahLst/>
                <a:cxnLst>
                  <a:cxn ang="0">
                    <a:pos x="1400" y="700"/>
                  </a:cxn>
                  <a:cxn ang="0">
                    <a:pos x="1213" y="0"/>
                  </a:cxn>
                  <a:cxn ang="0">
                    <a:pos x="0" y="700"/>
                  </a:cxn>
                  <a:cxn ang="0">
                    <a:pos x="1400" y="700"/>
                  </a:cxn>
                </a:cxnLst>
                <a:rect l="0" t="0" r="r" b="b"/>
                <a:pathLst>
                  <a:path w="1400" h="700">
                    <a:moveTo>
                      <a:pt x="1400" y="700"/>
                    </a:moveTo>
                    <a:cubicBezTo>
                      <a:pt x="1400" y="455"/>
                      <a:pt x="1336" y="213"/>
                      <a:pt x="1213" y="0"/>
                    </a:cubicBezTo>
                    <a:lnTo>
                      <a:pt x="0" y="700"/>
                    </a:lnTo>
                    <a:lnTo>
                      <a:pt x="1400" y="700"/>
                    </a:lnTo>
                    <a:close/>
                  </a:path>
                </a:pathLst>
              </a:custGeom>
              <a:solidFill>
                <a:srgbClr val="C0BAA7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106"/>
              <p:cNvSpPr>
                <a:spLocks/>
              </p:cNvSpPr>
              <p:nvPr/>
            </p:nvSpPr>
            <p:spPr bwMode="auto">
              <a:xfrm>
                <a:off x="5478" y="3739"/>
                <a:ext cx="525" cy="262"/>
              </a:xfrm>
              <a:custGeom>
                <a:avLst/>
                <a:gdLst/>
                <a:ahLst/>
                <a:cxnLst>
                  <a:cxn ang="0">
                    <a:pos x="1213" y="700"/>
                  </a:cxn>
                  <a:cxn ang="0">
                    <a:pos x="1400" y="0"/>
                  </a:cxn>
                  <a:cxn ang="0">
                    <a:pos x="0" y="0"/>
                  </a:cxn>
                  <a:cxn ang="0">
                    <a:pos x="1213" y="700"/>
                  </a:cxn>
                </a:cxnLst>
                <a:rect l="0" t="0" r="r" b="b"/>
                <a:pathLst>
                  <a:path w="1400" h="700">
                    <a:moveTo>
                      <a:pt x="1213" y="700"/>
                    </a:moveTo>
                    <a:cubicBezTo>
                      <a:pt x="1336" y="488"/>
                      <a:pt x="1400" y="246"/>
                      <a:pt x="1400" y="0"/>
                    </a:cubicBezTo>
                    <a:lnTo>
                      <a:pt x="0" y="0"/>
                    </a:lnTo>
                    <a:lnTo>
                      <a:pt x="1213" y="700"/>
                    </a:lnTo>
                    <a:close/>
                  </a:path>
                </a:pathLst>
              </a:custGeom>
              <a:solidFill>
                <a:srgbClr val="C0BAA7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107"/>
              <p:cNvSpPr>
                <a:spLocks/>
              </p:cNvSpPr>
              <p:nvPr/>
            </p:nvSpPr>
            <p:spPr bwMode="auto">
              <a:xfrm>
                <a:off x="5478" y="3739"/>
                <a:ext cx="455" cy="455"/>
              </a:xfrm>
              <a:custGeom>
                <a:avLst/>
                <a:gdLst/>
                <a:ahLst/>
                <a:cxnLst>
                  <a:cxn ang="0">
                    <a:pos x="700" y="1213"/>
                  </a:cxn>
                  <a:cxn ang="0">
                    <a:pos x="1213" y="700"/>
                  </a:cxn>
                  <a:cxn ang="0">
                    <a:pos x="0" y="0"/>
                  </a:cxn>
                  <a:cxn ang="0">
                    <a:pos x="700" y="1213"/>
                  </a:cxn>
                </a:cxnLst>
                <a:rect l="0" t="0" r="r" b="b"/>
                <a:pathLst>
                  <a:path w="1213" h="1213">
                    <a:moveTo>
                      <a:pt x="700" y="1213"/>
                    </a:moveTo>
                    <a:cubicBezTo>
                      <a:pt x="913" y="1090"/>
                      <a:pt x="1090" y="913"/>
                      <a:pt x="1213" y="700"/>
                    </a:cubicBezTo>
                    <a:lnTo>
                      <a:pt x="0" y="0"/>
                    </a:lnTo>
                    <a:lnTo>
                      <a:pt x="700" y="1213"/>
                    </a:lnTo>
                    <a:close/>
                  </a:path>
                </a:pathLst>
              </a:custGeom>
              <a:solidFill>
                <a:srgbClr val="C0BAA7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108"/>
              <p:cNvSpPr>
                <a:spLocks/>
              </p:cNvSpPr>
              <p:nvPr/>
            </p:nvSpPr>
            <p:spPr bwMode="auto">
              <a:xfrm>
                <a:off x="5478" y="3739"/>
                <a:ext cx="262" cy="525"/>
              </a:xfrm>
              <a:custGeom>
                <a:avLst/>
                <a:gdLst/>
                <a:ahLst/>
                <a:cxnLst>
                  <a:cxn ang="0">
                    <a:pos x="0" y="1400"/>
                  </a:cxn>
                  <a:cxn ang="0">
                    <a:pos x="700" y="1213"/>
                  </a:cxn>
                  <a:cxn ang="0">
                    <a:pos x="0" y="0"/>
                  </a:cxn>
                  <a:cxn ang="0">
                    <a:pos x="0" y="1400"/>
                  </a:cxn>
                </a:cxnLst>
                <a:rect l="0" t="0" r="r" b="b"/>
                <a:pathLst>
                  <a:path w="700" h="1400">
                    <a:moveTo>
                      <a:pt x="0" y="1400"/>
                    </a:moveTo>
                    <a:cubicBezTo>
                      <a:pt x="246" y="1400"/>
                      <a:pt x="488" y="1336"/>
                      <a:pt x="700" y="1213"/>
                    </a:cubicBezTo>
                    <a:lnTo>
                      <a:pt x="0" y="0"/>
                    </a:lnTo>
                    <a:lnTo>
                      <a:pt x="0" y="1400"/>
                    </a:lnTo>
                    <a:close/>
                  </a:path>
                </a:pathLst>
              </a:custGeom>
              <a:solidFill>
                <a:schemeClr val="bg2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109"/>
              <p:cNvSpPr>
                <a:spLocks/>
              </p:cNvSpPr>
              <p:nvPr/>
            </p:nvSpPr>
            <p:spPr bwMode="auto">
              <a:xfrm>
                <a:off x="5215" y="3739"/>
                <a:ext cx="263" cy="525"/>
              </a:xfrm>
              <a:custGeom>
                <a:avLst/>
                <a:gdLst/>
                <a:ahLst/>
                <a:cxnLst>
                  <a:cxn ang="0">
                    <a:pos x="0" y="1213"/>
                  </a:cxn>
                  <a:cxn ang="0">
                    <a:pos x="700" y="1400"/>
                  </a:cxn>
                  <a:cxn ang="0">
                    <a:pos x="700" y="0"/>
                  </a:cxn>
                  <a:cxn ang="0">
                    <a:pos x="0" y="1213"/>
                  </a:cxn>
                </a:cxnLst>
                <a:rect l="0" t="0" r="r" b="b"/>
                <a:pathLst>
                  <a:path w="700" h="1400">
                    <a:moveTo>
                      <a:pt x="0" y="1213"/>
                    </a:moveTo>
                    <a:cubicBezTo>
                      <a:pt x="213" y="1336"/>
                      <a:pt x="455" y="1400"/>
                      <a:pt x="700" y="1400"/>
                    </a:cubicBezTo>
                    <a:lnTo>
                      <a:pt x="700" y="0"/>
                    </a:lnTo>
                    <a:lnTo>
                      <a:pt x="0" y="1213"/>
                    </a:lnTo>
                    <a:close/>
                  </a:path>
                </a:pathLst>
              </a:custGeom>
              <a:solidFill>
                <a:schemeClr val="bg2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110"/>
              <p:cNvSpPr>
                <a:spLocks/>
              </p:cNvSpPr>
              <p:nvPr/>
            </p:nvSpPr>
            <p:spPr bwMode="auto">
              <a:xfrm>
                <a:off x="5023" y="3739"/>
                <a:ext cx="455" cy="455"/>
              </a:xfrm>
              <a:custGeom>
                <a:avLst/>
                <a:gdLst/>
                <a:ahLst/>
                <a:cxnLst>
                  <a:cxn ang="0">
                    <a:pos x="0" y="700"/>
                  </a:cxn>
                  <a:cxn ang="0">
                    <a:pos x="512" y="1213"/>
                  </a:cxn>
                  <a:cxn ang="0">
                    <a:pos x="1212" y="0"/>
                  </a:cxn>
                  <a:cxn ang="0">
                    <a:pos x="0" y="700"/>
                  </a:cxn>
                </a:cxnLst>
                <a:rect l="0" t="0" r="r" b="b"/>
                <a:pathLst>
                  <a:path w="1212" h="1213">
                    <a:moveTo>
                      <a:pt x="0" y="700"/>
                    </a:moveTo>
                    <a:cubicBezTo>
                      <a:pt x="123" y="913"/>
                      <a:pt x="300" y="1090"/>
                      <a:pt x="512" y="1213"/>
                    </a:cubicBezTo>
                    <a:lnTo>
                      <a:pt x="1212" y="0"/>
                    </a:lnTo>
                    <a:lnTo>
                      <a:pt x="0" y="70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111"/>
              <p:cNvSpPr>
                <a:spLocks/>
              </p:cNvSpPr>
              <p:nvPr/>
            </p:nvSpPr>
            <p:spPr bwMode="auto">
              <a:xfrm>
                <a:off x="4953" y="3739"/>
                <a:ext cx="525" cy="2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8" y="700"/>
                  </a:cxn>
                  <a:cxn ang="0">
                    <a:pos x="1400" y="0"/>
                  </a:cxn>
                  <a:cxn ang="0">
                    <a:pos x="0" y="0"/>
                  </a:cxn>
                </a:cxnLst>
                <a:rect l="0" t="0" r="r" b="b"/>
                <a:pathLst>
                  <a:path w="1400" h="700">
                    <a:moveTo>
                      <a:pt x="0" y="0"/>
                    </a:moveTo>
                    <a:cubicBezTo>
                      <a:pt x="0" y="246"/>
                      <a:pt x="65" y="488"/>
                      <a:pt x="188" y="700"/>
                    </a:cubicBezTo>
                    <a:lnTo>
                      <a:pt x="14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112"/>
              <p:cNvSpPr>
                <a:spLocks/>
              </p:cNvSpPr>
              <p:nvPr/>
            </p:nvSpPr>
            <p:spPr bwMode="auto">
              <a:xfrm>
                <a:off x="4953" y="3476"/>
                <a:ext cx="525" cy="263"/>
              </a:xfrm>
              <a:custGeom>
                <a:avLst/>
                <a:gdLst/>
                <a:ahLst/>
                <a:cxnLst>
                  <a:cxn ang="0">
                    <a:pos x="188" y="0"/>
                  </a:cxn>
                  <a:cxn ang="0">
                    <a:pos x="0" y="700"/>
                  </a:cxn>
                  <a:cxn ang="0">
                    <a:pos x="1400" y="700"/>
                  </a:cxn>
                  <a:cxn ang="0">
                    <a:pos x="188" y="0"/>
                  </a:cxn>
                </a:cxnLst>
                <a:rect l="0" t="0" r="r" b="b"/>
                <a:pathLst>
                  <a:path w="1400" h="700">
                    <a:moveTo>
                      <a:pt x="188" y="0"/>
                    </a:moveTo>
                    <a:cubicBezTo>
                      <a:pt x="65" y="213"/>
                      <a:pt x="0" y="455"/>
                      <a:pt x="0" y="700"/>
                    </a:cubicBezTo>
                    <a:lnTo>
                      <a:pt x="1400" y="700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113"/>
              <p:cNvSpPr>
                <a:spLocks/>
              </p:cNvSpPr>
              <p:nvPr/>
            </p:nvSpPr>
            <p:spPr bwMode="auto">
              <a:xfrm>
                <a:off x="5023" y="3284"/>
                <a:ext cx="455" cy="455"/>
              </a:xfrm>
              <a:custGeom>
                <a:avLst/>
                <a:gdLst/>
                <a:ahLst/>
                <a:cxnLst>
                  <a:cxn ang="0">
                    <a:pos x="512" y="0"/>
                  </a:cxn>
                  <a:cxn ang="0">
                    <a:pos x="0" y="512"/>
                  </a:cxn>
                  <a:cxn ang="0">
                    <a:pos x="1212" y="1212"/>
                  </a:cxn>
                  <a:cxn ang="0">
                    <a:pos x="512" y="0"/>
                  </a:cxn>
                </a:cxnLst>
                <a:rect l="0" t="0" r="r" b="b"/>
                <a:pathLst>
                  <a:path w="1212" h="1212">
                    <a:moveTo>
                      <a:pt x="512" y="0"/>
                    </a:moveTo>
                    <a:cubicBezTo>
                      <a:pt x="300" y="123"/>
                      <a:pt x="123" y="300"/>
                      <a:pt x="0" y="512"/>
                    </a:cubicBezTo>
                    <a:lnTo>
                      <a:pt x="1212" y="1212"/>
                    </a:lnTo>
                    <a:lnTo>
                      <a:pt x="5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Freeform 114"/>
              <p:cNvSpPr>
                <a:spLocks/>
              </p:cNvSpPr>
              <p:nvPr/>
            </p:nvSpPr>
            <p:spPr bwMode="auto">
              <a:xfrm>
                <a:off x="5215" y="3214"/>
                <a:ext cx="263" cy="525"/>
              </a:xfrm>
              <a:custGeom>
                <a:avLst/>
                <a:gdLst/>
                <a:ahLst/>
                <a:cxnLst>
                  <a:cxn ang="0">
                    <a:pos x="700" y="0"/>
                  </a:cxn>
                  <a:cxn ang="0">
                    <a:pos x="0" y="188"/>
                  </a:cxn>
                  <a:cxn ang="0">
                    <a:pos x="700" y="1400"/>
                  </a:cxn>
                  <a:cxn ang="0">
                    <a:pos x="700" y="0"/>
                  </a:cxn>
                </a:cxnLst>
                <a:rect l="0" t="0" r="r" b="b"/>
                <a:pathLst>
                  <a:path w="700" h="1400">
                    <a:moveTo>
                      <a:pt x="700" y="0"/>
                    </a:moveTo>
                    <a:cubicBezTo>
                      <a:pt x="455" y="0"/>
                      <a:pt x="213" y="65"/>
                      <a:pt x="0" y="188"/>
                    </a:cubicBezTo>
                    <a:lnTo>
                      <a:pt x="700" y="140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2" name="Oval 11"/>
            <p:cNvSpPr/>
            <p:nvPr/>
          </p:nvSpPr>
          <p:spPr bwMode="ltGray">
            <a:xfrm>
              <a:off x="7933125" y="3444886"/>
              <a:ext cx="701648" cy="701648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ltGray">
            <a:xfrm>
              <a:off x="8221864" y="3733625"/>
              <a:ext cx="124171" cy="124171"/>
            </a:xfrm>
            <a:prstGeom prst="ellipse">
              <a:avLst/>
            </a:prstGeom>
            <a:solidFill>
              <a:schemeClr val="accent3"/>
            </a:solidFill>
            <a:ln w="31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 err="1">
                <a:solidFill>
                  <a:schemeClr val="bg1"/>
                </a:solidFill>
                <a:latin typeface="Georgia" pitchFamily="18" charset="0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8288157" y="3157450"/>
              <a:ext cx="1059275" cy="638634"/>
            </a:xfrm>
            <a:prstGeom prst="straightConnector1">
              <a:avLst/>
            </a:prstGeom>
            <a:ln w="57150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7627160" y="4795111"/>
              <a:ext cx="1269956" cy="6748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2"/>
                  </a:solidFill>
                  <a:latin typeface="+mj-lt"/>
                </a:rPr>
                <a:t>70%</a:t>
              </a: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639488"/>
            <a:ext cx="3960440" cy="5597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Chevron 56"/>
          <p:cNvSpPr>
            <a:spLocks noChangeArrowheads="1"/>
          </p:cNvSpPr>
          <p:nvPr/>
        </p:nvSpPr>
        <p:spPr bwMode="auto">
          <a:xfrm>
            <a:off x="3945349" y="3985876"/>
            <a:ext cx="431136" cy="601620"/>
          </a:xfrm>
          <a:prstGeom prst="chevron">
            <a:avLst>
              <a:gd name="adj" fmla="val 6231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t-EE"/>
          </a:p>
        </p:txBody>
      </p:sp>
      <p:sp>
        <p:nvSpPr>
          <p:cNvPr id="29" name="Chevron 57"/>
          <p:cNvSpPr>
            <a:spLocks noChangeArrowheads="1"/>
          </p:cNvSpPr>
          <p:nvPr/>
        </p:nvSpPr>
        <p:spPr bwMode="auto">
          <a:xfrm>
            <a:off x="4195706" y="3985876"/>
            <a:ext cx="431136" cy="601620"/>
          </a:xfrm>
          <a:prstGeom prst="chevron">
            <a:avLst>
              <a:gd name="adj" fmla="val 6231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t-EE"/>
          </a:p>
        </p:txBody>
      </p:sp>
      <p:sp>
        <p:nvSpPr>
          <p:cNvPr id="30" name="TextBox 29"/>
          <p:cNvSpPr txBox="1"/>
          <p:nvPr/>
        </p:nvSpPr>
        <p:spPr>
          <a:xfrm>
            <a:off x="530352" y="4797152"/>
            <a:ext cx="3969640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Society view: </a:t>
            </a:r>
          </a:p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serves me, rather than I serve the state.</a:t>
            </a:r>
          </a:p>
        </p:txBody>
      </p:sp>
    </p:spTree>
    <p:extLst>
      <p:ext uri="{BB962C8B-B14F-4D97-AF65-F5344CB8AC3E}">
        <p14:creationId xmlns:p14="http://schemas.microsoft.com/office/powerpoint/2010/main" val="356465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n-US" dirty="0"/>
            </a:br>
            <a:r>
              <a:rPr lang="en-US" b="0" i="0" dirty="0"/>
              <a:t>Loss of services - MEAC</a:t>
            </a:r>
            <a:br>
              <a:rPr lang="et-EE" b="0" i="0" dirty="0"/>
            </a:br>
            <a:endParaRPr lang="et-EE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14</a:t>
            </a:fld>
            <a:endParaRPr lang="et-EE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013489948"/>
              </p:ext>
            </p:extLst>
          </p:nvPr>
        </p:nvGraphicFramePr>
        <p:xfrm>
          <a:off x="467544" y="1772816"/>
          <a:ext cx="813690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797152"/>
            <a:ext cx="8080248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for ~3100 entrepreneur</a:t>
            </a:r>
            <a:r>
              <a:rPr lang="et-EE" sz="2400" b="1" i="1" dirty="0">
                <a:solidFill>
                  <a:srgbClr val="FF0000"/>
                </a:solidFill>
                <a:latin typeface="Georgia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easier to fulfill the duties.</a:t>
            </a:r>
          </a:p>
        </p:txBody>
      </p:sp>
    </p:spTree>
    <p:extLst>
      <p:ext uri="{BB962C8B-B14F-4D97-AF65-F5344CB8AC3E}">
        <p14:creationId xmlns:p14="http://schemas.microsoft.com/office/powerpoint/2010/main" val="3686934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Loss of services - Agricultural Board </a:t>
            </a:r>
            <a:br>
              <a:rPr lang="en-US" b="0" i="0" dirty="0"/>
            </a:br>
            <a:br>
              <a:rPr lang="et-EE" b="0" i="0" dirty="0"/>
            </a:br>
            <a:br>
              <a:rPr lang="et-EE" b="0" i="0" dirty="0"/>
            </a:br>
            <a:br>
              <a:rPr lang="et-EE" b="0" i="0" dirty="0"/>
            </a:br>
            <a:endParaRPr lang="et-EE" b="0" i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15</a:t>
            </a:fld>
            <a:endParaRPr lang="et-EE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608976567"/>
              </p:ext>
            </p:extLst>
          </p:nvPr>
        </p:nvGraphicFramePr>
        <p:xfrm>
          <a:off x="467544" y="1772816"/>
          <a:ext cx="813690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797152"/>
            <a:ext cx="8080248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Client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Reducing administration for ~150 entrepreneur,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total annual saving ~7200€.</a:t>
            </a:r>
          </a:p>
        </p:txBody>
      </p:sp>
    </p:spTree>
    <p:extLst>
      <p:ext uri="{BB962C8B-B14F-4D97-AF65-F5344CB8AC3E}">
        <p14:creationId xmlns:p14="http://schemas.microsoft.com/office/powerpoint/2010/main" val="1646002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 innovation</a:t>
            </a:r>
            <a:br>
              <a:rPr lang="et-EE" dirty="0"/>
            </a:br>
            <a:r>
              <a:rPr lang="en-US" b="0" i="0" dirty="0"/>
              <a:t>Loss of services </a:t>
            </a:r>
            <a:r>
              <a:rPr lang="et-EE" b="0" i="0" dirty="0"/>
              <a:t>- Road </a:t>
            </a:r>
            <a:r>
              <a:rPr lang="en-US" b="0" i="0" dirty="0"/>
              <a:t>Administration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16</a:t>
            </a:fld>
            <a:endParaRPr lang="et-EE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651163960"/>
              </p:ext>
            </p:extLst>
          </p:nvPr>
        </p:nvGraphicFramePr>
        <p:xfrm>
          <a:off x="467544" y="1772816"/>
          <a:ext cx="813690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4797152"/>
            <a:ext cx="8080248" cy="1368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 algn="ctr">
              <a:spcAft>
                <a:spcPts val="900"/>
              </a:spcAft>
            </a:pP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State view: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No need for moving ~60 000 documents annually,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saving ~3 employees workforce, </a:t>
            </a:r>
            <a:b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</a:br>
            <a:r>
              <a:rPr lang="en-US" sz="2400" b="1" i="1" dirty="0">
                <a:solidFill>
                  <a:srgbClr val="FF0000"/>
                </a:solidFill>
                <a:latin typeface="Georgia" pitchFamily="18" charset="0"/>
              </a:rPr>
              <a:t>~50% less administration for a client.</a:t>
            </a:r>
          </a:p>
        </p:txBody>
      </p:sp>
    </p:spTree>
    <p:extLst>
      <p:ext uri="{BB962C8B-B14F-4D97-AF65-F5344CB8AC3E}">
        <p14:creationId xmlns:p14="http://schemas.microsoft.com/office/powerpoint/2010/main" val="400215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17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7095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 today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18</a:t>
            </a:fld>
            <a:endParaRPr lang="et-EE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908946667"/>
              </p:ext>
            </p:extLst>
          </p:nvPr>
        </p:nvGraphicFramePr>
        <p:xfrm>
          <a:off x="530352" y="1767445"/>
          <a:ext cx="4775785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91200" y="1772816"/>
            <a:ext cx="2819400" cy="4392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Aft>
                <a:spcPts val="900"/>
              </a:spcAft>
            </a:pPr>
            <a:r>
              <a:rPr lang="en-US" sz="2000" dirty="0">
                <a:latin typeface="Georgia" pitchFamily="18" charset="0"/>
              </a:rPr>
              <a:t>Motivation is different.</a:t>
            </a:r>
          </a:p>
          <a:p>
            <a:pPr indent="-274320">
              <a:spcAft>
                <a:spcPts val="900"/>
              </a:spcAft>
            </a:pPr>
            <a:r>
              <a:rPr lang="en-US" sz="2000" dirty="0">
                <a:latin typeface="Georgia" pitchFamily="18" charset="0"/>
              </a:rPr>
              <a:t>Measuring does not only depend on the maturity of the organization.</a:t>
            </a:r>
          </a:p>
          <a:p>
            <a:pPr indent="-274320">
              <a:spcAft>
                <a:spcPts val="900"/>
              </a:spcAft>
            </a:pPr>
            <a:r>
              <a:rPr lang="en-US" sz="2000" dirty="0">
                <a:latin typeface="Georgia" pitchFamily="18" charset="0"/>
              </a:rPr>
              <a:t>Providing distributed services.</a:t>
            </a:r>
          </a:p>
        </p:txBody>
      </p:sp>
      <p:sp>
        <p:nvSpPr>
          <p:cNvPr id="3" name="Rectangle 2"/>
          <p:cNvSpPr/>
          <p:nvPr/>
        </p:nvSpPr>
        <p:spPr bwMode="ltGray">
          <a:xfrm>
            <a:off x="546448" y="1844824"/>
            <a:ext cx="2369368" cy="432048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Scheduling  of overdue tax liabilities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Pre-processing vehicle registration 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Temporary license plate logbook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Booking times for an examination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Setting limits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Ordering and storing  license plates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Application for Part-66 aero tech…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Recognition of company 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Coordination with  other  building 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Submission of business notice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Coordination of high-rise buildings…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Submission of income tax return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Coordination of the price formula 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Proceeding  application for  building</a:t>
            </a:r>
            <a:r>
              <a:rPr lang="et-EE" sz="900" dirty="0">
                <a:solidFill>
                  <a:schemeClr val="tx1"/>
                </a:solidFill>
                <a:latin typeface="Georgia" pitchFamily="18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.</a:t>
            </a:r>
            <a:r>
              <a:rPr lang="et-EE" sz="900" dirty="0">
                <a:solidFill>
                  <a:schemeClr val="tx1"/>
                </a:solidFill>
                <a:latin typeface="Georgia" pitchFamily="18" charset="0"/>
              </a:rPr>
              <a:t>.</a:t>
            </a: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Registration of the ship  passengers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Proceeding building permits for rail…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Issue of documents  for working at sea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Opening service for agencies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Chemicals – fact sheets</a:t>
            </a:r>
          </a:p>
          <a:p>
            <a:pPr algn="r">
              <a:lnSpc>
                <a:spcPct val="150000"/>
              </a:lnSpc>
            </a:pPr>
            <a:r>
              <a:rPr lang="en-US" sz="900" dirty="0">
                <a:solidFill>
                  <a:schemeClr val="tx1"/>
                </a:solidFill>
                <a:latin typeface="Georgia" pitchFamily="18" charset="0"/>
              </a:rPr>
              <a:t>Proceeding application for  terms of </a:t>
            </a:r>
            <a:r>
              <a:rPr lang="en-US" sz="900" dirty="0" err="1">
                <a:solidFill>
                  <a:schemeClr val="tx1"/>
                </a:solidFill>
                <a:latin typeface="Georgia" pitchFamily="18" charset="0"/>
              </a:rPr>
              <a:t>engi</a:t>
            </a:r>
            <a:r>
              <a:rPr lang="et-EE" sz="900" dirty="0">
                <a:solidFill>
                  <a:schemeClr val="tx1"/>
                </a:solidFill>
                <a:latin typeface="Georgia" pitchFamily="18" charset="0"/>
              </a:rPr>
              <a:t>…</a:t>
            </a:r>
            <a:endParaRPr lang="en-US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>
              <a:lnSpc>
                <a:spcPct val="150000"/>
              </a:lnSpc>
            </a:pPr>
            <a:endParaRPr lang="en-US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9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n-US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n-US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r>
              <a:rPr lang="en-US" sz="1000" dirty="0">
                <a:solidFill>
                  <a:schemeClr val="tx1"/>
                </a:solidFill>
                <a:latin typeface="Georgia" pitchFamily="18" charset="0"/>
              </a:rPr>
              <a:t> </a:t>
            </a:r>
          </a:p>
          <a:p>
            <a:pPr algn="r"/>
            <a:endParaRPr lang="en-US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r"/>
            <a:endParaRPr lang="en-US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48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popularity of indicators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19</a:t>
            </a:fld>
            <a:endParaRPr lang="et-EE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494388894"/>
              </p:ext>
            </p:extLst>
          </p:nvPr>
        </p:nvGraphicFramePr>
        <p:xfrm>
          <a:off x="530352" y="1752600"/>
          <a:ext cx="8080248" cy="4416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7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0" cy="510952"/>
          </a:xfrm>
        </p:spPr>
        <p:txBody>
          <a:bodyPr/>
          <a:lstStyle/>
          <a:p>
            <a:r>
              <a:rPr lang="en-US" dirty="0"/>
              <a:t>Indicators in a future view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20</a:t>
            </a:fld>
            <a:endParaRPr lang="et-EE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382562915"/>
              </p:ext>
            </p:extLst>
          </p:nvPr>
        </p:nvGraphicFramePr>
        <p:xfrm>
          <a:off x="530352" y="1268760"/>
          <a:ext cx="5203810" cy="490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 bwMode="ltGray">
          <a:xfrm>
            <a:off x="3419872" y="5855312"/>
            <a:ext cx="1656184" cy="21602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Georgia" pitchFamily="18" charset="0"/>
              </a:rPr>
              <a:t>Service indicators in the future</a:t>
            </a:r>
          </a:p>
        </p:txBody>
      </p:sp>
      <p:sp>
        <p:nvSpPr>
          <p:cNvPr id="9" name="Rectangle 8"/>
          <p:cNvSpPr/>
          <p:nvPr/>
        </p:nvSpPr>
        <p:spPr bwMode="ltGray">
          <a:xfrm>
            <a:off x="1508872" y="5867608"/>
            <a:ext cx="1728192" cy="21602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Georgia" pitchFamily="18" charset="0"/>
              </a:rPr>
              <a:t>Service indicators in the present</a:t>
            </a:r>
          </a:p>
        </p:txBody>
      </p:sp>
    </p:spTree>
    <p:extLst>
      <p:ext uri="{BB962C8B-B14F-4D97-AF65-F5344CB8AC3E}">
        <p14:creationId xmlns:p14="http://schemas.microsoft.com/office/powerpoint/2010/main" val="1855871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t-EE"/>
              <a:t>20 avaliku sektori e-teenuse detailanalüüs ja kontseptsiooni väljatöötamine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21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9980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matrix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22</a:t>
            </a:fld>
            <a:endParaRPr lang="et-EE"/>
          </a:p>
        </p:txBody>
      </p:sp>
      <p:pic>
        <p:nvPicPr>
          <p:cNvPr id="7" name="Picture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62"/>
          <a:stretch/>
        </p:blipFill>
        <p:spPr bwMode="auto">
          <a:xfrm>
            <a:off x="543066" y="1759546"/>
            <a:ext cx="8067534" cy="3934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Rectangle 1826"/>
          <p:cNvSpPr/>
          <p:nvPr/>
        </p:nvSpPr>
        <p:spPr bwMode="ltGray">
          <a:xfrm>
            <a:off x="468313" y="1759546"/>
            <a:ext cx="2303488" cy="3698948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endParaRPr lang="en-US" sz="1000" dirty="0">
              <a:solidFill>
                <a:schemeClr val="tx1"/>
              </a:solidFill>
              <a:latin typeface="Georgia" pitchFamily="18" charset="0"/>
            </a:endParaRPr>
          </a:p>
          <a:p>
            <a:pPr>
              <a:lnSpc>
                <a:spcPct val="150000"/>
              </a:lnSpc>
            </a:pPr>
            <a:endParaRPr lang="et-EE" sz="900" dirty="0">
              <a:solidFill>
                <a:schemeClr val="tx1"/>
              </a:solidFill>
              <a:latin typeface="Georgia" pitchFamily="18" charset="0"/>
            </a:endParaRPr>
          </a:p>
          <a:p>
            <a:pPr>
              <a:lnSpc>
                <a:spcPct val="150000"/>
              </a:lnSpc>
            </a:pPr>
            <a:endParaRPr lang="et-EE" sz="800" dirty="0">
              <a:solidFill>
                <a:schemeClr val="tx1"/>
              </a:solidFill>
              <a:latin typeface="Georgia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lack of access to information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too open access to information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job loss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the complexity of processes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service design competencies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excessive information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domain management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developing one-time service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change management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Customer satisfaction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Team building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Juridical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Political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IT environment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Key personnel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Performance indicators risk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availability of information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accepting the restrictions</a:t>
            </a:r>
          </a:p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/>
                </a:solidFill>
                <a:latin typeface="Georgia" pitchFamily="18" charset="0"/>
              </a:rPr>
              <a:t>Risk of insufficient funding</a:t>
            </a: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t-EE" sz="1000" dirty="0">
              <a:solidFill>
                <a:schemeClr val="tx1"/>
              </a:solidFill>
              <a:latin typeface="Georgia" pitchFamily="18" charset="0"/>
            </a:endParaRPr>
          </a:p>
          <a:p>
            <a:pPr algn="ctr"/>
            <a:endParaRPr lang="en-US" sz="1000" dirty="0" err="1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1828" name="Rectangle 1827"/>
          <p:cNvSpPr/>
          <p:nvPr/>
        </p:nvSpPr>
        <p:spPr bwMode="ltGray">
          <a:xfrm>
            <a:off x="543066" y="5458494"/>
            <a:ext cx="2228735" cy="235454"/>
          </a:xfrm>
          <a:prstGeom prst="rect">
            <a:avLst/>
          </a:prstGeom>
          <a:solidFill>
            <a:schemeClr val="tx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chemeClr val="bg1"/>
                </a:solidFill>
                <a:latin typeface="Georgia" pitchFamily="18" charset="0"/>
              </a:rPr>
              <a:t>The score for service</a:t>
            </a:r>
          </a:p>
        </p:txBody>
      </p:sp>
    </p:spTree>
    <p:extLst>
      <p:ext uri="{BB962C8B-B14F-4D97-AF65-F5344CB8AC3E}">
        <p14:creationId xmlns:p14="http://schemas.microsoft.com/office/powerpoint/2010/main" val="34337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ranking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A47ECE3-51B9-4B61-991D-AAE0D32DB2DE}" type="slidenum">
              <a:rPr lang="et-EE" smtClean="0"/>
              <a:t>23</a:t>
            </a:fld>
            <a:endParaRPr lang="et-EE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057108353"/>
              </p:ext>
            </p:extLst>
          </p:nvPr>
        </p:nvGraphicFramePr>
        <p:xfrm>
          <a:off x="541436" y="1600200"/>
          <a:ext cx="6360795" cy="4611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2959264" y="5894288"/>
            <a:ext cx="676632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dirty="0">
                <a:latin typeface="+mj-lt"/>
              </a:rPr>
              <a:t>High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9912" y="5894288"/>
            <a:ext cx="936104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dirty="0">
                <a:latin typeface="+mj-lt"/>
              </a:rPr>
              <a:t>Medium risk</a:t>
            </a:r>
          </a:p>
        </p:txBody>
      </p:sp>
    </p:spTree>
    <p:extLst>
      <p:ext uri="{BB962C8B-B14F-4D97-AF65-F5344CB8AC3E}">
        <p14:creationId xmlns:p14="http://schemas.microsoft.com/office/powerpoint/2010/main" val="3898533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t-EE" dirty="0"/>
              <a:t>04.12.2014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Detailed analysis and concept development of 20 e-services in Estonian public sector</a:t>
            </a:r>
            <a:endParaRPr lang="et-E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143AA-7690-43F7-94F4-2E8276EA98AE}" type="slidenum">
              <a:rPr lang="et-EE" smtClean="0"/>
              <a:pPr/>
              <a:t>24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87388924"/>
      </p:ext>
    </p:extLst>
  </p:cSld>
  <p:clrMapOvr>
    <a:masterClrMapping/>
  </p:clrMapOvr>
</p:sld>
</file>

<file path=ppt/theme/theme1.xml><?xml version="1.0" encoding="utf-8"?>
<a:theme xmlns:a="http://schemas.openxmlformats.org/drawingml/2006/main" name="EST_PwC Presentation Burgundy_30.03.2012_katsetus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E27588"/>
      </a:accent4>
      <a:accent5>
        <a:srgbClr val="DC6900"/>
      </a:accent5>
      <a:accent6>
        <a:srgbClr val="FFB600"/>
      </a:accent6>
      <a:hlink>
        <a:srgbClr val="0000FF"/>
      </a:hlink>
      <a:folHlink>
        <a:srgbClr val="0000FF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/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81525C9EFA2D43B05EAC0CB2F40DF6" ma:contentTypeVersion="3" ma:contentTypeDescription="Create a new document." ma:contentTypeScope="" ma:versionID="acc1696f0ee83a40c5f271fbce56df10">
  <xsd:schema xmlns:xsd="http://www.w3.org/2001/XMLSchema" xmlns:xs="http://www.w3.org/2001/XMLSchema" xmlns:p="http://schemas.microsoft.com/office/2006/metadata/properties" xmlns:ns2="3b1c496a-0d77-4e08-a494-4eec6fe85e9c" targetNamespace="http://schemas.microsoft.com/office/2006/metadata/properties" ma:root="true" ma:fieldsID="cf742011778ab9d0cabca06ae4b56995" ns2:_="">
    <xsd:import namespace="3b1c496a-0d77-4e08-a494-4eec6fe85e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c496a-0d77-4e08-a494-4eec6fe85e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140659-0BF0-4707-85D1-8625215AEA8B}"/>
</file>

<file path=customXml/itemProps2.xml><?xml version="1.0" encoding="utf-8"?>
<ds:datastoreItem xmlns:ds="http://schemas.openxmlformats.org/officeDocument/2006/customXml" ds:itemID="{1BAB80B1-9B91-4320-95A4-1B71BD4A8FDA}"/>
</file>

<file path=customXml/itemProps3.xml><?xml version="1.0" encoding="utf-8"?>
<ds:datastoreItem xmlns:ds="http://schemas.openxmlformats.org/officeDocument/2006/customXml" ds:itemID="{309655CD-BC26-400B-BFB8-3DD4557823E1}"/>
</file>

<file path=docProps/app.xml><?xml version="1.0" encoding="utf-8"?>
<Properties xmlns="http://schemas.openxmlformats.org/officeDocument/2006/extended-properties" xmlns:vt="http://schemas.openxmlformats.org/officeDocument/2006/docPropsVTypes">
  <Template>EST_PwC Presentation Burgundy_30.03.2012_katsetus</Template>
  <TotalTime>4613</TotalTime>
  <Words>1608</Words>
  <Application>Microsoft Macintosh PowerPoint</Application>
  <PresentationFormat>On-screen Show (4:3)</PresentationFormat>
  <Paragraphs>344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Georgia</vt:lpstr>
      <vt:lpstr>Times New Roman</vt:lpstr>
      <vt:lpstr>EST_PwC Presentation Burgundy_30.03.2012_katsetus</vt:lpstr>
      <vt:lpstr>Bitmap Image</vt:lpstr>
      <vt:lpstr>Detailed analysis and concept development of 20 e-services in Estonian public sector</vt:lpstr>
      <vt:lpstr>Services analyzed in a report</vt:lpstr>
      <vt:lpstr>Found innovation</vt:lpstr>
      <vt:lpstr>Found innovation Standardized services </vt:lpstr>
      <vt:lpstr>Found innovation Services added in one process </vt:lpstr>
      <vt:lpstr>Found innovation Process automation – The Competition Authority – Coordination of the price formula and the price limit of heat</vt:lpstr>
      <vt:lpstr>Found innovation Process automation – Road Administration – Booking times for an examination</vt:lpstr>
      <vt:lpstr>Found innovation Process automation – Road Administration – Temporary license plate logbook</vt:lpstr>
      <vt:lpstr>Found innovation Process automation – Road Administration – Ordering license plates (special license plate)</vt:lpstr>
      <vt:lpstr>Found innovation Process automation – Tax and Customs Board – Scheduling  of overdue tax liabilities </vt:lpstr>
      <vt:lpstr>Found innovation Process automation – Road Administration – Pre-processing vehicle registration documents (for high value vehicles)  </vt:lpstr>
      <vt:lpstr>Found innovation Process automation – ISA – Opening service for agencies </vt:lpstr>
      <vt:lpstr>Found innovation Proactive service – TCB </vt:lpstr>
      <vt:lpstr>Found innovation Loss of services - MEAC </vt:lpstr>
      <vt:lpstr>Found innovation Loss of services - Agricultural Board     </vt:lpstr>
      <vt:lpstr>Found innovation Loss of services - Road Administration</vt:lpstr>
      <vt:lpstr>Indicators</vt:lpstr>
      <vt:lpstr>Indicators today</vt:lpstr>
      <vt:lpstr>The popularity of indicators</vt:lpstr>
      <vt:lpstr>Indicators in a future view </vt:lpstr>
      <vt:lpstr>Risks</vt:lpstr>
      <vt:lpstr>Risk matrix</vt:lpstr>
      <vt:lpstr>Risk ranking</vt:lpstr>
      <vt:lpstr>Thank You!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 E-services in Estonian Public Sector</dc:title>
  <dc:creator>Triin Tars; Marie Naggel</dc:creator>
  <cp:lastModifiedBy>Mihkel Lauk</cp:lastModifiedBy>
  <cp:revision>186</cp:revision>
  <dcterms:created xsi:type="dcterms:W3CDTF">2014-04-09T08:11:02Z</dcterms:created>
  <dcterms:modified xsi:type="dcterms:W3CDTF">2021-10-08T14:23:12Z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5</vt:lpwstr>
  </property>
  <property fmtid="{D5CDD505-2E9C-101B-9397-08002B2CF9AE}" pid="6" name="ContentTypeId">
    <vt:lpwstr>0x010100F781525C9EFA2D43B05EAC0CB2F40DF6</vt:lpwstr>
  </property>
</Properties>
</file>