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  <p:sldMasterId id="2147483665" r:id="rId2"/>
    <p:sldMasterId id="2147483667" r:id="rId3"/>
    <p:sldMasterId id="2147483679" r:id="rId4"/>
    <p:sldMasterId id="2147483682" r:id="rId5"/>
    <p:sldMasterId id="2147483727" r:id="rId6"/>
  </p:sldMasterIdLst>
  <p:notesMasterIdLst>
    <p:notesMasterId r:id="rId16"/>
  </p:notesMasterIdLst>
  <p:sldIdLst>
    <p:sldId id="604" r:id="rId7"/>
    <p:sldId id="786" r:id="rId8"/>
    <p:sldId id="624" r:id="rId9"/>
    <p:sldId id="809" r:id="rId10"/>
    <p:sldId id="810" r:id="rId11"/>
    <p:sldId id="811" r:id="rId12"/>
    <p:sldId id="787" r:id="rId13"/>
    <p:sldId id="775" r:id="rId14"/>
    <p:sldId id="783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6B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5266" autoAdjust="0"/>
    <p:restoredTop sz="75877" autoAdjust="0"/>
  </p:normalViewPr>
  <p:slideViewPr>
    <p:cSldViewPr snapToGrid="0">
      <p:cViewPr varScale="1">
        <p:scale>
          <a:sx n="55" d="100"/>
          <a:sy n="55" d="100"/>
        </p:scale>
        <p:origin x="320" y="2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customXml" Target="../customXml/item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customXml" Target="../customXml/item3.xml"/><Relationship Id="rId10" Type="http://schemas.openxmlformats.org/officeDocument/2006/relationships/slide" Target="slides/slide4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878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799" cy="45878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399" cy="30860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it-IT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it-IT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60071401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tiitel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18" y="0"/>
            <a:ext cx="1218776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9219" y="2357430"/>
            <a:ext cx="9658381" cy="2214578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469" y="4786322"/>
            <a:ext cx="9525067" cy="121444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43489463"/>
      </p:ext>
    </p:extLst>
  </p:cSld>
  <p:clrMapOvr>
    <a:masterClrMapping/>
  </p:clrMapOvr>
  <p:transition spd="med">
    <p:fade/>
  </p:transition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Intestazione sezion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rgbClr val="595959"/>
              </a:buClr>
              <a:buFont typeface="Calibri"/>
              <a:buNone/>
              <a:defRPr sz="59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body" idx="1"/>
          </p:nvPr>
        </p:nvSpPr>
        <p:spPr>
          <a:xfrm>
            <a:off x="3886200" y="4672583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Noto Sans Symbols"/>
              <a:buNone/>
              <a:defRPr sz="22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Noto Sans Symbols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Noto Sans Symbols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Noto Sans Symbols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Noto Sans Symbols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Noto Sans Symbols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Noto Sans Symbols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Noto Sans Symbols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Noto Sans Symbols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dt" idx="10"/>
          </p:nvPr>
        </p:nvSpPr>
        <p:spPr>
          <a:xfrm>
            <a:off x="262464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ftr" idx="11"/>
          </p:nvPr>
        </p:nvSpPr>
        <p:spPr>
          <a:xfrm>
            <a:off x="3869267" y="6356350"/>
            <a:ext cx="5911517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sldNum" idx="12"/>
          </p:nvPr>
        </p:nvSpPr>
        <p:spPr>
          <a:xfrm>
            <a:off x="10634135" y="6356350"/>
            <a:ext cx="1530926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it-IT" sz="12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it-IT" sz="1200" b="1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olo e contenuto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 txBox="1">
            <a:spLocks noGrp="1"/>
          </p:cNvSpPr>
          <p:nvPr>
            <p:ph type="title"/>
          </p:nvPr>
        </p:nvSpPr>
        <p:spPr>
          <a:xfrm>
            <a:off x="252918" y="1123837"/>
            <a:ext cx="2947481" cy="460118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rgbClr val="FFFFFF"/>
              </a:buClr>
              <a:buFont typeface="Calibri"/>
              <a:buNone/>
              <a:defRPr sz="3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1"/>
          </p:nvPr>
        </p:nvSpPr>
        <p:spPr>
          <a:xfrm>
            <a:off x="3869267" y="864108"/>
            <a:ext cx="7315200" cy="512063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182880" marR="0" lvl="0" indent="-55879" algn="l" rtl="0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Noto Sans Symbols"/>
              <a:buChar char="⚫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SzPct val="100000"/>
              <a:buFont typeface="Noto Sans Symbols"/>
              <a:buChar char="⚫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88900" algn="l" rtl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SzPct val="100000"/>
              <a:buFont typeface="Noto Sans Symbols"/>
              <a:buChar char="⚫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01600" algn="l" rtl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SzPct val="100000"/>
              <a:buFont typeface="Noto Sans Symbols"/>
              <a:buChar char="⚫"/>
              <a:defRPr sz="1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01600" algn="l" rtl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SzPct val="100000"/>
              <a:buFont typeface="Noto Sans Symbols"/>
              <a:buChar char="⚫"/>
              <a:defRPr sz="1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39700" algn="l" rtl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SzPct val="100000"/>
              <a:buFont typeface="Noto Sans Symbols"/>
              <a:buChar char="⚫"/>
              <a:defRPr sz="1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-139700" algn="l" rtl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SzPct val="100000"/>
              <a:buFont typeface="Noto Sans Symbols"/>
              <a:buChar char="⚫"/>
              <a:defRPr sz="1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139700" algn="l" rtl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SzPct val="100000"/>
              <a:buFont typeface="Noto Sans Symbols"/>
              <a:buChar char="⚫"/>
              <a:defRPr sz="1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-139700" algn="l" rtl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SzPct val="100000"/>
              <a:buFont typeface="Noto Sans Symbols"/>
              <a:buChar char="⚫"/>
              <a:defRPr sz="1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dt" idx="10"/>
          </p:nvPr>
        </p:nvSpPr>
        <p:spPr>
          <a:xfrm>
            <a:off x="262464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ftr" idx="11"/>
          </p:nvPr>
        </p:nvSpPr>
        <p:spPr>
          <a:xfrm>
            <a:off x="3869267" y="6356350"/>
            <a:ext cx="5911517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sldNum" idx="12"/>
          </p:nvPr>
        </p:nvSpPr>
        <p:spPr>
          <a:xfrm>
            <a:off x="10634135" y="6356350"/>
            <a:ext cx="1530926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it-IT" sz="12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it-IT" sz="1200" b="1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uota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 txBox="1">
            <a:spLocks noGrp="1"/>
          </p:cNvSpPr>
          <p:nvPr>
            <p:ph type="dt" idx="10"/>
          </p:nvPr>
        </p:nvSpPr>
        <p:spPr>
          <a:xfrm>
            <a:off x="262464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ftr" idx="11"/>
          </p:nvPr>
        </p:nvSpPr>
        <p:spPr>
          <a:xfrm>
            <a:off x="3869267" y="6356350"/>
            <a:ext cx="5911517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Shape 61"/>
          <p:cNvSpPr txBox="1">
            <a:spLocks noGrp="1"/>
          </p:cNvSpPr>
          <p:nvPr>
            <p:ph type="sldNum" idx="12"/>
          </p:nvPr>
        </p:nvSpPr>
        <p:spPr>
          <a:xfrm>
            <a:off x="10634135" y="6356350"/>
            <a:ext cx="1530926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it-IT" sz="12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it-IT" sz="1200" b="1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9621976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00224" y="1785926"/>
            <a:ext cx="9048813" cy="1857388"/>
          </a:xfrm>
        </p:spPr>
        <p:txBody>
          <a:bodyPr/>
          <a:lstStyle>
            <a:lvl1pPr>
              <a:defRPr sz="34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0224" y="3929066"/>
            <a:ext cx="9048813" cy="1709734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t-E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F2E65F-ABAA-4A26-A88A-48C4ADA09330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19385425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t-E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8C149A-3C7A-426C-8755-C37DFC73E603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208423213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9219" y="4406907"/>
            <a:ext cx="9707064" cy="1362075"/>
          </a:xfrm>
        </p:spPr>
        <p:txBody>
          <a:bodyPr anchor="t"/>
          <a:lstStyle>
            <a:lvl1pPr algn="l">
              <a:defRPr sz="2800" b="0" cap="all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19222" y="2906713"/>
            <a:ext cx="9707065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t-E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126AC8-66F0-45C3-BEB6-A31A182EAE71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67936866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68500" y="1412876"/>
            <a:ext cx="4455584" cy="4835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27289" y="1412876"/>
            <a:ext cx="4455583" cy="4835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t-EE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FDA8B3-6818-4FBE-AF54-CA674DE72096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00317348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0224" y="274638"/>
            <a:ext cx="9048813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00221" y="1428737"/>
            <a:ext cx="4286280" cy="746139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rgbClr val="93004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00221" y="2174875"/>
            <a:ext cx="428628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7003" y="1428737"/>
            <a:ext cx="4572032" cy="746139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rgbClr val="93004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7003" y="2174875"/>
            <a:ext cx="457203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t-EE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3CB01B-CF30-48D2-B5DD-9B63894A561F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34535314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t-EE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2E9316-C0DE-419F-9624-403AFEDBC9DE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81519937"/>
      </p:ext>
    </p:extLst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t-EE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D35000-F6B3-40EF-8601-52E144C4FE32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27445246"/>
      </p:ext>
    </p:extLst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0" descr="Sisuslaid_uu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" y="7"/>
            <a:ext cx="12189884" cy="685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9" descr="TTU_logomargis_valge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2956" y="593729"/>
            <a:ext cx="791633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4472" y="273050"/>
            <a:ext cx="3905277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05500" y="273057"/>
            <a:ext cx="567690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14472" y="1435103"/>
            <a:ext cx="3905277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1714500" y="6357945"/>
            <a:ext cx="2364317" cy="36353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76189" y="6357945"/>
            <a:ext cx="6015567" cy="36353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t-EE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87003" y="6357945"/>
            <a:ext cx="1333500" cy="363537"/>
          </a:xfrm>
        </p:spPr>
        <p:txBody>
          <a:bodyPr/>
          <a:lstStyle>
            <a:lvl1pPr>
              <a:defRPr/>
            </a:lvl1pPr>
          </a:lstStyle>
          <a:p>
            <a:fld id="{F0A49554-7C39-49D9-AFB6-8F56DEB7023D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89862210"/>
      </p:ext>
    </p:extLst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noProof="0"/>
              <a:t>Click to edit Master title style</a:t>
            </a:r>
            <a:endParaRPr lang="et-EE" noProof="0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t-E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t-EE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919F92-1B8D-4E73-9CD8-52B5D5043BCF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39682439"/>
      </p:ext>
    </p:extLst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t-E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t-E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D006E0-F9A5-4F2D-92FD-160E8AB81FB2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09297504"/>
      </p:ext>
    </p:extLst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05335" y="428632"/>
            <a:ext cx="2277533" cy="58197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t-E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68505" y="428632"/>
            <a:ext cx="6633633" cy="58197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t-E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A3C280-ACA3-4D9A-8F26-0EB3E6EDEEB5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9938416"/>
      </p:ext>
    </p:extLst>
  </p:cSld>
  <p:clrMapOvr>
    <a:masterClrMapping/>
  </p:clrMapOvr>
  <p:transition spd="med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2663606"/>
      </p:ext>
    </p:extLst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anchor="ctr" anchorCtr="0"/>
          <a:lstStyle>
            <a:lvl1pPr>
              <a:defRPr sz="300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784793512"/>
      </p:ext>
    </p:extLst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9735882"/>
      </p:ext>
    </p:extLst>
  </p:cSld>
  <p:clrMapOvr>
    <a:masterClrMapping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aslaid ar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lt 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3" y="0"/>
            <a:ext cx="12187835" cy="6858000"/>
          </a:xfrm>
          <a:prstGeom prst="rect">
            <a:avLst/>
          </a:prstGeom>
        </p:spPr>
      </p:pic>
      <p:pic>
        <p:nvPicPr>
          <p:cNvPr id="17" name="Picture 3" descr="C:\Users\ipihu\Desktop\logo.png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686801" y="1966097"/>
            <a:ext cx="2449513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2" y="-992188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9pPr>
          </a:lstStyle>
          <a:p>
            <a:pPr eaLnBrk="1" hangingPunct="1">
              <a:defRPr/>
            </a:pPr>
            <a:endParaRPr lang="en-US" altLang="en-US" sz="1350"/>
          </a:p>
        </p:txBody>
      </p:sp>
      <p:sp>
        <p:nvSpPr>
          <p:cNvPr id="11" name="Text Placeholder 17"/>
          <p:cNvSpPr>
            <a:spLocks noGrp="1"/>
          </p:cNvSpPr>
          <p:nvPr>
            <p:ph type="body" sz="quarter" idx="12"/>
          </p:nvPr>
        </p:nvSpPr>
        <p:spPr>
          <a:xfrm>
            <a:off x="838201" y="4797427"/>
            <a:ext cx="8892396" cy="85287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400" b="1" i="0" cap="all" baseline="0">
                <a:solidFill>
                  <a:schemeClr val="accent3"/>
                </a:solidFill>
                <a:latin typeface="Verdana" charset="0"/>
              </a:defRPr>
            </a:lvl1pPr>
          </a:lstStyle>
          <a:p>
            <a:pPr lvl="0"/>
            <a:r>
              <a:rPr lang="et-EE" dirty="0"/>
              <a:t>Redigeeri juhtslaidi tekstilaade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13" hasCustomPrompt="1"/>
          </p:nvPr>
        </p:nvSpPr>
        <p:spPr>
          <a:xfrm>
            <a:off x="838202" y="5865964"/>
            <a:ext cx="4738535" cy="70797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500" baseline="0">
                <a:solidFill>
                  <a:schemeClr val="accent2"/>
                </a:solidFill>
                <a:latin typeface="Verdana" charset="0"/>
              </a:defRPr>
            </a:lvl1pPr>
          </a:lstStyle>
          <a:p>
            <a:pPr lvl="0"/>
            <a:r>
              <a:rPr lang="et-EE" dirty="0"/>
              <a:t>Redigeeri juhtslaidi </a:t>
            </a:r>
            <a:br>
              <a:rPr lang="et-EE" dirty="0"/>
            </a:br>
            <a:r>
              <a:rPr lang="et-EE" dirty="0"/>
              <a:t>tekstilaade</a:t>
            </a:r>
          </a:p>
        </p:txBody>
      </p:sp>
    </p:spTree>
    <p:extLst>
      <p:ext uri="{BB962C8B-B14F-4D97-AF65-F5344CB8AC3E}">
        <p14:creationId xmlns:p14="http://schemas.microsoft.com/office/powerpoint/2010/main" val="4137401547"/>
      </p:ext>
    </p:extLst>
  </p:cSld>
  <p:clrMapOvr>
    <a:masterClrMapping/>
  </p:clrMapOvr>
  <p:transition spd="med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4" y="549275"/>
            <a:ext cx="10494517" cy="8108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50" b="1" i="0" cap="all" baseline="0">
                <a:solidFill>
                  <a:schemeClr val="accent2"/>
                </a:solidFill>
                <a:latin typeface="Verdana" charset="0"/>
              </a:defRPr>
            </a:lvl1pPr>
          </a:lstStyle>
          <a:p>
            <a:pPr lvl="0"/>
            <a:r>
              <a:rPr lang="en-US" dirty="0"/>
              <a:t>Click to edit Master </a:t>
            </a:r>
            <a:br>
              <a:rPr lang="et-EE" dirty="0"/>
            </a:br>
            <a:r>
              <a:rPr lang="en-US" dirty="0"/>
              <a:t>text styles</a:t>
            </a:r>
          </a:p>
        </p:txBody>
      </p:sp>
      <p:sp>
        <p:nvSpPr>
          <p:cNvPr id="21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2171700" y="1628775"/>
            <a:ext cx="8802243" cy="4716463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sz="1200" baseline="0">
                <a:solidFill>
                  <a:schemeClr val="tx1"/>
                </a:solidFill>
                <a:latin typeface="Verdana" charset="0"/>
              </a:defRPr>
            </a:lvl1pPr>
          </a:lstStyle>
          <a:p>
            <a:pPr lvl="0"/>
            <a:r>
              <a:rPr lang="et-EE" dirty="0"/>
              <a:t>Redigeeri juhtslaidi tekstilaade</a:t>
            </a:r>
          </a:p>
        </p:txBody>
      </p:sp>
    </p:spTree>
    <p:extLst>
      <p:ext uri="{BB962C8B-B14F-4D97-AF65-F5344CB8AC3E}">
        <p14:creationId xmlns:p14="http://schemas.microsoft.com/office/powerpoint/2010/main" val="2930582952"/>
      </p:ext>
    </p:extLst>
  </p:cSld>
  <p:clrMapOvr>
    <a:masterClrMapping/>
  </p:clrMapOvr>
  <p:transition spd="med">
    <p:fade/>
  </p:transition>
  <p:extLst>
    <p:ext uri="{DCECCB84-F9BA-43D5-87BE-67443E8EF086}">
      <p15:sldGuideLst xmlns:p15="http://schemas.microsoft.com/office/powerpoint/2012/main">
        <p15:guide id="2" orient="horz" pos="1026">
          <p15:clr>
            <a:srgbClr val="FBAE40"/>
          </p15:clr>
        </p15:guide>
        <p15:guide id="3" pos="1368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ja graaf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6" y="549275"/>
            <a:ext cx="10494517" cy="802772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50" b="1" i="0" cap="all" baseline="0">
                <a:solidFill>
                  <a:schemeClr val="accent2"/>
                </a:solidFill>
                <a:latin typeface="Verdana" charset="0"/>
              </a:defRPr>
            </a:lvl1pPr>
            <a:lvl2pPr>
              <a:defRPr sz="1875"/>
            </a:lvl2pPr>
          </a:lstStyle>
          <a:p>
            <a:pPr lvl="0"/>
            <a:r>
              <a:rPr lang="en-US" dirty="0"/>
              <a:t>Click to edit Master</a:t>
            </a:r>
            <a:br>
              <a:rPr lang="et-EE" dirty="0"/>
            </a:br>
            <a:r>
              <a:rPr lang="en-US" dirty="0"/>
              <a:t>text styles</a:t>
            </a:r>
          </a:p>
        </p:txBody>
      </p:sp>
      <p:sp>
        <p:nvSpPr>
          <p:cNvPr id="14" name="Chart Placeholder 13"/>
          <p:cNvSpPr>
            <a:spLocks noGrp="1"/>
          </p:cNvSpPr>
          <p:nvPr>
            <p:ph type="chart" sz="quarter" idx="15"/>
          </p:nvPr>
        </p:nvSpPr>
        <p:spPr>
          <a:xfrm>
            <a:off x="2171701" y="3042305"/>
            <a:ext cx="8790444" cy="3302935"/>
          </a:xfrm>
          <a:prstGeom prst="rect">
            <a:avLst/>
          </a:prstGeom>
        </p:spPr>
        <p:txBody>
          <a:bodyPr/>
          <a:lstStyle>
            <a:lvl1pPr marL="171450" indent="-171450">
              <a:buFont typeface="Wingdings" panose="05000000000000000000" pitchFamily="2" charset="2"/>
              <a:buChar char="§"/>
              <a:defRPr sz="1050"/>
            </a:lvl1pPr>
          </a:lstStyle>
          <a:p>
            <a:pPr lvl="0"/>
            <a:r>
              <a:rPr lang="et-EE" noProof="0" dirty="0"/>
              <a:t>Diagrammi lisamiseks klõpsake ikooni</a:t>
            </a:r>
            <a:endParaRPr lang="en-US" noProof="0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6"/>
          </p:nvPr>
        </p:nvSpPr>
        <p:spPr>
          <a:xfrm>
            <a:off x="2171701" y="2144994"/>
            <a:ext cx="8790444" cy="77766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200" baseline="0">
                <a:solidFill>
                  <a:schemeClr val="tx1"/>
                </a:solidFill>
                <a:latin typeface="Verdana" charset="0"/>
              </a:defRPr>
            </a:lvl1pPr>
            <a:lvl2pPr marL="514350" indent="-171450">
              <a:buFont typeface="Verdana" panose="020B0604030504040204" pitchFamily="34" charset="0"/>
              <a:buChar char="–"/>
              <a:defRPr sz="1050">
                <a:solidFill>
                  <a:schemeClr val="tx1"/>
                </a:solidFill>
              </a:defRPr>
            </a:lvl2pPr>
            <a:lvl3pPr marL="857250" indent="-171450">
              <a:buFont typeface="Verdana" panose="020B0604030504040204" pitchFamily="34" charset="0"/>
              <a:buChar char="–"/>
              <a:defRPr sz="900"/>
            </a:lvl3pPr>
            <a:lvl4pPr marL="1028700" indent="0">
              <a:buFont typeface="Verdana" panose="020B0604030504040204" pitchFamily="34" charset="0"/>
              <a:buNone/>
              <a:defRPr/>
            </a:lvl4pPr>
          </a:lstStyle>
          <a:p>
            <a:pPr lvl="0"/>
            <a:r>
              <a:rPr lang="et-EE" dirty="0"/>
              <a:t>Redigeeri juhtslaidi tekstilaade</a:t>
            </a:r>
          </a:p>
          <a:p>
            <a:pPr lvl="1"/>
            <a:endParaRPr lang="et-EE" dirty="0"/>
          </a:p>
          <a:p>
            <a:pPr lvl="2"/>
            <a:endParaRPr lang="et-EE" dirty="0"/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8"/>
          </p:nvPr>
        </p:nvSpPr>
        <p:spPr>
          <a:xfrm>
            <a:off x="2171701" y="1628776"/>
            <a:ext cx="8790444" cy="41366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sz="1200" baseline="0">
                <a:solidFill>
                  <a:schemeClr val="tx1"/>
                </a:solidFill>
                <a:latin typeface="Verdana" charset="0"/>
              </a:defRPr>
            </a:lvl1pPr>
          </a:lstStyle>
          <a:p>
            <a:pPr lvl="0"/>
            <a:r>
              <a:rPr lang="et-EE" dirty="0"/>
              <a:t>Redigeeri juhtslaidi tekstilaade</a:t>
            </a:r>
          </a:p>
        </p:txBody>
      </p:sp>
    </p:spTree>
    <p:extLst>
      <p:ext uri="{BB962C8B-B14F-4D97-AF65-F5344CB8AC3E}">
        <p14:creationId xmlns:p14="http://schemas.microsoft.com/office/powerpoint/2010/main" val="278037612"/>
      </p:ext>
    </p:extLst>
  </p:cSld>
  <p:clrMapOvr>
    <a:masterClrMapping/>
  </p:clrMapOvr>
  <p:transition spd="med">
    <p:fade/>
  </p:transition>
  <p:extLst>
    <p:ext uri="{DCECCB84-F9BA-43D5-87BE-67443E8EF086}">
      <p15:sldGuideLst xmlns:p15="http://schemas.microsoft.com/office/powerpoint/2012/main">
        <p15:guide id="2" orient="horz" pos="1026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6" y="549277"/>
            <a:ext cx="10656887" cy="810887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50" b="1" i="0" cap="all" baseline="0">
                <a:solidFill>
                  <a:schemeClr val="accent2"/>
                </a:solidFill>
                <a:latin typeface="Verdana" charset="0"/>
              </a:defRPr>
            </a:lvl1pPr>
          </a:lstStyle>
          <a:p>
            <a:pPr lvl="0"/>
            <a:r>
              <a:rPr lang="en-US" dirty="0"/>
              <a:t>Click to edit Master</a:t>
            </a:r>
            <a:br>
              <a:rPr lang="et-EE" dirty="0"/>
            </a:br>
            <a:r>
              <a:rPr lang="en-US" dirty="0"/>
              <a:t>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2171701" y="1628776"/>
            <a:ext cx="8964612" cy="388032"/>
          </a:xfrm>
          <a:prstGeom prst="rect">
            <a:avLst/>
          </a:prstGeom>
        </p:spPr>
        <p:txBody>
          <a:bodyPr lIns="0" tIns="0" rIns="0" bIns="0"/>
          <a:lstStyle>
            <a:lvl1pPr marL="171450" marR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 baseline="0">
                <a:solidFill>
                  <a:srgbClr val="4F4C4E"/>
                </a:solidFill>
                <a:latin typeface="Verdana" charset="0"/>
              </a:defRPr>
            </a:lvl1pPr>
          </a:lstStyle>
          <a:p>
            <a:pPr lvl="0"/>
            <a:r>
              <a:rPr lang="et-EE" dirty="0"/>
              <a:t>Redigeeri juhtslaidi tekstilaade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2171700" y="2196271"/>
            <a:ext cx="8964613" cy="4148969"/>
          </a:xfrm>
          <a:prstGeom prst="rect">
            <a:avLst/>
          </a:prstGeom>
        </p:spPr>
        <p:txBody>
          <a:bodyPr/>
          <a:lstStyle>
            <a:lvl1pPr marL="171450" indent="-171450">
              <a:buFont typeface="Wingdings" panose="05000000000000000000" pitchFamily="2" charset="2"/>
              <a:buChar char="§"/>
              <a:defRPr sz="1050">
                <a:latin typeface="+mn-lt"/>
              </a:defRPr>
            </a:lvl1pPr>
          </a:lstStyle>
          <a:p>
            <a:pPr lvl="0"/>
            <a:r>
              <a:rPr lang="et-EE" noProof="0"/>
              <a:t>Pildi lisamiseks klõpsake ikooni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11602752"/>
      </p:ext>
    </p:extLst>
  </p:cSld>
  <p:clrMapOvr>
    <a:masterClrMapping/>
  </p:clrMapOvr>
  <p:transition spd="med">
    <p:fade/>
  </p:transition>
  <p:extLst>
    <p:ext uri="{DCECCB84-F9BA-43D5-87BE-67443E8EF086}">
      <p15:sldGuideLst xmlns:p15="http://schemas.microsoft.com/office/powerpoint/2012/main">
        <p15:guide id="2" orient="horz" pos="3997">
          <p15:clr>
            <a:srgbClr val="FBAE40"/>
          </p15:clr>
        </p15:guide>
        <p15:guide id="3" orient="horz" pos="1026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ja graafi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549275"/>
            <a:ext cx="6109380" cy="75522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50" b="1" i="0" cap="all" baseline="0">
                <a:solidFill>
                  <a:schemeClr val="accent2"/>
                </a:solidFill>
                <a:latin typeface="Verdana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br>
              <a:rPr lang="et-EE" dirty="0"/>
            </a:br>
            <a:r>
              <a:rPr lang="en-US" dirty="0"/>
              <a:t>styles</a:t>
            </a:r>
          </a:p>
        </p:txBody>
      </p:sp>
      <p:sp>
        <p:nvSpPr>
          <p:cNvPr id="12" name="Chart Placeholder 13"/>
          <p:cNvSpPr>
            <a:spLocks noGrp="1"/>
          </p:cNvSpPr>
          <p:nvPr>
            <p:ph type="chart" sz="quarter" idx="15"/>
          </p:nvPr>
        </p:nvSpPr>
        <p:spPr>
          <a:xfrm>
            <a:off x="6888165" y="549275"/>
            <a:ext cx="4248151" cy="5795963"/>
          </a:xfrm>
          <a:prstGeom prst="rect">
            <a:avLst/>
          </a:prstGeom>
        </p:spPr>
        <p:txBody>
          <a:bodyPr/>
          <a:lstStyle>
            <a:lvl1pPr marL="171450" indent="-171450">
              <a:buFont typeface="Wingdings" panose="05000000000000000000" pitchFamily="2" charset="2"/>
              <a:buChar char="§"/>
              <a:defRPr sz="1050">
                <a:latin typeface="+mn-lt"/>
              </a:defRPr>
            </a:lvl1pPr>
          </a:lstStyle>
          <a:p>
            <a:pPr lvl="0"/>
            <a:r>
              <a:rPr lang="et-EE" noProof="0" dirty="0"/>
              <a:t>Diagrammi lisamiseks klõpsake ikooni</a:t>
            </a:r>
            <a:endParaRPr lang="en-US" noProof="0" dirty="0"/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16"/>
          </p:nvPr>
        </p:nvSpPr>
        <p:spPr>
          <a:xfrm>
            <a:off x="2171701" y="1628776"/>
            <a:ext cx="4351731" cy="4716462"/>
          </a:xfrm>
          <a:prstGeom prst="rect">
            <a:avLst/>
          </a:prstGeom>
        </p:spPr>
        <p:txBody>
          <a:bodyPr lIns="0" tIns="0" rIns="0" bIns="0"/>
          <a:lstStyle>
            <a:lvl1pPr marL="171450" marR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 baseline="0">
                <a:solidFill>
                  <a:srgbClr val="4F4C4E"/>
                </a:solidFill>
                <a:latin typeface="Verdana" charset="0"/>
              </a:defRPr>
            </a:lvl1pPr>
          </a:lstStyle>
          <a:p>
            <a:pPr lvl="0"/>
            <a:r>
              <a:rPr lang="et-EE" dirty="0"/>
              <a:t>Redigeeri juhtslaidi tekstilaade</a:t>
            </a:r>
          </a:p>
        </p:txBody>
      </p:sp>
    </p:spTree>
    <p:extLst>
      <p:ext uri="{BB962C8B-B14F-4D97-AF65-F5344CB8AC3E}">
        <p14:creationId xmlns:p14="http://schemas.microsoft.com/office/powerpoint/2010/main" val="1088348863"/>
      </p:ext>
    </p:extLst>
  </p:cSld>
  <p:clrMapOvr>
    <a:masterClrMapping/>
  </p:clrMapOvr>
  <p:transition spd="med">
    <p:fade/>
  </p:transition>
  <p:extLst>
    <p:ext uri="{DCECCB84-F9BA-43D5-87BE-67443E8EF086}">
      <p15:sldGuideLst xmlns:p15="http://schemas.microsoft.com/office/powerpoint/2012/main">
        <p15:guide id="1" pos="4339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ja pi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6" y="549275"/>
            <a:ext cx="6044007" cy="75522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50" b="1" i="0" cap="all" baseline="0">
                <a:solidFill>
                  <a:schemeClr val="accent2"/>
                </a:solidFill>
                <a:latin typeface="Verdana" charset="0"/>
              </a:defRPr>
            </a:lvl1pPr>
            <a:lvl2pPr>
              <a:defRPr sz="1650" b="1" i="0"/>
            </a:lvl2pPr>
          </a:lstStyle>
          <a:p>
            <a:pPr lvl="0"/>
            <a:r>
              <a:rPr lang="en-US" dirty="0"/>
              <a:t>Click to edit Master text</a:t>
            </a:r>
            <a:br>
              <a:rPr lang="et-EE" dirty="0"/>
            </a:br>
            <a:r>
              <a:rPr lang="en-US" dirty="0"/>
              <a:t>styles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16"/>
          </p:nvPr>
        </p:nvSpPr>
        <p:spPr>
          <a:xfrm>
            <a:off x="2171701" y="1628776"/>
            <a:ext cx="4351731" cy="4716462"/>
          </a:xfrm>
          <a:prstGeom prst="rect">
            <a:avLst/>
          </a:prstGeom>
        </p:spPr>
        <p:txBody>
          <a:bodyPr lIns="0" tIns="0" rIns="0" bIns="0"/>
          <a:lstStyle>
            <a:lvl1pPr marL="171450" marR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 baseline="0">
                <a:solidFill>
                  <a:srgbClr val="4F4C4E"/>
                </a:solidFill>
                <a:latin typeface="Verdana" charset="0"/>
              </a:defRPr>
            </a:lvl1pPr>
          </a:lstStyle>
          <a:p>
            <a:pPr lvl="0"/>
            <a:r>
              <a:rPr lang="et-EE"/>
              <a:t>Redigeeri juhtslaidi tekstilaade</a:t>
            </a:r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7"/>
          </p:nvPr>
        </p:nvSpPr>
        <p:spPr>
          <a:xfrm>
            <a:off x="6888165" y="549275"/>
            <a:ext cx="4248151" cy="5795963"/>
          </a:xfrm>
          <a:prstGeom prst="rect">
            <a:avLst/>
          </a:prstGeom>
        </p:spPr>
        <p:txBody>
          <a:bodyPr/>
          <a:lstStyle>
            <a:lvl1pPr marL="171450" indent="-171450">
              <a:buFont typeface="Wingdings" panose="05000000000000000000" pitchFamily="2" charset="2"/>
              <a:buChar char="§"/>
              <a:defRPr sz="1050"/>
            </a:lvl1pPr>
          </a:lstStyle>
          <a:p>
            <a:pPr lvl="0"/>
            <a:r>
              <a:rPr lang="et-EE" noProof="0"/>
              <a:t>Pildi lisamiseks klõpsake ikooni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32583053"/>
      </p:ext>
    </p:extLst>
  </p:cSld>
  <p:clrMapOvr>
    <a:masterClrMapping/>
  </p:clrMapOvr>
  <p:transition spd="med">
    <p:fade/>
  </p:transition>
  <p:extLst>
    <p:ext uri="{DCECCB84-F9BA-43D5-87BE-67443E8EF086}">
      <p15:sldGuideLst xmlns:p15="http://schemas.microsoft.com/office/powerpoint/2012/main">
        <p15:guide id="1" pos="4339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graafik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1"/>
          <p:cNvSpPr>
            <a:spLocks noGrp="1"/>
          </p:cNvSpPr>
          <p:nvPr>
            <p:ph type="body" sz="quarter" idx="17"/>
          </p:nvPr>
        </p:nvSpPr>
        <p:spPr>
          <a:xfrm>
            <a:off x="2171701" y="5204391"/>
            <a:ext cx="4351731" cy="1140849"/>
          </a:xfrm>
          <a:prstGeom prst="rect">
            <a:avLst/>
          </a:prstGeom>
        </p:spPr>
        <p:txBody>
          <a:bodyPr lIns="0" tIns="0" rIns="0" bIns="0"/>
          <a:lstStyle>
            <a:lvl1pPr marL="171450" marR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 baseline="0">
                <a:solidFill>
                  <a:srgbClr val="4F4C4E"/>
                </a:solidFill>
                <a:latin typeface="Verdana" charset="0"/>
              </a:defRPr>
            </a:lvl1pPr>
          </a:lstStyle>
          <a:p>
            <a:pPr lvl="0"/>
            <a:r>
              <a:rPr lang="et-EE" dirty="0"/>
              <a:t>Redigeeri juhtslaidi tekstilaade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558471"/>
            <a:ext cx="10656888" cy="75522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50" b="1" i="0" cap="all" baseline="0">
                <a:solidFill>
                  <a:schemeClr val="accent2"/>
                </a:solidFill>
                <a:latin typeface="Verdana" charset="0"/>
              </a:defRPr>
            </a:lvl1pPr>
          </a:lstStyle>
          <a:p>
            <a:pPr lvl="0"/>
            <a:r>
              <a:rPr lang="en-US" dirty="0"/>
              <a:t>Click to edit Master text </a:t>
            </a:r>
            <a:br>
              <a:rPr lang="et-EE" dirty="0"/>
            </a:br>
            <a:r>
              <a:rPr lang="en-US" dirty="0"/>
              <a:t>styles</a:t>
            </a:r>
          </a:p>
        </p:txBody>
      </p:sp>
      <p:sp>
        <p:nvSpPr>
          <p:cNvPr id="20" name="Text Placeholder 11"/>
          <p:cNvSpPr>
            <a:spLocks noGrp="1"/>
          </p:cNvSpPr>
          <p:nvPr>
            <p:ph type="body" sz="quarter" idx="21"/>
          </p:nvPr>
        </p:nvSpPr>
        <p:spPr>
          <a:xfrm>
            <a:off x="6888165" y="5204391"/>
            <a:ext cx="4248543" cy="1140849"/>
          </a:xfrm>
          <a:prstGeom prst="rect">
            <a:avLst/>
          </a:prstGeom>
        </p:spPr>
        <p:txBody>
          <a:bodyPr lIns="0" tIns="0" rIns="0" bIns="0"/>
          <a:lstStyle>
            <a:lvl1pPr marL="171450" marR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 baseline="0">
                <a:solidFill>
                  <a:srgbClr val="4F4C4E"/>
                </a:solidFill>
                <a:latin typeface="Verdana" charset="0"/>
              </a:defRPr>
            </a:lvl1pPr>
          </a:lstStyle>
          <a:p>
            <a:pPr lvl="0"/>
            <a:r>
              <a:rPr lang="et-EE" dirty="0"/>
              <a:t>Redigeeri juhtslaidi tekstilaade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22"/>
          </p:nvPr>
        </p:nvSpPr>
        <p:spPr>
          <a:xfrm>
            <a:off x="2171701" y="1628776"/>
            <a:ext cx="4351339" cy="3336330"/>
          </a:xfrm>
          <a:prstGeom prst="rect">
            <a:avLst/>
          </a:prstGeom>
        </p:spPr>
        <p:txBody>
          <a:bodyPr/>
          <a:lstStyle>
            <a:lvl1pPr marL="171450" indent="-171450">
              <a:buFont typeface="Wingdings" panose="05000000000000000000" pitchFamily="2" charset="2"/>
              <a:buChar char="§"/>
              <a:defRPr sz="1050"/>
            </a:lvl1pPr>
          </a:lstStyle>
          <a:p>
            <a:pPr lvl="0"/>
            <a:r>
              <a:rPr lang="et-EE" noProof="0"/>
              <a:t>Diagrammi lisamiseks klõpsake ikooni</a:t>
            </a:r>
            <a:endParaRPr lang="en-US" noProof="0" dirty="0"/>
          </a:p>
        </p:txBody>
      </p:sp>
      <p:sp>
        <p:nvSpPr>
          <p:cNvPr id="5" name="Chart Placeholder 4"/>
          <p:cNvSpPr>
            <a:spLocks noGrp="1"/>
          </p:cNvSpPr>
          <p:nvPr>
            <p:ph type="chart" sz="quarter" idx="23"/>
          </p:nvPr>
        </p:nvSpPr>
        <p:spPr>
          <a:xfrm>
            <a:off x="6888163" y="1628777"/>
            <a:ext cx="4248151" cy="3336331"/>
          </a:xfrm>
          <a:prstGeom prst="rect">
            <a:avLst/>
          </a:prstGeom>
        </p:spPr>
        <p:txBody>
          <a:bodyPr/>
          <a:lstStyle>
            <a:lvl1pPr marL="171450" indent="-171450">
              <a:buFont typeface="Wingdings" panose="05000000000000000000" pitchFamily="2" charset="2"/>
              <a:buChar char="§"/>
              <a:defRPr sz="1050"/>
            </a:lvl1pPr>
          </a:lstStyle>
          <a:p>
            <a:pPr lvl="0"/>
            <a:r>
              <a:rPr lang="et-EE" noProof="0"/>
              <a:t>Diagrammi lisamiseks klõpsake ikooni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60308279"/>
      </p:ext>
    </p:extLst>
  </p:cSld>
  <p:clrMapOvr>
    <a:masterClrMapping/>
  </p:clrMapOvr>
  <p:transition spd="med"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lm pil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9"/>
          <p:cNvSpPr>
            <a:spLocks noGrp="1"/>
          </p:cNvSpPr>
          <p:nvPr>
            <p:ph type="pic" sz="quarter" idx="17"/>
          </p:nvPr>
        </p:nvSpPr>
        <p:spPr>
          <a:xfrm>
            <a:off x="2171700" y="549275"/>
            <a:ext cx="5109317" cy="5795963"/>
          </a:xfrm>
          <a:prstGeom prst="rect">
            <a:avLst/>
          </a:prstGeom>
        </p:spPr>
        <p:txBody>
          <a:bodyPr/>
          <a:lstStyle>
            <a:lvl1pPr marL="171450" indent="-171450">
              <a:buFont typeface="Wingdings" panose="05000000000000000000" pitchFamily="2" charset="2"/>
              <a:buChar char="§"/>
              <a:defRPr sz="1050"/>
            </a:lvl1pPr>
          </a:lstStyle>
          <a:p>
            <a:pPr lvl="0"/>
            <a:r>
              <a:rPr lang="et-EE" noProof="0"/>
              <a:t>Pildi lisamiseks klõpsake ikooni</a:t>
            </a:r>
            <a:endParaRPr lang="en-US" noProof="0"/>
          </a:p>
        </p:txBody>
      </p:sp>
      <p:sp>
        <p:nvSpPr>
          <p:cNvPr id="10" name="Picture Placeholder 19"/>
          <p:cNvSpPr>
            <a:spLocks noGrp="1"/>
          </p:cNvSpPr>
          <p:nvPr>
            <p:ph type="pic" sz="quarter" idx="19"/>
          </p:nvPr>
        </p:nvSpPr>
        <p:spPr>
          <a:xfrm>
            <a:off x="7511754" y="3459346"/>
            <a:ext cx="3624561" cy="2885893"/>
          </a:xfrm>
          <a:prstGeom prst="rect">
            <a:avLst/>
          </a:prstGeom>
        </p:spPr>
        <p:txBody>
          <a:bodyPr/>
          <a:lstStyle>
            <a:lvl1pPr marL="171450" indent="-171450">
              <a:buFont typeface="Wingdings" panose="05000000000000000000" pitchFamily="2" charset="2"/>
              <a:buChar char="§"/>
              <a:defRPr sz="1050"/>
            </a:lvl1pPr>
          </a:lstStyle>
          <a:p>
            <a:pPr lvl="0"/>
            <a:r>
              <a:rPr lang="et-EE" noProof="0"/>
              <a:t>Pildi lisamiseks klõpsake ikooni</a:t>
            </a:r>
            <a:endParaRPr lang="en-US" noProof="0"/>
          </a:p>
        </p:txBody>
      </p:sp>
      <p:sp>
        <p:nvSpPr>
          <p:cNvPr id="11" name="Picture Placeholder 19"/>
          <p:cNvSpPr>
            <a:spLocks noGrp="1"/>
          </p:cNvSpPr>
          <p:nvPr>
            <p:ph type="pic" sz="quarter" idx="20"/>
          </p:nvPr>
        </p:nvSpPr>
        <p:spPr>
          <a:xfrm>
            <a:off x="7511754" y="549275"/>
            <a:ext cx="3624561" cy="2709564"/>
          </a:xfrm>
          <a:prstGeom prst="rect">
            <a:avLst/>
          </a:prstGeom>
        </p:spPr>
        <p:txBody>
          <a:bodyPr/>
          <a:lstStyle>
            <a:lvl1pPr marL="171450" indent="-171450">
              <a:buFont typeface="Wingdings" panose="05000000000000000000" pitchFamily="2" charset="2"/>
              <a:buChar char="§"/>
              <a:defRPr sz="1050"/>
            </a:lvl1pPr>
          </a:lstStyle>
          <a:p>
            <a:pPr lvl="0"/>
            <a:r>
              <a:rPr lang="et-EE" noProof="0" dirty="0"/>
              <a:t>Pildi lisamiseks klõpsake ikooni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11874933"/>
      </p:ext>
    </p:extLst>
  </p:cSld>
  <p:clrMapOvr>
    <a:masterClrMapping/>
  </p:clrMapOvr>
  <p:transition spd="med"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551545"/>
            <a:ext cx="10656888" cy="836666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50" b="1" i="0" cap="all" baseline="0">
                <a:solidFill>
                  <a:schemeClr val="accent2"/>
                </a:solidFill>
                <a:latin typeface="Verdana" charset="0"/>
              </a:defRPr>
            </a:lvl1pPr>
            <a:lvl2pPr>
              <a:defRPr sz="1875" b="1" i="0"/>
            </a:lvl2pPr>
          </a:lstStyle>
          <a:p>
            <a:pPr lvl="0"/>
            <a:r>
              <a:rPr lang="en-US" dirty="0"/>
              <a:t>Click to edit Master </a:t>
            </a:r>
            <a:br>
              <a:rPr lang="et-EE" dirty="0"/>
            </a:br>
            <a:r>
              <a:rPr lang="en-US" dirty="0"/>
              <a:t>text styles</a:t>
            </a:r>
          </a:p>
        </p:txBody>
      </p:sp>
      <p:sp>
        <p:nvSpPr>
          <p:cNvPr id="7" name="Table Placeholder 6"/>
          <p:cNvSpPr>
            <a:spLocks noGrp="1"/>
          </p:cNvSpPr>
          <p:nvPr>
            <p:ph type="tbl" sz="quarter" idx="23"/>
          </p:nvPr>
        </p:nvSpPr>
        <p:spPr>
          <a:xfrm>
            <a:off x="2171700" y="1628775"/>
            <a:ext cx="8964613" cy="4716463"/>
          </a:xfrm>
          <a:prstGeom prst="rect">
            <a:avLst/>
          </a:prstGeom>
        </p:spPr>
        <p:txBody>
          <a:bodyPr/>
          <a:lstStyle>
            <a:lvl1pPr>
              <a:defRPr sz="1350" baseline="0">
                <a:solidFill>
                  <a:schemeClr val="bg1"/>
                </a:solidFill>
                <a:latin typeface="Verdana" charset="0"/>
              </a:defRPr>
            </a:lvl1pPr>
          </a:lstStyle>
          <a:p>
            <a:pPr lvl="0"/>
            <a:r>
              <a:rPr lang="et-EE" noProof="0" dirty="0"/>
              <a:t>Tabeli lisamiseks klõpsake ikooni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63891752"/>
      </p:ext>
    </p:extLst>
  </p:cSld>
  <p:clrMapOvr>
    <a:masterClrMapping/>
  </p:clrMapOvr>
  <p:transition spd="med"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6" y="549277"/>
            <a:ext cx="10656887" cy="84441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50" b="1" i="0" cap="all" baseline="0">
                <a:solidFill>
                  <a:schemeClr val="accent2"/>
                </a:solidFill>
                <a:latin typeface="Verdana" charset="0"/>
              </a:defRPr>
            </a:lvl1pPr>
          </a:lstStyle>
          <a:p>
            <a:pPr lvl="0"/>
            <a:r>
              <a:rPr lang="en-US" dirty="0"/>
              <a:t>Click to edit Master</a:t>
            </a:r>
            <a:br>
              <a:rPr lang="et-EE" dirty="0"/>
            </a:br>
            <a:r>
              <a:rPr lang="en-US" dirty="0"/>
              <a:t>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2171701" y="1628777"/>
            <a:ext cx="8964612" cy="627315"/>
          </a:xfrm>
          <a:prstGeom prst="rect">
            <a:avLst/>
          </a:prstGeom>
        </p:spPr>
        <p:txBody>
          <a:bodyPr lIns="0" tIns="0" rIns="0" bIns="0"/>
          <a:lstStyle>
            <a:lvl1pPr marL="171450" marR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 baseline="0">
                <a:solidFill>
                  <a:srgbClr val="4F4C4E"/>
                </a:solidFill>
                <a:latin typeface="Verdana" charset="0"/>
              </a:defRPr>
            </a:lvl1pPr>
          </a:lstStyle>
          <a:p>
            <a:pPr lvl="0"/>
            <a:r>
              <a:rPr lang="et-EE" dirty="0"/>
              <a:t>Redigeeri juhtslaidi tekstilaade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2171701" y="2491177"/>
            <a:ext cx="8964611" cy="3854063"/>
          </a:xfrm>
          <a:prstGeom prst="rect">
            <a:avLst/>
          </a:prstGeom>
        </p:spPr>
        <p:txBody>
          <a:bodyPr/>
          <a:lstStyle>
            <a:lvl1pPr marL="171450" indent="-171450">
              <a:buFont typeface="Wingdings" panose="05000000000000000000" pitchFamily="2" charset="2"/>
              <a:buChar char="§"/>
              <a:defRPr sz="1050"/>
            </a:lvl1pPr>
          </a:lstStyle>
          <a:p>
            <a:pPr lvl="0"/>
            <a:r>
              <a:rPr lang="et-EE" noProof="0"/>
              <a:t>Pildi lisamiseks klõpsake ikooni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99759506"/>
      </p:ext>
    </p:extLst>
  </p:cSld>
  <p:clrMapOvr>
    <a:masterClrMapping/>
  </p:clrMapOvr>
  <p:transition spd="med"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hesla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lt 3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3" y="0"/>
            <a:ext cx="12187835" cy="6858000"/>
          </a:xfrm>
          <a:prstGeom prst="rect">
            <a:avLst/>
          </a:prstGeom>
        </p:spPr>
      </p:pic>
      <p:pic>
        <p:nvPicPr>
          <p:cNvPr id="8" name="Picture 3" descr="C:\Users\ipihu\Desktop\logo.png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686801" y="1957388"/>
            <a:ext cx="2449513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Placeholder 17"/>
          <p:cNvSpPr>
            <a:spLocks noGrp="1"/>
          </p:cNvSpPr>
          <p:nvPr>
            <p:ph type="body" sz="quarter" idx="10"/>
          </p:nvPr>
        </p:nvSpPr>
        <p:spPr>
          <a:xfrm>
            <a:off x="974222" y="4813637"/>
            <a:ext cx="10162092" cy="132546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400" b="1" i="0" cap="all" baseline="0">
                <a:solidFill>
                  <a:schemeClr val="accent3"/>
                </a:solidFill>
                <a:latin typeface="Verdana" charset="0"/>
              </a:defRPr>
            </a:lvl1pPr>
          </a:lstStyle>
          <a:p>
            <a:pPr lvl="0"/>
            <a:r>
              <a:rPr lang="et-EE" dirty="0"/>
              <a:t>Redigeeri juhtslaidi tekstilaade</a:t>
            </a:r>
          </a:p>
        </p:txBody>
      </p:sp>
    </p:spTree>
    <p:extLst>
      <p:ext uri="{BB962C8B-B14F-4D97-AF65-F5344CB8AC3E}">
        <p14:creationId xmlns:p14="http://schemas.microsoft.com/office/powerpoint/2010/main" val="3448082688"/>
      </p:ext>
    </p:extLst>
  </p:cSld>
  <p:clrMapOvr>
    <a:masterClrMapping/>
  </p:clrMapOvr>
  <p:transition spd="med"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imane sla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lt 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3" y="0"/>
            <a:ext cx="12187835" cy="6858000"/>
          </a:xfrm>
          <a:prstGeom prst="rect">
            <a:avLst/>
          </a:prstGeom>
        </p:spPr>
      </p:pic>
      <p:sp>
        <p:nvSpPr>
          <p:cNvPr id="5" name="TextBox 4"/>
          <p:cNvSpPr txBox="1">
            <a:spLocks noChangeArrowheads="1"/>
          </p:cNvSpPr>
          <p:nvPr userDrawn="1"/>
        </p:nvSpPr>
        <p:spPr bwMode="auto">
          <a:xfrm>
            <a:off x="2" y="-992188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9pPr>
          </a:lstStyle>
          <a:p>
            <a:pPr eaLnBrk="1" hangingPunct="1">
              <a:defRPr/>
            </a:pPr>
            <a:endParaRPr lang="en-US" altLang="en-US" sz="1350"/>
          </a:p>
        </p:txBody>
      </p:sp>
      <p:sp>
        <p:nvSpPr>
          <p:cNvPr id="8" name="Text Placeholder 19"/>
          <p:cNvSpPr>
            <a:spLocks noGrp="1"/>
          </p:cNvSpPr>
          <p:nvPr>
            <p:ph type="body" sz="quarter" idx="11" hasCustomPrompt="1"/>
          </p:nvPr>
        </p:nvSpPr>
        <p:spPr>
          <a:xfrm>
            <a:off x="668078" y="4770912"/>
            <a:ext cx="10159444" cy="199612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400" b="1" cap="all" baseline="0">
                <a:solidFill>
                  <a:schemeClr val="accent3"/>
                </a:solidFill>
                <a:latin typeface="Verdana" charset="0"/>
              </a:defRPr>
            </a:lvl1pPr>
            <a:lvl2pPr marL="0" indent="0">
              <a:spcBef>
                <a:spcPts val="750"/>
              </a:spcBef>
              <a:buFontTx/>
              <a:buNone/>
              <a:defRPr sz="1200" b="0">
                <a:solidFill>
                  <a:schemeClr val="accent2"/>
                </a:solidFill>
              </a:defRPr>
            </a:lvl2pPr>
          </a:lstStyle>
          <a:p>
            <a:pPr lvl="0"/>
            <a:r>
              <a:rPr lang="et-EE" dirty="0"/>
              <a:t>Tallinna tehnikaülikool</a:t>
            </a:r>
          </a:p>
          <a:p>
            <a:pPr lvl="1"/>
            <a:r>
              <a:rPr lang="et-EE" dirty="0"/>
              <a:t>Ehitajate tee 5, 19086 Tallinn, Tel 620 2002 (E-R 8,30–17.00)</a:t>
            </a:r>
            <a:endParaRPr lang="et-EE" sz="1350" b="1" dirty="0">
              <a:solidFill>
                <a:srgbClr val="E4067E"/>
              </a:solidFill>
              <a:latin typeface="Verdana" panose="020B0604030504040204" pitchFamily="34" charset="0"/>
            </a:endParaRPr>
          </a:p>
          <a:p>
            <a:pPr lvl="1"/>
            <a:r>
              <a:rPr lang="et-EE" sz="1350" b="1" dirty="0">
                <a:solidFill>
                  <a:srgbClr val="E4067E"/>
                </a:solidFill>
                <a:latin typeface="Verdana" panose="020B0604030504040204" pitchFamily="34" charset="0"/>
              </a:rPr>
              <a:t>Taltech.ee</a:t>
            </a:r>
            <a:endParaRPr lang="et-EE" dirty="0"/>
          </a:p>
        </p:txBody>
      </p:sp>
      <p:pic>
        <p:nvPicPr>
          <p:cNvPr id="9" name="Picture 3" descr="C:\Users\ipihu\Desktop\logo.png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686801" y="1957388"/>
            <a:ext cx="2449513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7550523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image" Target="../media/image4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4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6" descr="tiitel.jp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18" y="0"/>
            <a:ext cx="1218776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cs typeface="Arial" charset="0"/>
              </a:defRPr>
            </a:lvl1pPr>
          </a:lstStyle>
          <a:p>
            <a:endParaRPr lang="et-E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i="0">
                <a:solidFill>
                  <a:schemeClr val="tx1">
                    <a:tint val="75000"/>
                  </a:schemeClr>
                </a:solidFill>
                <a:cs typeface="Arial" charset="0"/>
              </a:defRPr>
            </a:lvl1pPr>
          </a:lstStyle>
          <a:p>
            <a:endParaRPr lang="et-E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it-IT" sz="1200" b="1" i="0" u="none" strike="noStrike" cap="none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it-IT" sz="1200" b="1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619251" y="2357438"/>
            <a:ext cx="9658349" cy="2214562"/>
          </a:xfrm>
          <a:prstGeom prst="rect">
            <a:avLst/>
          </a:prstGeom>
        </p:spPr>
        <p:txBody>
          <a:bodyPr anchor="ctr"/>
          <a:lstStyle>
            <a:lvl1pPr algn="l">
              <a:defRPr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sz="3400" i="0" dirty="0"/>
              <a:t>Click to edit Master title style</a:t>
            </a:r>
            <a:endParaRPr lang="et-EE" sz="3400" i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ransition spd="med">
    <p:fade/>
  </p:transition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400" kern="1200">
          <a:solidFill>
            <a:schemeClr val="bg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bg1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bg1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bg1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bg1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bg1"/>
          </a:solidFill>
          <a:latin typeface="Verdana" pitchFamily="34" charset="0"/>
          <a:ea typeface="Verdana" pitchFamily="34" charset="0"/>
          <a:cs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bg1"/>
          </a:solidFill>
          <a:latin typeface="Verdana" pitchFamily="34" charset="0"/>
          <a:ea typeface="Verdana" pitchFamily="34" charset="0"/>
          <a:cs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bg1"/>
          </a:solidFill>
          <a:latin typeface="Verdana" pitchFamily="34" charset="0"/>
          <a:ea typeface="Verdana" pitchFamily="34" charset="0"/>
          <a:cs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bg1"/>
          </a:solidFill>
          <a:latin typeface="Verdana" pitchFamily="34" charset="0"/>
          <a:ea typeface="Verdana" pitchFamily="34" charset="0"/>
          <a:cs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t-E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" descr="tiitel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" y="0"/>
            <a:ext cx="1218776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4" descr="TTU_peamine_logo_EST_valg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46402" y="2890838"/>
            <a:ext cx="5738284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transition spd="med">
    <p:fade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t-E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9" descr="Sisuslaid_uus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17" y="1588"/>
            <a:ext cx="12189883" cy="685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Title Placeholder 1"/>
          <p:cNvSpPr>
            <a:spLocks noGrp="1"/>
          </p:cNvSpPr>
          <p:nvPr>
            <p:ph type="title"/>
          </p:nvPr>
        </p:nvSpPr>
        <p:spPr bwMode="auto">
          <a:xfrm>
            <a:off x="1974854" y="428625"/>
            <a:ext cx="9072033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968503" y="1412876"/>
            <a:ext cx="9114367" cy="483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1974854" y="6356355"/>
            <a:ext cx="2103967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1400" i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76184" y="6356355"/>
            <a:ext cx="5772149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defRPr sz="1400" i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t-EE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33003" y="6356355"/>
            <a:ext cx="1037167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i="0">
                <a:latin typeface="Arial" panose="020B0604020202020204" pitchFamily="34" charset="0"/>
              </a:defRPr>
            </a:lvl1pPr>
          </a:lstStyle>
          <a:p>
            <a:fld id="{D69A6EDF-CE04-4570-BF5B-8C60B7A18B91}" type="slidenum">
              <a:rPr lang="en-GB" altLang="en-US"/>
              <a:pPr/>
              <a:t>‹#›</a:t>
            </a:fld>
            <a:endParaRPr lang="en-GB" altLang="en-US"/>
          </a:p>
        </p:txBody>
      </p:sp>
      <p:pic>
        <p:nvPicPr>
          <p:cNvPr id="2056" name="Picture 8" descr="TTU_logomargis_valge"/>
          <p:cNvPicPr>
            <a:picLocks noChangeAspect="1" noChangeArrowheads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1784" y="612779"/>
            <a:ext cx="768349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ransition spd="med">
    <p:fade/>
  </p:transition>
  <p:hf sldNum="0" hdr="0" ftr="0" dt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+mj-lt"/>
          <a:ea typeface="+mj-ea"/>
          <a:cs typeface="+mj-cs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Verdana" pitchFamily="34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Verdana" pitchFamily="34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Verdana" pitchFamily="34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Verdana" pitchFamily="34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Verdana" pitchFamily="34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Verdana" pitchFamily="34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Verdana" pitchFamily="34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Verdana" pitchFamily="34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Clr>
          <a:srgbClr val="870042"/>
        </a:buClr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Clr>
          <a:srgbClr val="870042"/>
        </a:buClr>
        <a:buFont typeface="Symbol" panose="05050102010706020507" pitchFamily="18" charset="2"/>
        <a:buChar char=""/>
        <a:defRPr sz="2200">
          <a:solidFill>
            <a:schemeClr val="tx1"/>
          </a:solidFill>
          <a:latin typeface="+mn-lt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600">
          <a:solidFill>
            <a:schemeClr val="tx1"/>
          </a:solidFill>
          <a:latin typeface="+mn-lt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600">
          <a:solidFill>
            <a:schemeClr val="tx1"/>
          </a:solidFill>
          <a:latin typeface="+mn-lt"/>
        </a:defRPr>
      </a:lvl5pPr>
      <a:lvl6pPr marL="25146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1600">
          <a:solidFill>
            <a:schemeClr val="tx1"/>
          </a:solidFill>
          <a:latin typeface="+mn-lt"/>
        </a:defRPr>
      </a:lvl6pPr>
      <a:lvl7pPr marL="29718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1600">
          <a:solidFill>
            <a:schemeClr val="tx1"/>
          </a:solidFill>
          <a:latin typeface="+mn-lt"/>
        </a:defRPr>
      </a:lvl7pPr>
      <a:lvl8pPr marL="3429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1600">
          <a:solidFill>
            <a:schemeClr val="tx1"/>
          </a:solidFill>
          <a:latin typeface="+mn-lt"/>
        </a:defRPr>
      </a:lvl8pPr>
      <a:lvl9pPr marL="3886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t-E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</p:sldLayoutIdLst>
  <p:transition spd="med">
    <p:fade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t-E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4" descr="Fotoslaid_uu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4232" y="-53975"/>
            <a:ext cx="12340167" cy="6938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 descr="TTU_logomargis_valge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9673" y="795338"/>
            <a:ext cx="768351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ransition spd="med">
    <p:fade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t-E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lt 3"/>
          <p:cNvPicPr>
            <a:picLocks noChangeAspect="1"/>
          </p:cNvPicPr>
          <p:nvPr userDrawn="1"/>
        </p:nvPicPr>
        <p:blipFill rotWithShape="1"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2335" y="5732251"/>
            <a:ext cx="1085205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956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739" r:id="rId12"/>
  </p:sldLayoutIdLst>
  <p:transition spd="med">
    <p:fade/>
  </p:transition>
  <p:hf hdr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Verdana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Verdana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Verdana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Verdana" charset="0"/>
        </a:defRPr>
      </a:lvl5pPr>
      <a:lvl6pPr marL="3429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charset="0"/>
        </a:defRPr>
      </a:lvl6pPr>
      <a:lvl7pPr marL="685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charset="0"/>
        </a:defRPr>
      </a:lvl7pPr>
      <a:lvl8pPr marL="10287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charset="0"/>
        </a:defRPr>
      </a:lvl8pPr>
      <a:lvl9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charset="0"/>
        </a:defRPr>
      </a:lvl9pPr>
    </p:titleStyle>
    <p:bodyStyle>
      <a:lvl1pPr marL="171450" indent="-171450" algn="l" rtl="0" eaLnBrk="1" fontAlgn="base" hangingPunct="1">
        <a:lnSpc>
          <a:spcPct val="90000"/>
        </a:lnSpc>
        <a:spcBef>
          <a:spcPts val="750"/>
        </a:spcBef>
        <a:spcAft>
          <a:spcPct val="0"/>
        </a:spcAft>
        <a:buFont typeface="Arial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34">
          <p15:clr>
            <a:srgbClr val="F26B43"/>
          </p15:clr>
        </p15:guide>
        <p15:guide id="2" pos="302">
          <p15:clr>
            <a:srgbClr val="F26B43"/>
          </p15:clr>
        </p15:guide>
        <p15:guide id="3" pos="1368">
          <p15:clr>
            <a:srgbClr val="F26B43"/>
          </p15:clr>
        </p15:guide>
        <p15:guide id="4" orient="horz" pos="3997">
          <p15:clr>
            <a:srgbClr val="F26B43"/>
          </p15:clr>
        </p15:guide>
        <p15:guide id="5" orient="horz" pos="1026">
          <p15:clr>
            <a:srgbClr val="F26B43"/>
          </p15:clr>
        </p15:guide>
        <p15:guide id="6" orient="horz" pos="34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ksti kohatäide 4"/>
          <p:cNvSpPr>
            <a:spLocks noGrp="1"/>
          </p:cNvSpPr>
          <p:nvPr>
            <p:ph type="body" sz="quarter" idx="12"/>
          </p:nvPr>
        </p:nvSpPr>
        <p:spPr>
          <a:xfrm>
            <a:off x="1066801" y="3429001"/>
            <a:ext cx="11125200" cy="1285042"/>
          </a:xfrm>
        </p:spPr>
        <p:txBody>
          <a:bodyPr/>
          <a:lstStyle/>
          <a:p>
            <a:r>
              <a:rPr lang="en-GB" sz="4000" dirty="0">
                <a:solidFill>
                  <a:schemeClr val="accent1"/>
                </a:solidFill>
              </a:rPr>
              <a:t>AI and human rights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938870-A27D-41B6-A476-1911372E4B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Adjunct Professor Katrin Nyman Metcalf</a:t>
            </a:r>
          </a:p>
          <a:p>
            <a:r>
              <a:rPr lang="en-GB" dirty="0"/>
              <a:t>Tallinn 6 November 2025</a:t>
            </a:r>
          </a:p>
        </p:txBody>
      </p:sp>
    </p:spTree>
    <p:extLst>
      <p:ext uri="{BB962C8B-B14F-4D97-AF65-F5344CB8AC3E}">
        <p14:creationId xmlns:p14="http://schemas.microsoft.com/office/powerpoint/2010/main" val="4041941440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2EE2D9-46BC-4961-A500-B8A562A32C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4" y="549275"/>
            <a:ext cx="11079003" cy="810888"/>
          </a:xfrm>
        </p:spPr>
        <p:txBody>
          <a:bodyPr/>
          <a:lstStyle/>
          <a:p>
            <a:r>
              <a:rPr lang="en-GB" sz="3200" dirty="0">
                <a:solidFill>
                  <a:schemeClr val="accent1"/>
                </a:solidFill>
              </a:rPr>
              <a:t>Does AI change the world?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0B3C64-8A75-468E-8A26-9FB405BD9F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317172" y="1076446"/>
            <a:ext cx="7491162" cy="5268791"/>
          </a:xfr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750"/>
              </a:spcBef>
              <a:spcAft>
                <a:spcPct val="0"/>
              </a:spcAft>
              <a:buClr>
                <a:srgbClr val="332B6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Can we understand the challenges?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750"/>
              </a:spcBef>
              <a:spcAft>
                <a:spcPct val="0"/>
              </a:spcAft>
              <a:buClr>
                <a:srgbClr val="332B6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Can we trust the technology?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750"/>
              </a:spcBef>
              <a:spcAft>
                <a:spcPct val="0"/>
              </a:spcAft>
              <a:buClr>
                <a:srgbClr val="332B6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Can we regulate away the risks?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750"/>
              </a:spcBef>
              <a:spcAft>
                <a:spcPct val="0"/>
              </a:spcAft>
              <a:buClr>
                <a:srgbClr val="332B6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342900" indent="-342900" defTabSz="914400" fontAlgn="base">
              <a:lnSpc>
                <a:spcPct val="100000"/>
              </a:lnSpc>
              <a:spcAft>
                <a:spcPct val="0"/>
              </a:spcAft>
              <a:buClr>
                <a:srgbClr val="332B60"/>
              </a:buClr>
              <a:buSzPct val="150000"/>
              <a:buFont typeface="Arial" panose="020B0604020202020204" pitchFamily="34" charset="0"/>
              <a:buChar char="•"/>
              <a:defRPr/>
            </a:pPr>
            <a:r>
              <a:rPr lang="en-GB" sz="2800" dirty="0"/>
              <a:t>People who have developed AI urge restraint (regulation) – different from earlier technology-sceptical movements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750"/>
              </a:spcBef>
              <a:spcAft>
                <a:spcPct val="0"/>
              </a:spcAft>
              <a:buClr>
                <a:srgbClr val="332B6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‘Black box’ of algorithms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18B27A-79BD-144C-9A77-065DBB4C894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00731" y="704772"/>
            <a:ext cx="3133616" cy="4316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641488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4F60B5F5-D486-4A28-BB03-CA8196632A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6" y="549274"/>
            <a:ext cx="9981745" cy="1290411"/>
          </a:xfrm>
        </p:spPr>
        <p:txBody>
          <a:bodyPr/>
          <a:lstStyle/>
          <a:p>
            <a:r>
              <a:rPr lang="en-US" sz="3200" dirty="0">
                <a:solidFill>
                  <a:schemeClr val="accent1"/>
                </a:solidFill>
              </a:rPr>
              <a:t>Should AI be used? (Do we need to automate just because we can?)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91E2D94-2EF0-453F-A6E7-E82FA6A95AB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45357" y="2028894"/>
            <a:ext cx="6717115" cy="4316343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SzPct val="150000"/>
              <a:buFont typeface="Arial" panose="020B0604020202020204" pitchFamily="34" charset="0"/>
              <a:buChar char="•"/>
            </a:pPr>
            <a:r>
              <a:rPr lang="en-GB" sz="2800" dirty="0"/>
              <a:t>Are automated decisions suitable?</a:t>
            </a:r>
          </a:p>
          <a:p>
            <a:pPr marL="457200" indent="-457200">
              <a:lnSpc>
                <a:spcPct val="150000"/>
              </a:lnSpc>
              <a:buSzPct val="150000"/>
              <a:buFont typeface="Arial" panose="020B0604020202020204" pitchFamily="34" charset="0"/>
              <a:buChar char="•"/>
            </a:pPr>
            <a:r>
              <a:rPr lang="en-GB" sz="2800" dirty="0"/>
              <a:t>Does human involvement serve a purpose?</a:t>
            </a:r>
          </a:p>
          <a:p>
            <a:pPr marL="457200" indent="-457200">
              <a:lnSpc>
                <a:spcPct val="150000"/>
              </a:lnSpc>
              <a:buSzPct val="150000"/>
              <a:buFont typeface="Arial" panose="020B0604020202020204" pitchFamily="34" charset="0"/>
              <a:buChar char="•"/>
            </a:pPr>
            <a:r>
              <a:rPr lang="en-GB" sz="2800" dirty="0"/>
              <a:t>Can the technology be stopped?</a:t>
            </a:r>
          </a:p>
          <a:p>
            <a:pPr marL="457200" indent="-457200">
              <a:lnSpc>
                <a:spcPct val="150000"/>
              </a:lnSpc>
              <a:buSzPct val="150000"/>
              <a:buFont typeface="Arial" panose="020B0604020202020204" pitchFamily="34" charset="0"/>
              <a:buChar char="•"/>
            </a:pPr>
            <a:r>
              <a:rPr lang="en-GB" sz="2800" dirty="0"/>
              <a:t>How and by whom?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816D44-4A1B-3838-6F67-2516877A26B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56825" y="3294446"/>
            <a:ext cx="4235175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963002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58CD021-F8D1-4CA9-9921-5F9D87C736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4" y="549275"/>
            <a:ext cx="10801600" cy="550320"/>
          </a:xfrm>
        </p:spPr>
        <p:txBody>
          <a:bodyPr/>
          <a:lstStyle/>
          <a:p>
            <a:r>
              <a:rPr lang="en-GB" sz="3200" dirty="0">
                <a:solidFill>
                  <a:schemeClr val="accent1"/>
                </a:solidFill>
              </a:rPr>
              <a:t>AI in society: legal implications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0544A6-075C-441C-989A-826AB6C4EE2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159" y="1226917"/>
            <a:ext cx="7674601" cy="5118322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2800" dirty="0"/>
              <a:t>Risk of manipulation of humans, unintended consequences, automated illegal actions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2800" dirty="0"/>
              <a:t>Risk of discrimination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2800" dirty="0"/>
              <a:t>Risks for fundamental legal principles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GB" sz="2800" dirty="0"/>
              <a:t>Due process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GB" sz="2800" dirty="0"/>
              <a:t>Access to information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GB" sz="2800" dirty="0"/>
              <a:t>Data protection (how AI uses information)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GB" sz="2800" dirty="0"/>
              <a:t>Reasons provided for administrative decisions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325327-4E2F-B9C9-973A-ED6213C46DC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1760" y="2037805"/>
            <a:ext cx="3950240" cy="47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218671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EDA95-446D-9669-8882-17AB7076A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045E106-369B-DE98-0224-B2911FEF14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4" y="549275"/>
            <a:ext cx="10801600" cy="810888"/>
          </a:xfrm>
        </p:spPr>
        <p:txBody>
          <a:bodyPr/>
          <a:lstStyle/>
          <a:p>
            <a:r>
              <a:rPr lang="en-GB" sz="3200" dirty="0">
                <a:solidFill>
                  <a:schemeClr val="accent1"/>
                </a:solidFill>
              </a:rPr>
              <a:t>AI legal instruments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366FA1-4145-A802-4F2E-A5EFF644307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0976" y="1360163"/>
            <a:ext cx="10801599" cy="4985076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2400" dirty="0"/>
              <a:t>Legislation – EU AI Act (Regulation (EU) 2024/1689, 1 August 2024); national law (e.g. Canada)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2400" dirty="0"/>
              <a:t>Council of Europe Framework Convention on AI, Human Rights, Democracy and the Rule of Law  (May 2024)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2400" dirty="0"/>
              <a:t>Self-regulation by companies (AI regulation by voluntary commitments by companies 2022)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2400" dirty="0"/>
              <a:t>Specific laws (e.g. US – Consumer protection law)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2400" dirty="0"/>
              <a:t>Technical standards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2400" dirty="0"/>
              <a:t>Codes of practice, ethical rules and guidelines (multistakeholderism)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2400" dirty="0"/>
              <a:t>Media literacy, including recognising disinformation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193516085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DC9A321-B1DE-CBBD-48A7-2DDCA1B75E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4" y="324091"/>
            <a:ext cx="10494517" cy="879676"/>
          </a:xfrm>
        </p:spPr>
        <p:txBody>
          <a:bodyPr/>
          <a:lstStyle/>
          <a:p>
            <a:r>
              <a:rPr lang="en-GB" sz="3200" dirty="0">
                <a:solidFill>
                  <a:schemeClr val="accent4">
                    <a:lumMod val="50000"/>
                  </a:schemeClr>
                </a:solidFill>
              </a:rPr>
              <a:t>EU AI ACT – Categories of Risk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131014-33A2-C2DB-2746-ADA1B075E3F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72273" y="995423"/>
            <a:ext cx="10001671" cy="5349815"/>
          </a:xfrm>
        </p:spPr>
        <p:txBody>
          <a:bodyPr numCol="2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2000" b="1" dirty="0"/>
              <a:t>Unacceptable risk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2000" dirty="0"/>
              <a:t>Cognitive behavioural manipulation (vulnerable groups)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2000" dirty="0"/>
              <a:t>Social scoring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2000" dirty="0"/>
              <a:t>Real-time, remote biometric identification (facial recognition) - exceptions “post”, prosecute serious crimes, court approval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2000" b="1" dirty="0"/>
              <a:t>High risk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2000" dirty="0"/>
              <a:t>Negatively affect safety, human rights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2000" dirty="0"/>
              <a:t>	1) EU product safety law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2000" dirty="0"/>
              <a:t>	2) Specific areas, registration demand (critical infrastructure, law enforcement, migration, etc)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2000" b="1" dirty="0"/>
              <a:t>Generative AI</a:t>
            </a:r>
            <a:r>
              <a:rPr lang="en-GB" sz="2000" dirty="0"/>
              <a:t> (ChatGPT)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2000" dirty="0"/>
              <a:t>Transparency requirements: Disclosing content generated by AI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2000" dirty="0"/>
              <a:t>Design to prevent generating illegal content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2000" b="1" dirty="0"/>
              <a:t>Limited risk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2000" dirty="0"/>
              <a:t>Comply with minimal transparency requirements, allow user informed decisions.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2000" dirty="0"/>
              <a:t>After interacting the user can decide whether to continue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2000" dirty="0"/>
              <a:t>Users made aware when they are interacting with AI (including systems that generate/manipulate image, audio or video content, e.g. deepfakes)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20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802195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58CD021-F8D1-4CA9-9921-5F9D87C736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79776" y="549275"/>
            <a:ext cx="8501248" cy="810888"/>
          </a:xfrm>
        </p:spPr>
        <p:txBody>
          <a:bodyPr/>
          <a:lstStyle/>
          <a:p>
            <a:r>
              <a:rPr lang="en-GB" sz="3200" dirty="0">
                <a:solidFill>
                  <a:schemeClr val="accent1"/>
                </a:solidFill>
              </a:rPr>
              <a:t>Future of AI law?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0544A6-075C-441C-989A-826AB6C4EE2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86267" y="1516283"/>
            <a:ext cx="8819909" cy="4828955"/>
          </a:xfrm>
        </p:spPr>
        <p:txBody>
          <a:bodyPr/>
          <a:lstStyle/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800" dirty="0"/>
              <a:t>Is speculation about extreme risks undermining discussions on more imminent risks? (Risk of AI building biological weapons vs. risk of AI interfering in democratic processes)?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2800" dirty="0"/>
              <a:t>Can specific types of AI be limited (licenses, bans on certain types, etc.)? How can this be enforced?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2800" dirty="0"/>
              <a:t>Is a risk-based approach sufficient also in the future?</a:t>
            </a:r>
          </a:p>
          <a:p>
            <a:endParaRPr lang="en-GB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24DC5C-1BC7-8A63-EBF8-AAC0D67AE48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27797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532904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91E2D94-2EF0-453F-A6E7-E82FA6A95AB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1371" y="391887"/>
            <a:ext cx="10308772" cy="5953352"/>
          </a:xfrm>
        </p:spPr>
        <p:txBody>
          <a:bodyPr/>
          <a:lstStyle/>
          <a:p>
            <a:pPr marL="0" indent="0"/>
            <a:r>
              <a:rPr lang="sv-SE" sz="3200" b="1" dirty="0">
                <a:solidFill>
                  <a:schemeClr val="accent4">
                    <a:lumMod val="50000"/>
                  </a:schemeClr>
                </a:solidFill>
              </a:rPr>
              <a:t>DOES AI HAVE (HUMAN) RIGHTS? LEGAL PERSONALITY FOR AI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1"/>
                </a:solidFill>
              </a:rPr>
              <a:t>Legal personality to non-humans: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1"/>
                </a:solidFill>
              </a:rPr>
              <a:t>“Province of all mankind” (outer space, deep seabed)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1"/>
                </a:solidFill>
              </a:rPr>
              <a:t>Animals seen as objects and not subjects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1"/>
                </a:solidFill>
              </a:rPr>
              <a:t>River in New Zealand </a:t>
            </a:r>
          </a:p>
          <a:p>
            <a:pPr marL="0" indent="0"/>
            <a:endParaRPr lang="en-GB" sz="2800" dirty="0">
              <a:solidFill>
                <a:schemeClr val="tx1"/>
              </a:solidFill>
            </a:endParaRPr>
          </a:p>
          <a:p>
            <a:pPr marL="0" indent="0"/>
            <a:r>
              <a:rPr lang="en-GB" sz="2800" dirty="0">
                <a:solidFill>
                  <a:schemeClr val="tx1"/>
                </a:solidFill>
              </a:rPr>
              <a:t>Should AI have legal personality?</a:t>
            </a:r>
          </a:p>
          <a:p>
            <a:pPr marL="0" indent="0"/>
            <a:r>
              <a:rPr lang="en-GB" sz="2800" dirty="0">
                <a:solidFill>
                  <a:schemeClr val="tx1"/>
                </a:solidFill>
              </a:rPr>
              <a:t>Is it possible, and how, to make legal personality of non-humans actually have legal effect (mean something)?</a:t>
            </a:r>
          </a:p>
          <a:p>
            <a:pPr marL="0" indent="0"/>
            <a:endParaRPr lang="sv-SE" sz="3600" b="1" dirty="0">
              <a:solidFill>
                <a:srgbClr val="EF6BB0"/>
              </a:solidFill>
            </a:endParaRPr>
          </a:p>
          <a:p>
            <a:pPr marL="0" indent="0"/>
            <a:endParaRPr lang="en-GB" sz="3600" b="1" dirty="0">
              <a:solidFill>
                <a:srgbClr val="EF6BB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B8A294-B0A0-84AF-86F9-B22BEE6C21A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53825" y="-60437"/>
            <a:ext cx="42381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932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EAB2600A-29D4-4F2A-934A-584756CA72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6" y="549277"/>
            <a:ext cx="10656887" cy="810887"/>
          </a:xfrm>
        </p:spPr>
        <p:txBody>
          <a:bodyPr/>
          <a:lstStyle/>
          <a:p>
            <a:r>
              <a:rPr lang="en-US" sz="3600" dirty="0">
                <a:solidFill>
                  <a:schemeClr val="accent4">
                    <a:lumMod val="75000"/>
                  </a:schemeClr>
                </a:solidFill>
              </a:rPr>
              <a:t>Thank you!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4FE7D56C-3319-470A-97E4-8806A721EB7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71701" y="1628776"/>
            <a:ext cx="8964612" cy="388032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033805-B895-43A5-A6DF-3942BE25195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71700" y="1628777"/>
            <a:ext cx="8964613" cy="471646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98443782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TU_ppt_mall_eesti-4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TU_mall_ppt2003">
  <a:themeElements>
    <a:clrScheme name="3_TTY_mall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3_TTY_mal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3_TTY_mall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Custom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1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fice'i kujundus">
  <a:themeElements>
    <a:clrScheme name="TalTech">
      <a:dk1>
        <a:srgbClr val="000000"/>
      </a:dk1>
      <a:lt1>
        <a:srgbClr val="FFFFFF"/>
      </a:lt1>
      <a:dk2>
        <a:srgbClr val="332B60"/>
      </a:dk2>
      <a:lt2>
        <a:srgbClr val="DADAE4"/>
      </a:lt2>
      <a:accent1>
        <a:srgbClr val="E4067E"/>
      </a:accent1>
      <a:accent2>
        <a:srgbClr val="9396B0"/>
      </a:accent2>
      <a:accent3>
        <a:srgbClr val="AB1352"/>
      </a:accent3>
      <a:accent4>
        <a:srgbClr val="FFB4D8"/>
      </a:accent4>
      <a:accent5>
        <a:srgbClr val="222A35"/>
      </a:accent5>
      <a:accent6>
        <a:srgbClr val="595959"/>
      </a:accent6>
      <a:hlink>
        <a:srgbClr val="FE69B2"/>
      </a:hlink>
      <a:folHlink>
        <a:srgbClr val="8496B0"/>
      </a:folHlink>
    </a:clrScheme>
    <a:fontScheme name="TTÜ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WNEW" id="{65034802-83F1-DE41-A876-6851A238EDFE}" vid="{814C7433-F944-B249-91D8-8F253693ECE1}"/>
    </a:ext>
  </a:extLst>
</a:theme>
</file>

<file path=ppt/theme/theme7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781525C9EFA2D43B05EAC0CB2F40DF6" ma:contentTypeVersion="3" ma:contentTypeDescription="Loo uus dokument" ma:contentTypeScope="" ma:versionID="8bc4fca97e80bbc27161e8e1a46129a8">
  <xsd:schema xmlns:xsd="http://www.w3.org/2001/XMLSchema" xmlns:xs="http://www.w3.org/2001/XMLSchema" xmlns:p="http://schemas.microsoft.com/office/2006/metadata/properties" xmlns:ns2="3b1c496a-0d77-4e08-a494-4eec6fe85e9c" targetNamespace="http://schemas.microsoft.com/office/2006/metadata/properties" ma:root="true" ma:fieldsID="a85e014ed171c7a8ca6243d717962ba3" ns2:_="">
    <xsd:import namespace="3b1c496a-0d77-4e08-a494-4eec6fe85e9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1c496a-0d77-4e08-a494-4eec6fe85e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Sisutüüp"/>
        <xsd:element ref="dc:title" minOccurs="0" maxOccurs="1" ma:index="4" ma:displayName="Pealkiri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D4F0FD6-55C9-4613-9E9A-E7ECC31DEED6}"/>
</file>

<file path=customXml/itemProps2.xml><?xml version="1.0" encoding="utf-8"?>
<ds:datastoreItem xmlns:ds="http://schemas.openxmlformats.org/officeDocument/2006/customXml" ds:itemID="{F3415132-BD3B-465C-B65B-773A51E33DE7}"/>
</file>

<file path=customXml/itemProps3.xml><?xml version="1.0" encoding="utf-8"?>
<ds:datastoreItem xmlns:ds="http://schemas.openxmlformats.org/officeDocument/2006/customXml" ds:itemID="{50A6E683-948E-4DF2-82D9-B008EC742F79}"/>
</file>

<file path=docProps/app.xml><?xml version="1.0" encoding="utf-8"?>
<Properties xmlns="http://schemas.openxmlformats.org/officeDocument/2006/extended-properties" xmlns:vt="http://schemas.openxmlformats.org/officeDocument/2006/docPropsVTypes">
  <Template>Stockholm</Template>
  <TotalTime>8446</TotalTime>
  <Words>517</Words>
  <Application>Microsoft Office PowerPoint</Application>
  <PresentationFormat>Widescreen</PresentationFormat>
  <Paragraphs>62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9</vt:i4>
      </vt:variant>
    </vt:vector>
  </HeadingPairs>
  <TitlesOfParts>
    <vt:vector size="22" baseType="lpstr">
      <vt:lpstr>Arial</vt:lpstr>
      <vt:lpstr>Calibri</vt:lpstr>
      <vt:lpstr>Calibri Light</vt:lpstr>
      <vt:lpstr>Noto Sans Symbols</vt:lpstr>
      <vt:lpstr>Symbol</vt:lpstr>
      <vt:lpstr>Verdana</vt:lpstr>
      <vt:lpstr>Wingdings</vt:lpstr>
      <vt:lpstr>2_Custom Design</vt:lpstr>
      <vt:lpstr>TTU_ppt_mall_eesti-4</vt:lpstr>
      <vt:lpstr>TTU_mall_ppt2003</vt:lpstr>
      <vt:lpstr>Custom Design</vt:lpstr>
      <vt:lpstr>1_Custom Design</vt:lpstr>
      <vt:lpstr>Office'i kujundus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Marco Orlando</dc:creator>
  <cp:lastModifiedBy>Katrin Nyman Metcalf</cp:lastModifiedBy>
  <cp:revision>250</cp:revision>
  <dcterms:modified xsi:type="dcterms:W3CDTF">2025-10-24T11:53:31Z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0x010100F781525C9EFA2D43B05EAC0CB2F40DF6</vt:lpwstr>
  </property>
</Properties>
</file>